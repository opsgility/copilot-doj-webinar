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3.xml" ContentType="application/vnd.openxmlformats-officedocument.them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29" r:id="rId4"/>
    <p:sldMasterId id="2147484922" r:id="rId5"/>
    <p:sldMasterId id="2147484973" r:id="rId6"/>
    <p:sldMasterId id="2147485059" r:id="rId7"/>
  </p:sldMasterIdLst>
  <p:notesMasterIdLst>
    <p:notesMasterId r:id="rId47"/>
  </p:notesMasterIdLst>
  <p:handoutMasterIdLst>
    <p:handoutMasterId r:id="rId48"/>
  </p:handoutMasterIdLst>
  <p:sldIdLst>
    <p:sldId id="2076138181" r:id="rId8"/>
    <p:sldId id="2147482556" r:id="rId9"/>
    <p:sldId id="2147482537" r:id="rId10"/>
    <p:sldId id="2147479721" r:id="rId11"/>
    <p:sldId id="2147479894" r:id="rId12"/>
    <p:sldId id="2147482571" r:id="rId13"/>
    <p:sldId id="2147479903" r:id="rId14"/>
    <p:sldId id="2147482535" r:id="rId15"/>
    <p:sldId id="2147479783" r:id="rId16"/>
    <p:sldId id="2147482543" r:id="rId17"/>
    <p:sldId id="2147479906" r:id="rId18"/>
    <p:sldId id="2147482538" r:id="rId19"/>
    <p:sldId id="2147482569" r:id="rId20"/>
    <p:sldId id="2147482570" r:id="rId21"/>
    <p:sldId id="2147482516" r:id="rId22"/>
    <p:sldId id="2147482553" r:id="rId23"/>
    <p:sldId id="2147482572" r:id="rId24"/>
    <p:sldId id="2147482573" r:id="rId25"/>
    <p:sldId id="2147482574" r:id="rId26"/>
    <p:sldId id="2147482554" r:id="rId27"/>
    <p:sldId id="2147482557" r:id="rId28"/>
    <p:sldId id="2147482520" r:id="rId29"/>
    <p:sldId id="2147482560" r:id="rId30"/>
    <p:sldId id="2147482541" r:id="rId31"/>
    <p:sldId id="2147482521" r:id="rId32"/>
    <p:sldId id="2147482547" r:id="rId33"/>
    <p:sldId id="2147482522" r:id="rId34"/>
    <p:sldId id="2147482523" r:id="rId35"/>
    <p:sldId id="2147482526" r:id="rId36"/>
    <p:sldId id="2147482551" r:id="rId37"/>
    <p:sldId id="2147482529" r:id="rId38"/>
    <p:sldId id="2147482527" r:id="rId39"/>
    <p:sldId id="2147482564" r:id="rId40"/>
    <p:sldId id="2147482565" r:id="rId41"/>
    <p:sldId id="2147482566" r:id="rId42"/>
    <p:sldId id="2147482568" r:id="rId43"/>
    <p:sldId id="2147482555" r:id="rId44"/>
    <p:sldId id="2147482562" r:id="rId45"/>
    <p:sldId id="2147479650" r:id="rId4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Learning Path 1" id="{6D71E6C4-D8D5-421D-A97E-C3BCFCB0C914}">
          <p14:sldIdLst>
            <p14:sldId id="2076138181"/>
          </p14:sldIdLst>
        </p14:section>
        <p14:section name="Module 1" id="{5A2FC7D3-B44E-4152-8ABC-FDD7EDC175AF}">
          <p14:sldIdLst>
            <p14:sldId id="2147482556"/>
            <p14:sldId id="2147482537"/>
            <p14:sldId id="2147479721"/>
            <p14:sldId id="2147479894"/>
            <p14:sldId id="2147482571"/>
            <p14:sldId id="2147479903"/>
            <p14:sldId id="2147482535"/>
            <p14:sldId id="2147479783"/>
            <p14:sldId id="2147482543"/>
          </p14:sldIdLst>
        </p14:section>
        <p14:section name="Module 2" id="{E87FE7E3-6162-4A6D-9872-D682D0C5DC79}">
          <p14:sldIdLst>
            <p14:sldId id="2147479906"/>
            <p14:sldId id="2147482538"/>
            <p14:sldId id="2147482569"/>
            <p14:sldId id="2147482570"/>
            <p14:sldId id="2147482516"/>
            <p14:sldId id="2147482553"/>
            <p14:sldId id="2147482572"/>
            <p14:sldId id="2147482573"/>
            <p14:sldId id="2147482574"/>
            <p14:sldId id="2147482554"/>
            <p14:sldId id="2147482557"/>
            <p14:sldId id="2147482520"/>
            <p14:sldId id="2147482560"/>
            <p14:sldId id="2147482541"/>
          </p14:sldIdLst>
        </p14:section>
        <p14:section name="Module 3" id="{55D5B287-1B20-411A-8CBD-37D6510915A1}">
          <p14:sldIdLst>
            <p14:sldId id="2147482521"/>
            <p14:sldId id="2147482547"/>
            <p14:sldId id="2147482522"/>
            <p14:sldId id="2147482523"/>
            <p14:sldId id="2147482526"/>
            <p14:sldId id="2147482551"/>
            <p14:sldId id="2147482529"/>
            <p14:sldId id="2147482527"/>
            <p14:sldId id="2147482564"/>
            <p14:sldId id="2147482565"/>
            <p14:sldId id="2147482566"/>
            <p14:sldId id="2147482568"/>
            <p14:sldId id="2147482555"/>
            <p14:sldId id="2147482562"/>
            <p14:sldId id="2147479650"/>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7FD0D05-1B6C-B9DD-05F5-5BAF8705D900}" name="Ron Sasaki" initials="RS" userId="S::rsasaki@microsoft.com::d50e61ca-c12c-4489-bcc9-f00936fa5f6e" providerId="AD"/>
  <p188:author id="{7F2F532A-3585-6484-77EA-BD1AD71A52A6}" name="Ashley Bowen" initials="AB" userId="S::asglenno@microsoft.com::5aa79cc5-3bca-43e9-9996-1a54ad44e494" providerId="AD"/>
  <p188:author id="{58E9515C-0105-2C6B-DB6D-085F12A12EDA}" name="Holly Claypool" initials="HC" userId="S::hollycl@microsoft.com::9c46d599-e441-4a4d-bded-7c14afcb0547" providerId="AD"/>
  <p188:author id="{666BE59A-9F39-C2DE-D331-D57327C7B999}" name="Elias Estevao" initials="EE" userId="S::elesteva@microsoft.com::9c47b438-8544-4338-a64d-b4a2367f804b" providerId="AD"/>
  <p188:author id="{999BBDA0-6DD0-1FC2-4156-10230AF06B33}" name="heidi@mindseyepdx.com" initials="h" userId="S::heidi@mindseyepdx.com::a1bc4856-633f-4b84-8338-4fab10310c7a" providerId="AD"/>
  <p188:author id="{59413BC2-9C2D-2554-1967-5E340029E66A}" name="Steve Luper" initials="SL" userId="S::sluper@microsoft.com::474ff301-4f93-4117-b2c4-5c2a59a92cd7" providerId="AD"/>
  <p188:author id="{2D7C0DE9-CAB2-3D67-0CB7-665236291F0D}" name="Heidi Laverty" initials="HL" userId="7f49b1eb0f3d108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3" name="Mary Feil-Jacobs" initials="MF" lastIdx="2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00"/>
    <a:srgbClr val="00AA48"/>
    <a:srgbClr val="60A500"/>
    <a:srgbClr val="3579CF"/>
    <a:srgbClr val="F6D2E5"/>
    <a:srgbClr val="F1B5D4"/>
    <a:srgbClr val="D8388C"/>
    <a:srgbClr val="C63AB4"/>
    <a:srgbClr val="E8E6DF"/>
    <a:srgbClr val="EEEEEE"/>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5EF04-9ACC-42E7-B550-302E535AC15E}" v="634" dt="2025-12-09T19:46:21.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6" autoAdjust="0"/>
    <p:restoredTop sz="89020" autoAdjust="0"/>
  </p:normalViewPr>
  <p:slideViewPr>
    <p:cSldViewPr snapToGrid="0">
      <p:cViewPr varScale="1">
        <p:scale>
          <a:sx n="65" d="100"/>
          <a:sy n="65" d="100"/>
        </p:scale>
        <p:origin x="1133" y="278"/>
      </p:cViewPr>
      <p:guideLst>
        <p:guide pos="4200"/>
        <p:guide orient="horz" pos="2160"/>
        <p:guide pos="584"/>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handoutMaster" Target="handoutMasters/handoutMaster1.xml"/><Relationship Id="rId56" Type="http://schemas.microsoft.com/office/2018/10/relationships/authors" Target="authors.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Bowen" userId="5aa79cc5-3bca-43e9-9996-1a54ad44e494" providerId="ADAL" clId="{B5943D85-A2AB-4231-B3F6-29EC95199E9D}"/>
    <pc:docChg chg="undo redo custSel addSld delSld modSld sldOrd delSection modSection">
      <pc:chgData name="Ashley Bowen" userId="5aa79cc5-3bca-43e9-9996-1a54ad44e494" providerId="ADAL" clId="{B5943D85-A2AB-4231-B3F6-29EC95199E9D}" dt="2025-12-09T19:46:21.100" v="5193" actId="1076"/>
      <pc:docMkLst>
        <pc:docMk/>
      </pc:docMkLst>
      <pc:sldChg chg="modSp mod">
        <pc:chgData name="Ashley Bowen" userId="5aa79cc5-3bca-43e9-9996-1a54ad44e494" providerId="ADAL" clId="{B5943D85-A2AB-4231-B3F6-29EC95199E9D}" dt="2025-12-09T17:14:51.841" v="4506" actId="20577"/>
        <pc:sldMkLst>
          <pc:docMk/>
          <pc:sldMk cId="4046885485" sldId="2076138181"/>
        </pc:sldMkLst>
        <pc:spChg chg="mod">
          <ac:chgData name="Ashley Bowen" userId="5aa79cc5-3bca-43e9-9996-1a54ad44e494" providerId="ADAL" clId="{B5943D85-A2AB-4231-B3F6-29EC95199E9D}" dt="2025-12-09T17:14:51.841" v="4506" actId="20577"/>
          <ac:spMkLst>
            <pc:docMk/>
            <pc:sldMk cId="4046885485" sldId="2076138181"/>
            <ac:spMk id="4" creationId="{841CB59B-EF9E-4E47-BF33-B8075EB6C7A1}"/>
          </ac:spMkLst>
        </pc:spChg>
      </pc:sldChg>
      <pc:sldChg chg="modSp mod">
        <pc:chgData name="Ashley Bowen" userId="5aa79cc5-3bca-43e9-9996-1a54ad44e494" providerId="ADAL" clId="{B5943D85-A2AB-4231-B3F6-29EC95199E9D}" dt="2025-12-02T21:24:39.250" v="2790" actId="403"/>
        <pc:sldMkLst>
          <pc:docMk/>
          <pc:sldMk cId="833400852" sldId="2147479650"/>
        </pc:sldMkLst>
        <pc:spChg chg="mod">
          <ac:chgData name="Ashley Bowen" userId="5aa79cc5-3bca-43e9-9996-1a54ad44e494" providerId="ADAL" clId="{B5943D85-A2AB-4231-B3F6-29EC95199E9D}" dt="2025-12-02T21:24:30.544" v="2789" actId="403"/>
          <ac:spMkLst>
            <pc:docMk/>
            <pc:sldMk cId="833400852" sldId="2147479650"/>
            <ac:spMk id="23" creationId="{6F458A66-2A9D-058E-F05C-B19C193ECDA0}"/>
          </ac:spMkLst>
        </pc:spChg>
        <pc:spChg chg="mod">
          <ac:chgData name="Ashley Bowen" userId="5aa79cc5-3bca-43e9-9996-1a54ad44e494" providerId="ADAL" clId="{B5943D85-A2AB-4231-B3F6-29EC95199E9D}" dt="2025-12-02T21:24:39.250" v="2790" actId="403"/>
          <ac:spMkLst>
            <pc:docMk/>
            <pc:sldMk cId="833400852" sldId="2147479650"/>
            <ac:spMk id="24" creationId="{1B1FB08B-059B-561C-356D-D32E78EECA48}"/>
          </ac:spMkLst>
        </pc:spChg>
      </pc:sldChg>
      <pc:sldChg chg="modSp add mod modNotesTx">
        <pc:chgData name="Ashley Bowen" userId="5aa79cc5-3bca-43e9-9996-1a54ad44e494" providerId="ADAL" clId="{B5943D85-A2AB-4231-B3F6-29EC95199E9D}" dt="2025-12-09T19:03:25.127" v="4918" actId="403"/>
        <pc:sldMkLst>
          <pc:docMk/>
          <pc:sldMk cId="3027892993" sldId="2147479721"/>
        </pc:sldMkLst>
        <pc:spChg chg="mod">
          <ac:chgData name="Ashley Bowen" userId="5aa79cc5-3bca-43e9-9996-1a54ad44e494" providerId="ADAL" clId="{B5943D85-A2AB-4231-B3F6-29EC95199E9D}" dt="2025-12-09T19:03:25.127" v="4918" actId="403"/>
          <ac:spMkLst>
            <pc:docMk/>
            <pc:sldMk cId="3027892993" sldId="2147479721"/>
            <ac:spMk id="2" creationId="{7BCD11F4-6025-1949-6599-7A1906C085C0}"/>
          </ac:spMkLst>
        </pc:spChg>
        <pc:spChg chg="mod">
          <ac:chgData name="Ashley Bowen" userId="5aa79cc5-3bca-43e9-9996-1a54ad44e494" providerId="ADAL" clId="{B5943D85-A2AB-4231-B3F6-29EC95199E9D}" dt="2025-12-09T18:45:28.881" v="4866" actId="20577"/>
          <ac:spMkLst>
            <pc:docMk/>
            <pc:sldMk cId="3027892993" sldId="2147479721"/>
            <ac:spMk id="3" creationId="{9D5A8E9D-5F83-7FA3-DB86-940546A79BCC}"/>
          </ac:spMkLst>
        </pc:spChg>
        <pc:spChg chg="mod">
          <ac:chgData name="Ashley Bowen" userId="5aa79cc5-3bca-43e9-9996-1a54ad44e494" providerId="ADAL" clId="{B5943D85-A2AB-4231-B3F6-29EC95199E9D}" dt="2025-12-01T18:20:50.026" v="1365" actId="1076"/>
          <ac:spMkLst>
            <pc:docMk/>
            <pc:sldMk cId="3027892993" sldId="2147479721"/>
            <ac:spMk id="8" creationId="{DD40E804-DB2B-9589-CEF7-CF25AE841679}"/>
          </ac:spMkLst>
        </pc:spChg>
        <pc:spChg chg="mod">
          <ac:chgData name="Ashley Bowen" userId="5aa79cc5-3bca-43e9-9996-1a54ad44e494" providerId="ADAL" clId="{B5943D85-A2AB-4231-B3F6-29EC95199E9D}" dt="2025-12-09T03:17:59.039" v="3593" actId="20577"/>
          <ac:spMkLst>
            <pc:docMk/>
            <pc:sldMk cId="3027892993" sldId="2147479721"/>
            <ac:spMk id="11" creationId="{E66D43E4-CA1E-310F-1A0F-16ED148B9B1C}"/>
          </ac:spMkLst>
        </pc:spChg>
      </pc:sldChg>
      <pc:sldChg chg="modSp mod">
        <pc:chgData name="Ashley Bowen" userId="5aa79cc5-3bca-43e9-9996-1a54ad44e494" providerId="ADAL" clId="{B5943D85-A2AB-4231-B3F6-29EC95199E9D}" dt="2025-12-09T19:03:01.838" v="4912" actId="403"/>
        <pc:sldMkLst>
          <pc:docMk/>
          <pc:sldMk cId="4014385427" sldId="2147479783"/>
        </pc:sldMkLst>
        <pc:spChg chg="mod">
          <ac:chgData name="Ashley Bowen" userId="5aa79cc5-3bca-43e9-9996-1a54ad44e494" providerId="ADAL" clId="{B5943D85-A2AB-4231-B3F6-29EC95199E9D}" dt="2025-12-09T19:03:01.838" v="4912" actId="403"/>
          <ac:spMkLst>
            <pc:docMk/>
            <pc:sldMk cId="4014385427" sldId="2147479783"/>
            <ac:spMk id="2" creationId="{77B9ED2A-5D7D-61BB-8C6F-EEAB791D3D6B}"/>
          </ac:spMkLst>
        </pc:spChg>
      </pc:sldChg>
      <pc:sldChg chg="addSp delSp modSp mod modCm modNotesTx">
        <pc:chgData name="Ashley Bowen" userId="5aa79cc5-3bca-43e9-9996-1a54ad44e494" providerId="ADAL" clId="{B5943D85-A2AB-4231-B3F6-29EC95199E9D}" dt="2025-12-09T19:03:39.999" v="4920" actId="403"/>
        <pc:sldMkLst>
          <pc:docMk/>
          <pc:sldMk cId="2657956749" sldId="2147479894"/>
        </pc:sldMkLst>
        <pc:spChg chg="mod">
          <ac:chgData name="Ashley Bowen" userId="5aa79cc5-3bca-43e9-9996-1a54ad44e494" providerId="ADAL" clId="{B5943D85-A2AB-4231-B3F6-29EC95199E9D}" dt="2025-12-09T19:03:39.999" v="4920" actId="403"/>
          <ac:spMkLst>
            <pc:docMk/>
            <pc:sldMk cId="2657956749" sldId="2147479894"/>
            <ac:spMk id="3" creationId="{F24A8D1C-383C-9F93-54E5-3E3AADEE3704}"/>
          </ac:spMkLst>
        </pc:spChg>
        <pc:spChg chg="add del mod">
          <ac:chgData name="Ashley Bowen" userId="5aa79cc5-3bca-43e9-9996-1a54ad44e494" providerId="ADAL" clId="{B5943D85-A2AB-4231-B3F6-29EC95199E9D}" dt="2025-12-09T17:01:57.588" v="4442" actId="1076"/>
          <ac:spMkLst>
            <pc:docMk/>
            <pc:sldMk cId="2657956749" sldId="2147479894"/>
            <ac:spMk id="5" creationId="{71D57858-5BEB-1ABA-C339-9FA7FFC5CF33}"/>
          </ac:spMkLst>
        </pc:spChg>
        <pc:spChg chg="add mod">
          <ac:chgData name="Ashley Bowen" userId="5aa79cc5-3bca-43e9-9996-1a54ad44e494" providerId="ADAL" clId="{B5943D85-A2AB-4231-B3F6-29EC95199E9D}" dt="2025-12-09T17:00:23.015" v="4422" actId="1076"/>
          <ac:spMkLst>
            <pc:docMk/>
            <pc:sldMk cId="2657956749" sldId="2147479894"/>
            <ac:spMk id="10" creationId="{D202E1E4-855B-F6B1-8945-A70BDDCA47DA}"/>
          </ac:spMkLst>
        </pc:spChg>
        <pc:picChg chg="add del mod modCrop">
          <ac:chgData name="Ashley Bowen" userId="5aa79cc5-3bca-43e9-9996-1a54ad44e494" providerId="ADAL" clId="{B5943D85-A2AB-4231-B3F6-29EC95199E9D}" dt="2025-12-09T16:57:06.819" v="4397" actId="478"/>
          <ac:picMkLst>
            <pc:docMk/>
            <pc:sldMk cId="2657956749" sldId="2147479894"/>
            <ac:picMk id="7" creationId="{EC34BE9B-5EF8-84B6-2FFA-563CE5536D43}"/>
          </ac:picMkLst>
        </pc:picChg>
        <pc:picChg chg="add mod">
          <ac:chgData name="Ashley Bowen" userId="5aa79cc5-3bca-43e9-9996-1a54ad44e494" providerId="ADAL" clId="{B5943D85-A2AB-4231-B3F6-29EC95199E9D}" dt="2025-12-09T17:40:51.715" v="4517" actId="962"/>
          <ac:picMkLst>
            <pc:docMk/>
            <pc:sldMk cId="2657956749" sldId="2147479894"/>
            <ac:picMk id="9" creationId="{7EB26C29-C360-7D9F-6FC9-388937CE0791}"/>
          </ac:picMkLst>
        </pc:picChg>
        <pc:picChg chg="del mod">
          <ac:chgData name="Ashley Bowen" userId="5aa79cc5-3bca-43e9-9996-1a54ad44e494" providerId="ADAL" clId="{B5943D85-A2AB-4231-B3F6-29EC95199E9D}" dt="2025-12-09T03:39:33.711" v="3596" actId="478"/>
          <ac:picMkLst>
            <pc:docMk/>
            <pc:sldMk cId="2657956749" sldId="2147479894"/>
            <ac:picMk id="1026" creationId="{399D2BE4-DC16-5AFA-D937-8D3043908312}"/>
          </ac:picMkLst>
        </pc:picChg>
        <pc:extLst>
          <p:ext xmlns:p="http://schemas.openxmlformats.org/presentationml/2006/main" uri="{D6D511B9-2390-475A-947B-AFAB55BFBCF1}">
            <pc226:cmChg xmlns:pc226="http://schemas.microsoft.com/office/powerpoint/2022/06/main/command" chg="mod">
              <pc226:chgData name="Ashley Bowen" userId="5aa79cc5-3bca-43e9-9996-1a54ad44e494" providerId="ADAL" clId="{B5943D85-A2AB-4231-B3F6-29EC95199E9D}" dt="2025-12-09T03:40:11.602" v="3625" actId="20577"/>
              <pc2:cmMkLst xmlns:pc2="http://schemas.microsoft.com/office/powerpoint/2019/9/main/command">
                <pc:docMk/>
                <pc:sldMk cId="2657956749" sldId="2147479894"/>
                <pc2:cmMk id="{0065AAE0-2298-48F3-A934-89839EAD3234}"/>
              </pc2:cmMkLst>
            </pc226:cmChg>
          </p:ext>
        </pc:extLst>
      </pc:sldChg>
      <pc:sldChg chg="modSp mod">
        <pc:chgData name="Ashley Bowen" userId="5aa79cc5-3bca-43e9-9996-1a54ad44e494" providerId="ADAL" clId="{B5943D85-A2AB-4231-B3F6-29EC95199E9D}" dt="2025-11-26T19:18:14.870" v="61" actId="20577"/>
        <pc:sldMkLst>
          <pc:docMk/>
          <pc:sldMk cId="2759257776" sldId="2147479900"/>
        </pc:sldMkLst>
        <pc:spChg chg="mod">
          <ac:chgData name="Ashley Bowen" userId="5aa79cc5-3bca-43e9-9996-1a54ad44e494" providerId="ADAL" clId="{B5943D85-A2AB-4231-B3F6-29EC95199E9D}" dt="2025-11-26T19:18:14.870" v="61" actId="20577"/>
          <ac:spMkLst>
            <pc:docMk/>
            <pc:sldMk cId="2759257776" sldId="2147479900"/>
            <ac:spMk id="11" creationId="{23AEFA9A-5DAB-108E-E14C-E12BDF3604D6}"/>
          </ac:spMkLst>
        </pc:spChg>
      </pc:sldChg>
      <pc:sldChg chg="addSp delSp modSp mod modNotesTx">
        <pc:chgData name="Ashley Bowen" userId="5aa79cc5-3bca-43e9-9996-1a54ad44e494" providerId="ADAL" clId="{B5943D85-A2AB-4231-B3F6-29EC95199E9D}" dt="2025-12-02T16:03:19.604" v="2623" actId="113"/>
        <pc:sldMkLst>
          <pc:docMk/>
          <pc:sldMk cId="255688245" sldId="2147479901"/>
        </pc:sldMkLst>
        <pc:spChg chg="add mod">
          <ac:chgData name="Ashley Bowen" userId="5aa79cc5-3bca-43e9-9996-1a54ad44e494" providerId="ADAL" clId="{B5943D85-A2AB-4231-B3F6-29EC95199E9D}" dt="2025-12-02T16:00:37.196" v="2575"/>
          <ac:spMkLst>
            <pc:docMk/>
            <pc:sldMk cId="255688245" sldId="2147479901"/>
            <ac:spMk id="6" creationId="{6ABC3BC2-ED13-3697-BAED-50D768E2FB7D}"/>
          </ac:spMkLst>
        </pc:spChg>
        <pc:spChg chg="mod">
          <ac:chgData name="Ashley Bowen" userId="5aa79cc5-3bca-43e9-9996-1a54ad44e494" providerId="ADAL" clId="{B5943D85-A2AB-4231-B3F6-29EC95199E9D}" dt="2025-12-02T16:00:53.573" v="2578" actId="13926"/>
          <ac:spMkLst>
            <pc:docMk/>
            <pc:sldMk cId="255688245" sldId="2147479901"/>
            <ac:spMk id="9" creationId="{CD85E37F-7A92-BCD1-A70A-074B1719557E}"/>
          </ac:spMkLst>
        </pc:spChg>
        <pc:spChg chg="mod">
          <ac:chgData name="Ashley Bowen" userId="5aa79cc5-3bca-43e9-9996-1a54ad44e494" providerId="ADAL" clId="{B5943D85-A2AB-4231-B3F6-29EC95199E9D}" dt="2025-12-02T16:01:04.156" v="2604" actId="1036"/>
          <ac:spMkLst>
            <pc:docMk/>
            <pc:sldMk cId="255688245" sldId="2147479901"/>
            <ac:spMk id="12" creationId="{98EEB7FB-1550-3F4A-313B-5F3619F02797}"/>
          </ac:spMkLst>
        </pc:spChg>
        <pc:spChg chg="mod">
          <ac:chgData name="Ashley Bowen" userId="5aa79cc5-3bca-43e9-9996-1a54ad44e494" providerId="ADAL" clId="{B5943D85-A2AB-4231-B3F6-29EC95199E9D}" dt="2025-12-02T16:01:04.156" v="2604" actId="1036"/>
          <ac:spMkLst>
            <pc:docMk/>
            <pc:sldMk cId="255688245" sldId="2147479901"/>
            <ac:spMk id="13" creationId="{F612D5E0-FECF-5658-490A-1B0CD2BC79AB}"/>
          </ac:spMkLst>
        </pc:spChg>
        <pc:spChg chg="mod">
          <ac:chgData name="Ashley Bowen" userId="5aa79cc5-3bca-43e9-9996-1a54ad44e494" providerId="ADAL" clId="{B5943D85-A2AB-4231-B3F6-29EC95199E9D}" dt="2025-12-02T15:59:41.184" v="2562" actId="20577"/>
          <ac:spMkLst>
            <pc:docMk/>
            <pc:sldMk cId="255688245" sldId="2147479901"/>
            <ac:spMk id="14" creationId="{5531573A-196C-717D-00D6-D801E3ACB9B5}"/>
          </ac:spMkLst>
        </pc:spChg>
        <pc:spChg chg="mod">
          <ac:chgData name="Ashley Bowen" userId="5aa79cc5-3bca-43e9-9996-1a54ad44e494" providerId="ADAL" clId="{B5943D85-A2AB-4231-B3F6-29EC95199E9D}" dt="2025-12-02T16:02:12.930" v="2614" actId="20577"/>
          <ac:spMkLst>
            <pc:docMk/>
            <pc:sldMk cId="255688245" sldId="2147479901"/>
            <ac:spMk id="17" creationId="{A1ADF3E6-196E-DDB1-12DE-19A34B4D201E}"/>
          </ac:spMkLst>
        </pc:spChg>
        <pc:spChg chg="mod">
          <ac:chgData name="Ashley Bowen" userId="5aa79cc5-3bca-43e9-9996-1a54ad44e494" providerId="ADAL" clId="{B5943D85-A2AB-4231-B3F6-29EC95199E9D}" dt="2025-12-02T16:03:06.196" v="2622" actId="20577"/>
          <ac:spMkLst>
            <pc:docMk/>
            <pc:sldMk cId="255688245" sldId="2147479901"/>
            <ac:spMk id="19" creationId="{9CBC23B2-0AAC-9460-9E0A-13901DDA52EC}"/>
          </ac:spMkLst>
        </pc:spChg>
        <pc:picChg chg="mod">
          <ac:chgData name="Ashley Bowen" userId="5aa79cc5-3bca-43e9-9996-1a54ad44e494" providerId="ADAL" clId="{B5943D85-A2AB-4231-B3F6-29EC95199E9D}" dt="2025-12-02T15:59:57.071" v="2568" actId="1076"/>
          <ac:picMkLst>
            <pc:docMk/>
            <pc:sldMk cId="255688245" sldId="2147479901"/>
            <ac:picMk id="10" creationId="{75867578-1DB0-E518-FEB2-B2CD60415A44}"/>
          </ac:picMkLst>
        </pc:picChg>
      </pc:sldChg>
      <pc:sldChg chg="modSp mod">
        <pc:chgData name="Ashley Bowen" userId="5aa79cc5-3bca-43e9-9996-1a54ad44e494" providerId="ADAL" clId="{B5943D85-A2AB-4231-B3F6-29EC95199E9D}" dt="2025-12-09T19:02:52.614" v="4910" actId="403"/>
        <pc:sldMkLst>
          <pc:docMk/>
          <pc:sldMk cId="1177863170" sldId="2147479903"/>
        </pc:sldMkLst>
        <pc:spChg chg="mod">
          <ac:chgData name="Ashley Bowen" userId="5aa79cc5-3bca-43e9-9996-1a54ad44e494" providerId="ADAL" clId="{B5943D85-A2AB-4231-B3F6-29EC95199E9D}" dt="2025-12-09T19:02:52.614" v="4910" actId="403"/>
          <ac:spMkLst>
            <pc:docMk/>
            <pc:sldMk cId="1177863170" sldId="2147479903"/>
            <ac:spMk id="4" creationId="{683F5244-A110-9B2F-3878-6402648FE3E6}"/>
          </ac:spMkLst>
        </pc:spChg>
        <pc:spChg chg="mod">
          <ac:chgData name="Ashley Bowen" userId="5aa79cc5-3bca-43e9-9996-1a54ad44e494" providerId="ADAL" clId="{B5943D85-A2AB-4231-B3F6-29EC95199E9D}" dt="2025-12-08T20:50:31.883" v="3335" actId="20577"/>
          <ac:spMkLst>
            <pc:docMk/>
            <pc:sldMk cId="1177863170" sldId="2147479903"/>
            <ac:spMk id="8" creationId="{DE366568-0DDF-FA42-7C0F-C407D75438C4}"/>
          </ac:spMkLst>
        </pc:spChg>
      </pc:sldChg>
      <pc:sldChg chg="modSp del mod modNotesTx">
        <pc:chgData name="Ashley Bowen" userId="5aa79cc5-3bca-43e9-9996-1a54ad44e494" providerId="ADAL" clId="{B5943D85-A2AB-4231-B3F6-29EC95199E9D}" dt="2025-12-09T17:46:10.034" v="4548" actId="47"/>
        <pc:sldMkLst>
          <pc:docMk/>
          <pc:sldMk cId="1906531298" sldId="2147482513"/>
        </pc:sldMkLst>
        <pc:spChg chg="mod">
          <ac:chgData name="Ashley Bowen" userId="5aa79cc5-3bca-43e9-9996-1a54ad44e494" providerId="ADAL" clId="{B5943D85-A2AB-4231-B3F6-29EC95199E9D}" dt="2025-12-09T17:42:01.646" v="4522" actId="207"/>
          <ac:spMkLst>
            <pc:docMk/>
            <pc:sldMk cId="1906531298" sldId="2147482513"/>
            <ac:spMk id="19" creationId="{EAB87B47-9773-8463-8F93-AE16B1B97742}"/>
          </ac:spMkLst>
        </pc:spChg>
        <pc:spChg chg="mod">
          <ac:chgData name="Ashley Bowen" userId="5aa79cc5-3bca-43e9-9996-1a54ad44e494" providerId="ADAL" clId="{B5943D85-A2AB-4231-B3F6-29EC95199E9D}" dt="2025-12-09T17:41:52.459" v="4520" actId="207"/>
          <ac:spMkLst>
            <pc:docMk/>
            <pc:sldMk cId="1906531298" sldId="2147482513"/>
            <ac:spMk id="25" creationId="{41896105-E174-E7E9-B3FF-795650A71D39}"/>
          </ac:spMkLst>
        </pc:spChg>
        <pc:spChg chg="mod">
          <ac:chgData name="Ashley Bowen" userId="5aa79cc5-3bca-43e9-9996-1a54ad44e494" providerId="ADAL" clId="{B5943D85-A2AB-4231-B3F6-29EC95199E9D}" dt="2025-12-09T17:42:11.226" v="4523" actId="207"/>
          <ac:spMkLst>
            <pc:docMk/>
            <pc:sldMk cId="1906531298" sldId="2147482513"/>
            <ac:spMk id="26" creationId="{EEA2785B-F581-4C8E-F4CD-3A18E754165F}"/>
          </ac:spMkLst>
        </pc:spChg>
      </pc:sldChg>
      <pc:sldChg chg="addSp modSp del mod">
        <pc:chgData name="Ashley Bowen" userId="5aa79cc5-3bca-43e9-9996-1a54ad44e494" providerId="ADAL" clId="{B5943D85-A2AB-4231-B3F6-29EC95199E9D}" dt="2025-12-09T17:53:47.997" v="4632" actId="47"/>
        <pc:sldMkLst>
          <pc:docMk/>
          <pc:sldMk cId="3494131621" sldId="2147482514"/>
        </pc:sldMkLst>
        <pc:spChg chg="mod">
          <ac:chgData name="Ashley Bowen" userId="5aa79cc5-3bca-43e9-9996-1a54ad44e494" providerId="ADAL" clId="{B5943D85-A2AB-4231-B3F6-29EC95199E9D}" dt="2025-12-09T17:50:20.225" v="4584" actId="1076"/>
          <ac:spMkLst>
            <pc:docMk/>
            <pc:sldMk cId="3494131621" sldId="2147482514"/>
            <ac:spMk id="4" creationId="{347CDB51-D489-D380-098A-34ACEFEB42F2}"/>
          </ac:spMkLst>
        </pc:spChg>
        <pc:spChg chg="add mod">
          <ac:chgData name="Ashley Bowen" userId="5aa79cc5-3bca-43e9-9996-1a54ad44e494" providerId="ADAL" clId="{B5943D85-A2AB-4231-B3F6-29EC95199E9D}" dt="2025-12-09T17:50:24.673" v="4586" actId="571"/>
          <ac:spMkLst>
            <pc:docMk/>
            <pc:sldMk cId="3494131621" sldId="2147482514"/>
            <ac:spMk id="7" creationId="{592AE19B-8BBF-9BBB-8C39-3D445E1BD44F}"/>
          </ac:spMkLst>
        </pc:spChg>
        <pc:grpChg chg="mod">
          <ac:chgData name="Ashley Bowen" userId="5aa79cc5-3bca-43e9-9996-1a54ad44e494" providerId="ADAL" clId="{B5943D85-A2AB-4231-B3F6-29EC95199E9D}" dt="2025-12-09T17:48:54.828" v="4575" actId="1076"/>
          <ac:grpSpMkLst>
            <pc:docMk/>
            <pc:sldMk cId="3494131621" sldId="2147482514"/>
            <ac:grpSpMk id="10" creationId="{FE63C1C0-7DA3-7B0D-EB2B-499062D974F0}"/>
          </ac:grpSpMkLst>
        </pc:grpChg>
        <pc:cxnChg chg="add mod">
          <ac:chgData name="Ashley Bowen" userId="5aa79cc5-3bca-43e9-9996-1a54ad44e494" providerId="ADAL" clId="{B5943D85-A2AB-4231-B3F6-29EC95199E9D}" dt="2025-12-09T17:50:24.673" v="4586" actId="571"/>
          <ac:cxnSpMkLst>
            <pc:docMk/>
            <pc:sldMk cId="3494131621" sldId="2147482514"/>
            <ac:cxnSpMk id="2" creationId="{5FD78960-8780-B6CC-D85E-19556E46249F}"/>
          </ac:cxnSpMkLst>
        </pc:cxnChg>
        <pc:cxnChg chg="mod">
          <ac:chgData name="Ashley Bowen" userId="5aa79cc5-3bca-43e9-9996-1a54ad44e494" providerId="ADAL" clId="{B5943D85-A2AB-4231-B3F6-29EC95199E9D}" dt="2025-12-09T17:49:09.634" v="4577" actId="1076"/>
          <ac:cxnSpMkLst>
            <pc:docMk/>
            <pc:sldMk cId="3494131621" sldId="2147482514"/>
            <ac:cxnSpMk id="36" creationId="{B89FB95B-A433-41ED-8E6E-68AA8420ABB1}"/>
          </ac:cxnSpMkLst>
        </pc:cxnChg>
      </pc:sldChg>
      <pc:sldChg chg="modSp mod">
        <pc:chgData name="Ashley Bowen" userId="5aa79cc5-3bca-43e9-9996-1a54ad44e494" providerId="ADAL" clId="{B5943D85-A2AB-4231-B3F6-29EC95199E9D}" dt="2025-12-09T19:24:07.958" v="5063" actId="403"/>
        <pc:sldMkLst>
          <pc:docMk/>
          <pc:sldMk cId="3121613596" sldId="2147482516"/>
        </pc:sldMkLst>
        <pc:spChg chg="mod">
          <ac:chgData name="Ashley Bowen" userId="5aa79cc5-3bca-43e9-9996-1a54ad44e494" providerId="ADAL" clId="{B5943D85-A2AB-4231-B3F6-29EC95199E9D}" dt="2025-12-09T19:24:07.958" v="5063" actId="403"/>
          <ac:spMkLst>
            <pc:docMk/>
            <pc:sldMk cId="3121613596" sldId="2147482516"/>
            <ac:spMk id="2" creationId="{0ADBC20F-E26C-B0A9-326E-AB52555D52D7}"/>
          </ac:spMkLst>
        </pc:spChg>
      </pc:sldChg>
      <pc:sldChg chg="modSp mod">
        <pc:chgData name="Ashley Bowen" userId="5aa79cc5-3bca-43e9-9996-1a54ad44e494" providerId="ADAL" clId="{B5943D85-A2AB-4231-B3F6-29EC95199E9D}" dt="2025-12-09T19:23:59.164" v="5061" actId="14100"/>
        <pc:sldMkLst>
          <pc:docMk/>
          <pc:sldMk cId="1731995080" sldId="2147482520"/>
        </pc:sldMkLst>
        <pc:spChg chg="mod">
          <ac:chgData name="Ashley Bowen" userId="5aa79cc5-3bca-43e9-9996-1a54ad44e494" providerId="ADAL" clId="{B5943D85-A2AB-4231-B3F6-29EC95199E9D}" dt="2025-12-09T19:23:59.164" v="5061" actId="14100"/>
          <ac:spMkLst>
            <pc:docMk/>
            <pc:sldMk cId="1731995080" sldId="2147482520"/>
            <ac:spMk id="2" creationId="{05B2DF93-37EB-223B-2CBB-7128A48870F5}"/>
          </ac:spMkLst>
        </pc:spChg>
        <pc:spChg chg="mod">
          <ac:chgData name="Ashley Bowen" userId="5aa79cc5-3bca-43e9-9996-1a54ad44e494" providerId="ADAL" clId="{B5943D85-A2AB-4231-B3F6-29EC95199E9D}" dt="2025-12-09T02:46:06.646" v="3457" actId="404"/>
          <ac:spMkLst>
            <pc:docMk/>
            <pc:sldMk cId="1731995080" sldId="2147482520"/>
            <ac:spMk id="4" creationId="{AD2AE245-6CD8-75A8-9C83-0CB06DD697CC}"/>
          </ac:spMkLst>
        </pc:spChg>
      </pc:sldChg>
      <pc:sldChg chg="modSp add del mod modNotesTx">
        <pc:chgData name="Ashley Bowen" userId="5aa79cc5-3bca-43e9-9996-1a54ad44e494" providerId="ADAL" clId="{B5943D85-A2AB-4231-B3F6-29EC95199E9D}" dt="2025-12-09T19:13:18.195" v="5023" actId="403"/>
        <pc:sldMkLst>
          <pc:docMk/>
          <pc:sldMk cId="632990928" sldId="2147482522"/>
        </pc:sldMkLst>
        <pc:spChg chg="mod">
          <ac:chgData name="Ashley Bowen" userId="5aa79cc5-3bca-43e9-9996-1a54ad44e494" providerId="ADAL" clId="{B5943D85-A2AB-4231-B3F6-29EC95199E9D}" dt="2025-12-09T19:13:18.195" v="5023" actId="403"/>
          <ac:spMkLst>
            <pc:docMk/>
            <pc:sldMk cId="632990928" sldId="2147482522"/>
            <ac:spMk id="2" creationId="{926A077A-A3CE-5CF7-4ACE-B45AE61F05DD}"/>
          </ac:spMkLst>
        </pc:spChg>
        <pc:graphicFrameChg chg="mod modGraphic">
          <ac:chgData name="Ashley Bowen" userId="5aa79cc5-3bca-43e9-9996-1a54ad44e494" providerId="ADAL" clId="{B5943D85-A2AB-4231-B3F6-29EC95199E9D}" dt="2025-12-01T15:00:27.031" v="632" actId="20577"/>
          <ac:graphicFrameMkLst>
            <pc:docMk/>
            <pc:sldMk cId="632990928" sldId="2147482522"/>
            <ac:graphicFrameMk id="4" creationId="{7B4711C5-2440-4F7D-153B-5236E9861B36}"/>
          </ac:graphicFrameMkLst>
        </pc:graphicFrameChg>
      </pc:sldChg>
      <pc:sldChg chg="modSp mod">
        <pc:chgData name="Ashley Bowen" userId="5aa79cc5-3bca-43e9-9996-1a54ad44e494" providerId="ADAL" clId="{B5943D85-A2AB-4231-B3F6-29EC95199E9D}" dt="2025-12-09T19:18:59.796" v="5025" actId="403"/>
        <pc:sldMkLst>
          <pc:docMk/>
          <pc:sldMk cId="2527011836" sldId="2147482523"/>
        </pc:sldMkLst>
        <pc:spChg chg="mod">
          <ac:chgData name="Ashley Bowen" userId="5aa79cc5-3bca-43e9-9996-1a54ad44e494" providerId="ADAL" clId="{B5943D85-A2AB-4231-B3F6-29EC95199E9D}" dt="2025-12-09T19:18:59.796" v="5025" actId="403"/>
          <ac:spMkLst>
            <pc:docMk/>
            <pc:sldMk cId="2527011836" sldId="2147482523"/>
            <ac:spMk id="2" creationId="{1EAA2440-6F46-8EC4-8021-E0246510F125}"/>
          </ac:spMkLst>
        </pc:spChg>
        <pc:spChg chg="mod">
          <ac:chgData name="Ashley Bowen" userId="5aa79cc5-3bca-43e9-9996-1a54ad44e494" providerId="ADAL" clId="{B5943D85-A2AB-4231-B3F6-29EC95199E9D}" dt="2025-12-01T15:10:59.897" v="678" actId="1076"/>
          <ac:spMkLst>
            <pc:docMk/>
            <pc:sldMk cId="2527011836" sldId="2147482523"/>
            <ac:spMk id="10" creationId="{8264B288-49CE-BB85-4274-8B82BE0704C5}"/>
          </ac:spMkLst>
        </pc:spChg>
        <pc:spChg chg="mod">
          <ac:chgData name="Ashley Bowen" userId="5aa79cc5-3bca-43e9-9996-1a54ad44e494" providerId="ADAL" clId="{B5943D85-A2AB-4231-B3F6-29EC95199E9D}" dt="2025-12-01T15:11:06.018" v="682" actId="20577"/>
          <ac:spMkLst>
            <pc:docMk/>
            <pc:sldMk cId="2527011836" sldId="2147482523"/>
            <ac:spMk id="14" creationId="{948BE5D4-F3B0-8FF5-804C-481FE453811C}"/>
          </ac:spMkLst>
        </pc:spChg>
      </pc:sldChg>
      <pc:sldChg chg="modSp mod">
        <pc:chgData name="Ashley Bowen" userId="5aa79cc5-3bca-43e9-9996-1a54ad44e494" providerId="ADAL" clId="{B5943D85-A2AB-4231-B3F6-29EC95199E9D}" dt="2025-12-09T19:19:04.204" v="5027" actId="403"/>
        <pc:sldMkLst>
          <pc:docMk/>
          <pc:sldMk cId="3396006541" sldId="2147482526"/>
        </pc:sldMkLst>
        <pc:spChg chg="mod">
          <ac:chgData name="Ashley Bowen" userId="5aa79cc5-3bca-43e9-9996-1a54ad44e494" providerId="ADAL" clId="{B5943D85-A2AB-4231-B3F6-29EC95199E9D}" dt="2025-12-09T19:19:04.204" v="5027" actId="403"/>
          <ac:spMkLst>
            <pc:docMk/>
            <pc:sldMk cId="3396006541" sldId="2147482526"/>
            <ac:spMk id="2" creationId="{5988CA7A-9785-4877-DAF6-0C6A9537884F}"/>
          </ac:spMkLst>
        </pc:spChg>
        <pc:spChg chg="mod">
          <ac:chgData name="Ashley Bowen" userId="5aa79cc5-3bca-43e9-9996-1a54ad44e494" providerId="ADAL" clId="{B5943D85-A2AB-4231-B3F6-29EC95199E9D}" dt="2025-12-09T02:46:47.331" v="3458" actId="114"/>
          <ac:spMkLst>
            <pc:docMk/>
            <pc:sldMk cId="3396006541" sldId="2147482526"/>
            <ac:spMk id="14" creationId="{435776FC-5F87-E18F-77F2-078EC1986909}"/>
          </ac:spMkLst>
        </pc:spChg>
      </pc:sldChg>
      <pc:sldChg chg="addSp delSp modSp mod modNotesTx">
        <pc:chgData name="Ashley Bowen" userId="5aa79cc5-3bca-43e9-9996-1a54ad44e494" providerId="ADAL" clId="{B5943D85-A2AB-4231-B3F6-29EC95199E9D}" dt="2025-12-09T19:41:16.139" v="5174" actId="113"/>
        <pc:sldMkLst>
          <pc:docMk/>
          <pc:sldMk cId="1863666786" sldId="2147482527"/>
        </pc:sldMkLst>
        <pc:spChg chg="mod">
          <ac:chgData name="Ashley Bowen" userId="5aa79cc5-3bca-43e9-9996-1a54ad44e494" providerId="ADAL" clId="{B5943D85-A2AB-4231-B3F6-29EC95199E9D}" dt="2025-12-09T19:26:57.841" v="5078" actId="403"/>
          <ac:spMkLst>
            <pc:docMk/>
            <pc:sldMk cId="1863666786" sldId="2147482527"/>
            <ac:spMk id="2" creationId="{99145F2A-3149-922B-7310-AA457A39B5F4}"/>
          </ac:spMkLst>
        </pc:spChg>
        <pc:spChg chg="add del mod">
          <ac:chgData name="Ashley Bowen" userId="5aa79cc5-3bca-43e9-9996-1a54ad44e494" providerId="ADAL" clId="{B5943D85-A2AB-4231-B3F6-29EC95199E9D}" dt="2025-12-09T19:41:16.139" v="5174" actId="113"/>
          <ac:spMkLst>
            <pc:docMk/>
            <pc:sldMk cId="1863666786" sldId="2147482527"/>
            <ac:spMk id="4" creationId="{18B787B5-423A-BFDC-44A9-1E416CB44475}"/>
          </ac:spMkLst>
        </pc:spChg>
        <pc:spChg chg="add del mod">
          <ac:chgData name="Ashley Bowen" userId="5aa79cc5-3bca-43e9-9996-1a54ad44e494" providerId="ADAL" clId="{B5943D85-A2AB-4231-B3F6-29EC95199E9D}" dt="2025-12-09T04:49:20.209" v="3864" actId="478"/>
          <ac:spMkLst>
            <pc:docMk/>
            <pc:sldMk cId="1863666786" sldId="2147482527"/>
            <ac:spMk id="5" creationId="{BF21DD34-F6E2-FF94-ABC2-657CCA0C93D9}"/>
          </ac:spMkLst>
        </pc:spChg>
        <pc:spChg chg="mod">
          <ac:chgData name="Ashley Bowen" userId="5aa79cc5-3bca-43e9-9996-1a54ad44e494" providerId="ADAL" clId="{B5943D85-A2AB-4231-B3F6-29EC95199E9D}" dt="2025-12-01T15:55:20.277" v="865" actId="1076"/>
          <ac:spMkLst>
            <pc:docMk/>
            <pc:sldMk cId="1863666786" sldId="2147482527"/>
            <ac:spMk id="6" creationId="{E4FC69F8-CBF1-41E4-6133-88268C55C28C}"/>
          </ac:spMkLst>
        </pc:spChg>
        <pc:spChg chg="mod">
          <ac:chgData name="Ashley Bowen" userId="5aa79cc5-3bca-43e9-9996-1a54ad44e494" providerId="ADAL" clId="{B5943D85-A2AB-4231-B3F6-29EC95199E9D}" dt="2025-12-01T15:54:56.098" v="862" actId="1076"/>
          <ac:spMkLst>
            <pc:docMk/>
            <pc:sldMk cId="1863666786" sldId="2147482527"/>
            <ac:spMk id="7" creationId="{6DE803CB-52BF-5015-ABE5-4D36182EA74C}"/>
          </ac:spMkLst>
        </pc:spChg>
        <pc:spChg chg="add mod">
          <ac:chgData name="Ashley Bowen" userId="5aa79cc5-3bca-43e9-9996-1a54ad44e494" providerId="ADAL" clId="{B5943D85-A2AB-4231-B3F6-29EC95199E9D}" dt="2025-12-09T04:49:18.246" v="3862" actId="1035"/>
          <ac:spMkLst>
            <pc:docMk/>
            <pc:sldMk cId="1863666786" sldId="2147482527"/>
            <ac:spMk id="8" creationId="{6CCB5058-AB9B-FC58-C048-18C544AA81C8}"/>
          </ac:spMkLst>
        </pc:spChg>
        <pc:spChg chg="mod">
          <ac:chgData name="Ashley Bowen" userId="5aa79cc5-3bca-43e9-9996-1a54ad44e494" providerId="ADAL" clId="{B5943D85-A2AB-4231-B3F6-29EC95199E9D}" dt="2025-12-01T15:54:46.689" v="860" actId="1076"/>
          <ac:spMkLst>
            <pc:docMk/>
            <pc:sldMk cId="1863666786" sldId="2147482527"/>
            <ac:spMk id="9" creationId="{4EDEDE98-C1D6-51CA-73EB-1242705C6126}"/>
          </ac:spMkLst>
        </pc:spChg>
        <pc:spChg chg="add mod">
          <ac:chgData name="Ashley Bowen" userId="5aa79cc5-3bca-43e9-9996-1a54ad44e494" providerId="ADAL" clId="{B5943D85-A2AB-4231-B3F6-29EC95199E9D}" dt="2025-12-09T04:49:18.246" v="3862" actId="1035"/>
          <ac:spMkLst>
            <pc:docMk/>
            <pc:sldMk cId="1863666786" sldId="2147482527"/>
            <ac:spMk id="10" creationId="{2C85E94E-B8FF-2677-B5B3-71D611AB4349}"/>
          </ac:spMkLst>
        </pc:spChg>
        <pc:spChg chg="add del mod">
          <ac:chgData name="Ashley Bowen" userId="5aa79cc5-3bca-43e9-9996-1a54ad44e494" providerId="ADAL" clId="{B5943D85-A2AB-4231-B3F6-29EC95199E9D}" dt="2025-12-09T04:49:18.679" v="3863" actId="478"/>
          <ac:spMkLst>
            <pc:docMk/>
            <pc:sldMk cId="1863666786" sldId="2147482527"/>
            <ac:spMk id="11" creationId="{43DC430E-E4FE-7CB5-0F19-68088F4B4C25}"/>
          </ac:spMkLst>
        </pc:spChg>
        <pc:spChg chg="add mod">
          <ac:chgData name="Ashley Bowen" userId="5aa79cc5-3bca-43e9-9996-1a54ad44e494" providerId="ADAL" clId="{B5943D85-A2AB-4231-B3F6-29EC95199E9D}" dt="2025-12-09T04:49:18.246" v="3862" actId="1035"/>
          <ac:spMkLst>
            <pc:docMk/>
            <pc:sldMk cId="1863666786" sldId="2147482527"/>
            <ac:spMk id="12" creationId="{C09119D6-5D6C-A6E2-909F-40CB7347662C}"/>
          </ac:spMkLst>
        </pc:spChg>
        <pc:spChg chg="mod">
          <ac:chgData name="Ashley Bowen" userId="5aa79cc5-3bca-43e9-9996-1a54ad44e494" providerId="ADAL" clId="{B5943D85-A2AB-4231-B3F6-29EC95199E9D}" dt="2025-12-09T04:49:17.803" v="3861" actId="1036"/>
          <ac:spMkLst>
            <pc:docMk/>
            <pc:sldMk cId="1863666786" sldId="2147482527"/>
            <ac:spMk id="16" creationId="{E7CCAB4F-18B3-46A5-2AB5-4B7C0B2C78C7}"/>
          </ac:spMkLst>
        </pc:spChg>
      </pc:sldChg>
      <pc:sldChg chg="modSp mod">
        <pc:chgData name="Ashley Bowen" userId="5aa79cc5-3bca-43e9-9996-1a54ad44e494" providerId="ADAL" clId="{B5943D85-A2AB-4231-B3F6-29EC95199E9D}" dt="2025-12-09T19:19:14.062" v="5031" actId="403"/>
        <pc:sldMkLst>
          <pc:docMk/>
          <pc:sldMk cId="1294844978" sldId="2147482529"/>
        </pc:sldMkLst>
        <pc:spChg chg="mod">
          <ac:chgData name="Ashley Bowen" userId="5aa79cc5-3bca-43e9-9996-1a54ad44e494" providerId="ADAL" clId="{B5943D85-A2AB-4231-B3F6-29EC95199E9D}" dt="2025-12-09T19:19:14.062" v="5031" actId="403"/>
          <ac:spMkLst>
            <pc:docMk/>
            <pc:sldMk cId="1294844978" sldId="2147482529"/>
            <ac:spMk id="2" creationId="{3C1498E4-F958-B35E-6E4C-8DBBC5145997}"/>
          </ac:spMkLst>
        </pc:spChg>
        <pc:spChg chg="mod">
          <ac:chgData name="Ashley Bowen" userId="5aa79cc5-3bca-43e9-9996-1a54ad44e494" providerId="ADAL" clId="{B5943D85-A2AB-4231-B3F6-29EC95199E9D}" dt="2025-12-09T03:54:00.623" v="3817" actId="20577"/>
          <ac:spMkLst>
            <pc:docMk/>
            <pc:sldMk cId="1294844978" sldId="2147482529"/>
            <ac:spMk id="8" creationId="{A35F3336-4AF0-8814-080E-084868E9C512}"/>
          </ac:spMkLst>
        </pc:spChg>
      </pc:sldChg>
      <pc:sldChg chg="modSp mod">
        <pc:chgData name="Ashley Bowen" userId="5aa79cc5-3bca-43e9-9996-1a54ad44e494" providerId="ADAL" clId="{B5943D85-A2AB-4231-B3F6-29EC95199E9D}" dt="2025-12-09T19:04:06.899" v="4921" actId="1076"/>
        <pc:sldMkLst>
          <pc:docMk/>
          <pc:sldMk cId="2887105865" sldId="2147482535"/>
        </pc:sldMkLst>
        <pc:spChg chg="mod">
          <ac:chgData name="Ashley Bowen" userId="5aa79cc5-3bca-43e9-9996-1a54ad44e494" providerId="ADAL" clId="{B5943D85-A2AB-4231-B3F6-29EC95199E9D}" dt="2025-12-09T19:04:06.899" v="4921" actId="1076"/>
          <ac:spMkLst>
            <pc:docMk/>
            <pc:sldMk cId="2887105865" sldId="2147482535"/>
            <ac:spMk id="31" creationId="{838B6C6D-1723-7FD4-284E-C5C42D6A7333}"/>
          </ac:spMkLst>
        </pc:spChg>
      </pc:sldChg>
      <pc:sldChg chg="addSp delSp modSp mod">
        <pc:chgData name="Ashley Bowen" userId="5aa79cc5-3bca-43e9-9996-1a54ad44e494" providerId="ADAL" clId="{B5943D85-A2AB-4231-B3F6-29EC95199E9D}" dt="2025-12-09T19:03:18.426" v="4916" actId="403"/>
        <pc:sldMkLst>
          <pc:docMk/>
          <pc:sldMk cId="1040556986" sldId="2147482537"/>
        </pc:sldMkLst>
        <pc:spChg chg="mod">
          <ac:chgData name="Ashley Bowen" userId="5aa79cc5-3bca-43e9-9996-1a54ad44e494" providerId="ADAL" clId="{B5943D85-A2AB-4231-B3F6-29EC95199E9D}" dt="2025-12-09T19:03:18.426" v="4916" actId="403"/>
          <ac:spMkLst>
            <pc:docMk/>
            <pc:sldMk cId="1040556986" sldId="2147482537"/>
            <ac:spMk id="3" creationId="{91B1B79B-6CA1-29B1-1896-96CC583599E2}"/>
          </ac:spMkLst>
        </pc:spChg>
        <pc:spChg chg="mod">
          <ac:chgData name="Ashley Bowen" userId="5aa79cc5-3bca-43e9-9996-1a54ad44e494" providerId="ADAL" clId="{B5943D85-A2AB-4231-B3F6-29EC95199E9D}" dt="2025-12-09T18:59:22.445" v="4904" actId="20577"/>
          <ac:spMkLst>
            <pc:docMk/>
            <pc:sldMk cId="1040556986" sldId="2147482537"/>
            <ac:spMk id="8" creationId="{4C74465E-3F92-2B2F-B5C4-BDDB37E96AD8}"/>
          </ac:spMkLst>
        </pc:spChg>
        <pc:spChg chg="add mod">
          <ac:chgData name="Ashley Bowen" userId="5aa79cc5-3bca-43e9-9996-1a54ad44e494" providerId="ADAL" clId="{B5943D85-A2AB-4231-B3F6-29EC95199E9D}" dt="2025-12-02T21:29:39.221" v="2815" actId="1076"/>
          <ac:spMkLst>
            <pc:docMk/>
            <pc:sldMk cId="1040556986" sldId="2147482537"/>
            <ac:spMk id="17" creationId="{366BB682-86BB-6CDD-0378-60D77F8B825F}"/>
          </ac:spMkLst>
        </pc:spChg>
      </pc:sldChg>
      <pc:sldChg chg="addSp delSp modSp mod">
        <pc:chgData name="Ashley Bowen" userId="5aa79cc5-3bca-43e9-9996-1a54ad44e494" providerId="ADAL" clId="{B5943D85-A2AB-4231-B3F6-29EC95199E9D}" dt="2025-12-09T19:24:25.038" v="5069" actId="403"/>
        <pc:sldMkLst>
          <pc:docMk/>
          <pc:sldMk cId="2511230019" sldId="2147482538"/>
        </pc:sldMkLst>
        <pc:spChg chg="mod">
          <ac:chgData name="Ashley Bowen" userId="5aa79cc5-3bca-43e9-9996-1a54ad44e494" providerId="ADAL" clId="{B5943D85-A2AB-4231-B3F6-29EC95199E9D}" dt="2025-12-09T19:24:25.038" v="5069" actId="403"/>
          <ac:spMkLst>
            <pc:docMk/>
            <pc:sldMk cId="2511230019" sldId="2147482538"/>
            <ac:spMk id="3" creationId="{EE128D61-2DBE-7CC0-CEE5-1827195EAF52}"/>
          </ac:spMkLst>
        </pc:spChg>
        <pc:spChg chg="mod">
          <ac:chgData name="Ashley Bowen" userId="5aa79cc5-3bca-43e9-9996-1a54ad44e494" providerId="ADAL" clId="{B5943D85-A2AB-4231-B3F6-29EC95199E9D}" dt="2025-12-02T21:14:48.477" v="2630" actId="14100"/>
          <ac:spMkLst>
            <pc:docMk/>
            <pc:sldMk cId="2511230019" sldId="2147482538"/>
            <ac:spMk id="5" creationId="{E5FB5687-63BB-FEFF-0BA8-34103A588E2D}"/>
          </ac:spMkLst>
        </pc:spChg>
        <pc:spChg chg="add mod">
          <ac:chgData name="Ashley Bowen" userId="5aa79cc5-3bca-43e9-9996-1a54ad44e494" providerId="ADAL" clId="{B5943D85-A2AB-4231-B3F6-29EC95199E9D}" dt="2025-12-02T21:16:42.315" v="2659" actId="255"/>
          <ac:spMkLst>
            <pc:docMk/>
            <pc:sldMk cId="2511230019" sldId="2147482538"/>
            <ac:spMk id="6" creationId="{9CD55235-E79C-7AA3-B15A-CB420AA4FA09}"/>
          </ac:spMkLst>
        </pc:spChg>
        <pc:spChg chg="mod">
          <ac:chgData name="Ashley Bowen" userId="5aa79cc5-3bca-43e9-9996-1a54ad44e494" providerId="ADAL" clId="{B5943D85-A2AB-4231-B3F6-29EC95199E9D}" dt="2025-12-02T21:14:52.195" v="2631" actId="14100"/>
          <ac:spMkLst>
            <pc:docMk/>
            <pc:sldMk cId="2511230019" sldId="2147482538"/>
            <ac:spMk id="8" creationId="{ABD750CE-8228-976F-73A1-B3C5A8F5CFB4}"/>
          </ac:spMkLst>
        </pc:spChg>
      </pc:sldChg>
      <pc:sldChg chg="addSp delSp modSp mod">
        <pc:chgData name="Ashley Bowen" userId="5aa79cc5-3bca-43e9-9996-1a54ad44e494" providerId="ADAL" clId="{B5943D85-A2AB-4231-B3F6-29EC95199E9D}" dt="2025-12-09T19:24:57.463" v="5076" actId="403"/>
        <pc:sldMkLst>
          <pc:docMk/>
          <pc:sldMk cId="1981485227" sldId="2147482541"/>
        </pc:sldMkLst>
        <pc:spChg chg="mod">
          <ac:chgData name="Ashley Bowen" userId="5aa79cc5-3bca-43e9-9996-1a54ad44e494" providerId="ADAL" clId="{B5943D85-A2AB-4231-B3F6-29EC95199E9D}" dt="2025-12-09T19:24:57.463" v="5076" actId="403"/>
          <ac:spMkLst>
            <pc:docMk/>
            <pc:sldMk cId="1981485227" sldId="2147482541"/>
            <ac:spMk id="2" creationId="{5749107B-9C8D-E0E4-10D6-02E35D8389DB}"/>
          </ac:spMkLst>
        </pc:spChg>
        <pc:spChg chg="add mod">
          <ac:chgData name="Ashley Bowen" userId="5aa79cc5-3bca-43e9-9996-1a54ad44e494" providerId="ADAL" clId="{B5943D85-A2AB-4231-B3F6-29EC95199E9D}" dt="2025-12-02T21:23:12.822" v="2781" actId="1076"/>
          <ac:spMkLst>
            <pc:docMk/>
            <pc:sldMk cId="1981485227" sldId="2147482541"/>
            <ac:spMk id="7" creationId="{CF754F55-F5F5-3B55-9C85-DD2AC76ACA16}"/>
          </ac:spMkLst>
        </pc:spChg>
        <pc:spChg chg="mod">
          <ac:chgData name="Ashley Bowen" userId="5aa79cc5-3bca-43e9-9996-1a54ad44e494" providerId="ADAL" clId="{B5943D85-A2AB-4231-B3F6-29EC95199E9D}" dt="2025-12-02T21:24:14.429" v="2787" actId="403"/>
          <ac:spMkLst>
            <pc:docMk/>
            <pc:sldMk cId="1981485227" sldId="2147482541"/>
            <ac:spMk id="24" creationId="{1B1FB08B-059B-561C-356D-D32E78EECA48}"/>
          </ac:spMkLst>
        </pc:spChg>
      </pc:sldChg>
      <pc:sldChg chg="modSp mod modNotesTx">
        <pc:chgData name="Ashley Bowen" userId="5aa79cc5-3bca-43e9-9996-1a54ad44e494" providerId="ADAL" clId="{B5943D85-A2AB-4231-B3F6-29EC95199E9D}" dt="2025-12-09T19:03:08.477" v="4914" actId="403"/>
        <pc:sldMkLst>
          <pc:docMk/>
          <pc:sldMk cId="1565695042" sldId="2147482543"/>
        </pc:sldMkLst>
        <pc:spChg chg="mod">
          <ac:chgData name="Ashley Bowen" userId="5aa79cc5-3bca-43e9-9996-1a54ad44e494" providerId="ADAL" clId="{B5943D85-A2AB-4231-B3F6-29EC95199E9D}" dt="2025-12-09T19:03:08.477" v="4914" actId="403"/>
          <ac:spMkLst>
            <pc:docMk/>
            <pc:sldMk cId="1565695042" sldId="2147482543"/>
            <ac:spMk id="2" creationId="{5749107B-9C8D-E0E4-10D6-02E35D8389DB}"/>
          </ac:spMkLst>
        </pc:spChg>
        <pc:spChg chg="mod">
          <ac:chgData name="Ashley Bowen" userId="5aa79cc5-3bca-43e9-9996-1a54ad44e494" providerId="ADAL" clId="{B5943D85-A2AB-4231-B3F6-29EC95199E9D}" dt="2025-12-02T21:24:55.650" v="2792" actId="20577"/>
          <ac:spMkLst>
            <pc:docMk/>
            <pc:sldMk cId="1565695042" sldId="2147482543"/>
            <ac:spMk id="9" creationId="{595DC954-8769-AA6E-6606-06F83605F0D3}"/>
          </ac:spMkLst>
        </pc:spChg>
        <pc:spChg chg="mod">
          <ac:chgData name="Ashley Bowen" userId="5aa79cc5-3bca-43e9-9996-1a54ad44e494" providerId="ADAL" clId="{B5943D85-A2AB-4231-B3F6-29EC95199E9D}" dt="2025-12-02T21:25:28.525" v="2793" actId="2711"/>
          <ac:spMkLst>
            <pc:docMk/>
            <pc:sldMk cId="1565695042" sldId="2147482543"/>
            <ac:spMk id="23" creationId="{6F458A66-2A9D-058E-F05C-B19C193ECDA0}"/>
          </ac:spMkLst>
        </pc:spChg>
        <pc:spChg chg="mod">
          <ac:chgData name="Ashley Bowen" userId="5aa79cc5-3bca-43e9-9996-1a54ad44e494" providerId="ADAL" clId="{B5943D85-A2AB-4231-B3F6-29EC95199E9D}" dt="2025-12-09T18:59:08.561" v="4901" actId="20577"/>
          <ac:spMkLst>
            <pc:docMk/>
            <pc:sldMk cId="1565695042" sldId="2147482543"/>
            <ac:spMk id="24" creationId="{1B1FB08B-059B-561C-356D-D32E78EECA48}"/>
          </ac:spMkLst>
        </pc:spChg>
      </pc:sldChg>
      <pc:sldChg chg="addSp modSp mod modNotesTx">
        <pc:chgData name="Ashley Bowen" userId="5aa79cc5-3bca-43e9-9996-1a54ad44e494" providerId="ADAL" clId="{B5943D85-A2AB-4231-B3F6-29EC95199E9D}" dt="2025-12-09T19:13:13.016" v="5021" actId="403"/>
        <pc:sldMkLst>
          <pc:docMk/>
          <pc:sldMk cId="1985686069" sldId="2147482547"/>
        </pc:sldMkLst>
        <pc:spChg chg="mod">
          <ac:chgData name="Ashley Bowen" userId="5aa79cc5-3bca-43e9-9996-1a54ad44e494" providerId="ADAL" clId="{B5943D85-A2AB-4231-B3F6-29EC95199E9D}" dt="2025-12-09T19:13:13.016" v="5021" actId="403"/>
          <ac:spMkLst>
            <pc:docMk/>
            <pc:sldMk cId="1985686069" sldId="2147482547"/>
            <ac:spMk id="3" creationId="{0FEB6209-D4E7-9E3A-F828-F5D92A015B91}"/>
          </ac:spMkLst>
        </pc:spChg>
        <pc:spChg chg="mod">
          <ac:chgData name="Ashley Bowen" userId="5aa79cc5-3bca-43e9-9996-1a54ad44e494" providerId="ADAL" clId="{B5943D85-A2AB-4231-B3F6-29EC95199E9D}" dt="2025-12-01T18:14:18.394" v="1329" actId="2711"/>
          <ac:spMkLst>
            <pc:docMk/>
            <pc:sldMk cId="1985686069" sldId="2147482547"/>
            <ac:spMk id="5" creationId="{C4FDF762-7A15-E765-5D37-2E334E8C6B3A}"/>
          </ac:spMkLst>
        </pc:spChg>
        <pc:spChg chg="mod">
          <ac:chgData name="Ashley Bowen" userId="5aa79cc5-3bca-43e9-9996-1a54ad44e494" providerId="ADAL" clId="{B5943D85-A2AB-4231-B3F6-29EC95199E9D}" dt="2025-12-01T18:09:10.909" v="1268" actId="1076"/>
          <ac:spMkLst>
            <pc:docMk/>
            <pc:sldMk cId="1985686069" sldId="2147482547"/>
            <ac:spMk id="7" creationId="{7E03A661-5797-8252-8F7A-8454533CB06C}"/>
          </ac:spMkLst>
        </pc:spChg>
        <pc:spChg chg="mod">
          <ac:chgData name="Ashley Bowen" userId="5aa79cc5-3bca-43e9-9996-1a54ad44e494" providerId="ADAL" clId="{B5943D85-A2AB-4231-B3F6-29EC95199E9D}" dt="2025-12-01T18:10:44.103" v="1273" actId="208"/>
          <ac:spMkLst>
            <pc:docMk/>
            <pc:sldMk cId="1985686069" sldId="2147482547"/>
            <ac:spMk id="8" creationId="{E04AB8A6-BD2D-B035-CF76-0E3849C4DFB8}"/>
          </ac:spMkLst>
        </pc:spChg>
      </pc:sldChg>
      <pc:sldChg chg="addSp delSp modSp mod ord modNotesTx">
        <pc:chgData name="Ashley Bowen" userId="5aa79cc5-3bca-43e9-9996-1a54ad44e494" providerId="ADAL" clId="{B5943D85-A2AB-4231-B3F6-29EC95199E9D}" dt="2025-12-09T19:19:09.426" v="5029" actId="403"/>
        <pc:sldMkLst>
          <pc:docMk/>
          <pc:sldMk cId="2046899207" sldId="2147482551"/>
        </pc:sldMkLst>
        <pc:spChg chg="mod">
          <ac:chgData name="Ashley Bowen" userId="5aa79cc5-3bca-43e9-9996-1a54ad44e494" providerId="ADAL" clId="{B5943D85-A2AB-4231-B3F6-29EC95199E9D}" dt="2025-12-09T19:19:09.426" v="5029" actId="403"/>
          <ac:spMkLst>
            <pc:docMk/>
            <pc:sldMk cId="2046899207" sldId="2147482551"/>
            <ac:spMk id="2" creationId="{984566BB-1565-F159-28F8-5F0C8F1BA0A3}"/>
          </ac:spMkLst>
        </pc:spChg>
        <pc:spChg chg="mod">
          <ac:chgData name="Ashley Bowen" userId="5aa79cc5-3bca-43e9-9996-1a54ad44e494" providerId="ADAL" clId="{B5943D85-A2AB-4231-B3F6-29EC95199E9D}" dt="2025-12-09T02:53:19.540" v="3477" actId="20577"/>
          <ac:spMkLst>
            <pc:docMk/>
            <pc:sldMk cId="2046899207" sldId="2147482551"/>
            <ac:spMk id="5" creationId="{FDD5EAD9-896A-CF75-6A97-81CD1109EDD6}"/>
          </ac:spMkLst>
        </pc:spChg>
        <pc:spChg chg="add mod">
          <ac:chgData name="Ashley Bowen" userId="5aa79cc5-3bca-43e9-9996-1a54ad44e494" providerId="ADAL" clId="{B5943D85-A2AB-4231-B3F6-29EC95199E9D}" dt="2025-12-09T02:57:08.412" v="3554" actId="20577"/>
          <ac:spMkLst>
            <pc:docMk/>
            <pc:sldMk cId="2046899207" sldId="2147482551"/>
            <ac:spMk id="7" creationId="{46C6BC7C-0DDE-AEAC-4B33-F85D5F8FC75D}"/>
          </ac:spMkLst>
        </pc:spChg>
        <pc:spChg chg="mod">
          <ac:chgData name="Ashley Bowen" userId="5aa79cc5-3bca-43e9-9996-1a54ad44e494" providerId="ADAL" clId="{B5943D85-A2AB-4231-B3F6-29EC95199E9D}" dt="2025-12-09T02:55:56.698" v="3482" actId="14100"/>
          <ac:spMkLst>
            <pc:docMk/>
            <pc:sldMk cId="2046899207" sldId="2147482551"/>
            <ac:spMk id="11" creationId="{B62B4810-F7A1-8978-76B9-E2A5CD18C2FD}"/>
          </ac:spMkLst>
        </pc:spChg>
        <pc:spChg chg="mod">
          <ac:chgData name="Ashley Bowen" userId="5aa79cc5-3bca-43e9-9996-1a54ad44e494" providerId="ADAL" clId="{B5943D85-A2AB-4231-B3F6-29EC95199E9D}" dt="2025-12-09T02:56:20.345" v="3538" actId="1076"/>
          <ac:spMkLst>
            <pc:docMk/>
            <pc:sldMk cId="2046899207" sldId="2147482551"/>
            <ac:spMk id="12" creationId="{E15B35C2-1BAD-6D9D-932A-B5EA2063AFB8}"/>
          </ac:spMkLst>
        </pc:spChg>
        <pc:spChg chg="mod">
          <ac:chgData name="Ashley Bowen" userId="5aa79cc5-3bca-43e9-9996-1a54ad44e494" providerId="ADAL" clId="{B5943D85-A2AB-4231-B3F6-29EC95199E9D}" dt="2025-12-09T02:56:17.547" v="3537" actId="1076"/>
          <ac:spMkLst>
            <pc:docMk/>
            <pc:sldMk cId="2046899207" sldId="2147482551"/>
            <ac:spMk id="15" creationId="{1B24FF06-3FBC-57F9-EBDC-B07B565228D9}"/>
          </ac:spMkLst>
        </pc:spChg>
        <pc:spChg chg="mod">
          <ac:chgData name="Ashley Bowen" userId="5aa79cc5-3bca-43e9-9996-1a54ad44e494" providerId="ADAL" clId="{B5943D85-A2AB-4231-B3F6-29EC95199E9D}" dt="2025-12-09T02:55:41.639" v="3480" actId="1076"/>
          <ac:spMkLst>
            <pc:docMk/>
            <pc:sldMk cId="2046899207" sldId="2147482551"/>
            <ac:spMk id="16" creationId="{7801FBB9-3FC6-31A9-E369-21F1CD8CC23F}"/>
          </ac:spMkLst>
        </pc:spChg>
        <pc:graphicFrameChg chg="add mod">
          <ac:chgData name="Ashley Bowen" userId="5aa79cc5-3bca-43e9-9996-1a54ad44e494" providerId="ADAL" clId="{B5943D85-A2AB-4231-B3F6-29EC95199E9D}" dt="2025-12-09T02:56:51.111" v="3540"/>
          <ac:graphicFrameMkLst>
            <pc:docMk/>
            <pc:sldMk cId="2046899207" sldId="2147482551"/>
            <ac:graphicFrameMk id="8" creationId="{B6CBCD2B-FCCF-9250-59DC-1584E58D697D}"/>
          </ac:graphicFrameMkLst>
        </pc:graphicFrameChg>
      </pc:sldChg>
      <pc:sldChg chg="addSp modSp mod">
        <pc:chgData name="Ashley Bowen" userId="5aa79cc5-3bca-43e9-9996-1a54ad44e494" providerId="ADAL" clId="{B5943D85-A2AB-4231-B3F6-29EC95199E9D}" dt="2025-12-09T19:24:45.305" v="5071" actId="1036"/>
        <pc:sldMkLst>
          <pc:docMk/>
          <pc:sldMk cId="736751086" sldId="2147482553"/>
        </pc:sldMkLst>
        <pc:spChg chg="mod">
          <ac:chgData name="Ashley Bowen" userId="5aa79cc5-3bca-43e9-9996-1a54ad44e494" providerId="ADAL" clId="{B5943D85-A2AB-4231-B3F6-29EC95199E9D}" dt="2025-12-09T19:24:45.305" v="5071" actId="1036"/>
          <ac:spMkLst>
            <pc:docMk/>
            <pc:sldMk cId="736751086" sldId="2147482553"/>
            <ac:spMk id="2" creationId="{D060777F-B9C5-2923-DBC7-552AC65B7C35}"/>
          </ac:spMkLst>
        </pc:spChg>
        <pc:spChg chg="mod">
          <ac:chgData name="Ashley Bowen" userId="5aa79cc5-3bca-43e9-9996-1a54ad44e494" providerId="ADAL" clId="{B5943D85-A2AB-4231-B3F6-29EC95199E9D}" dt="2025-11-26T20:27:56.079" v="461" actId="20577"/>
          <ac:spMkLst>
            <pc:docMk/>
            <pc:sldMk cId="736751086" sldId="2147482553"/>
            <ac:spMk id="12" creationId="{0E30F4A0-B609-5E2B-5819-82FAE71F50B3}"/>
          </ac:spMkLst>
        </pc:spChg>
        <pc:graphicFrameChg chg="add mod">
          <ac:chgData name="Ashley Bowen" userId="5aa79cc5-3bca-43e9-9996-1a54ad44e494" providerId="ADAL" clId="{B5943D85-A2AB-4231-B3F6-29EC95199E9D}" dt="2025-12-09T19:22:10.057" v="5033"/>
          <ac:graphicFrameMkLst>
            <pc:docMk/>
            <pc:sldMk cId="736751086" sldId="2147482553"/>
            <ac:graphicFrameMk id="4" creationId="{4C8D7A5E-5771-76A4-212D-636C5BFE0409}"/>
          </ac:graphicFrameMkLst>
        </pc:graphicFrameChg>
      </pc:sldChg>
      <pc:sldChg chg="delSp modSp add mod">
        <pc:chgData name="Ashley Bowen" userId="5aa79cc5-3bca-43e9-9996-1a54ad44e494" providerId="ADAL" clId="{B5943D85-A2AB-4231-B3F6-29EC95199E9D}" dt="2025-12-09T19:23:26.036" v="5055" actId="403"/>
        <pc:sldMkLst>
          <pc:docMk/>
          <pc:sldMk cId="4165071121" sldId="2147482554"/>
        </pc:sldMkLst>
        <pc:spChg chg="mod">
          <ac:chgData name="Ashley Bowen" userId="5aa79cc5-3bca-43e9-9996-1a54ad44e494" providerId="ADAL" clId="{B5943D85-A2AB-4231-B3F6-29EC95199E9D}" dt="2025-12-09T19:23:26.036" v="5055" actId="403"/>
          <ac:spMkLst>
            <pc:docMk/>
            <pc:sldMk cId="4165071121" sldId="2147482554"/>
            <ac:spMk id="2" creationId="{848BA323-3B65-B63F-E4F2-40B18DE77225}"/>
          </ac:spMkLst>
        </pc:spChg>
        <pc:spChg chg="mod">
          <ac:chgData name="Ashley Bowen" userId="5aa79cc5-3bca-43e9-9996-1a54ad44e494" providerId="ADAL" clId="{B5943D85-A2AB-4231-B3F6-29EC95199E9D}" dt="2025-12-08T21:03:50.557" v="3339" actId="14100"/>
          <ac:spMkLst>
            <pc:docMk/>
            <pc:sldMk cId="4165071121" sldId="2147482554"/>
            <ac:spMk id="7" creationId="{568F3724-3D1C-718F-EA05-38D1A4A317EB}"/>
          </ac:spMkLst>
        </pc:spChg>
        <pc:spChg chg="del">
          <ac:chgData name="Ashley Bowen" userId="5aa79cc5-3bca-43e9-9996-1a54ad44e494" providerId="ADAL" clId="{B5943D85-A2AB-4231-B3F6-29EC95199E9D}" dt="2025-12-08T21:03:46.715" v="3337" actId="478"/>
          <ac:spMkLst>
            <pc:docMk/>
            <pc:sldMk cId="4165071121" sldId="2147482554"/>
            <ac:spMk id="12" creationId="{4204D5D6-71CF-CD99-09AC-7A2F4059C776}"/>
          </ac:spMkLst>
        </pc:spChg>
        <pc:spChg chg="del">
          <ac:chgData name="Ashley Bowen" userId="5aa79cc5-3bca-43e9-9996-1a54ad44e494" providerId="ADAL" clId="{B5943D85-A2AB-4231-B3F6-29EC95199E9D}" dt="2025-12-08T21:03:47.743" v="3338" actId="478"/>
          <ac:spMkLst>
            <pc:docMk/>
            <pc:sldMk cId="4165071121" sldId="2147482554"/>
            <ac:spMk id="13" creationId="{5006CF4A-53BE-A4CC-4C65-5A457BAB4F51}"/>
          </ac:spMkLst>
        </pc:spChg>
        <pc:spChg chg="mod">
          <ac:chgData name="Ashley Bowen" userId="5aa79cc5-3bca-43e9-9996-1a54ad44e494" providerId="ADAL" clId="{B5943D85-A2AB-4231-B3F6-29EC95199E9D}" dt="2025-12-08T21:04:43.809" v="3432" actId="20577"/>
          <ac:spMkLst>
            <pc:docMk/>
            <pc:sldMk cId="4165071121" sldId="2147482554"/>
            <ac:spMk id="16" creationId="{5C66558C-894F-FA7D-D69D-A3E8153AF384}"/>
          </ac:spMkLst>
        </pc:spChg>
        <pc:spChg chg="mod">
          <ac:chgData name="Ashley Bowen" userId="5aa79cc5-3bca-43e9-9996-1a54ad44e494" providerId="ADAL" clId="{B5943D85-A2AB-4231-B3F6-29EC95199E9D}" dt="2025-12-08T21:04:01.553" v="3382" actId="20577"/>
          <ac:spMkLst>
            <pc:docMk/>
            <pc:sldMk cId="4165071121" sldId="2147482554"/>
            <ac:spMk id="17" creationId="{FE1EC94C-53DE-273B-CDCC-39612344E394}"/>
          </ac:spMkLst>
        </pc:spChg>
      </pc:sldChg>
      <pc:sldChg chg="addSp modSp mod ord modNotesTx">
        <pc:chgData name="Ashley Bowen" userId="5aa79cc5-3bca-43e9-9996-1a54ad44e494" providerId="ADAL" clId="{B5943D85-A2AB-4231-B3F6-29EC95199E9D}" dt="2025-12-09T18:32:42.851" v="4645" actId="20577"/>
        <pc:sldMkLst>
          <pc:docMk/>
          <pc:sldMk cId="1586676217" sldId="2147482555"/>
        </pc:sldMkLst>
        <pc:spChg chg="mod">
          <ac:chgData name="Ashley Bowen" userId="5aa79cc5-3bca-43e9-9996-1a54ad44e494" providerId="ADAL" clId="{B5943D85-A2AB-4231-B3F6-29EC95199E9D}" dt="2025-12-03T15:26:21.650" v="3205" actId="1076"/>
          <ac:spMkLst>
            <pc:docMk/>
            <pc:sldMk cId="1586676217" sldId="2147482555"/>
            <ac:spMk id="4" creationId="{51E6CF95-A246-C447-FEE5-DB4721EC9373}"/>
          </ac:spMkLst>
        </pc:spChg>
        <pc:spChg chg="mod">
          <ac:chgData name="Ashley Bowen" userId="5aa79cc5-3bca-43e9-9996-1a54ad44e494" providerId="ADAL" clId="{B5943D85-A2AB-4231-B3F6-29EC95199E9D}" dt="2025-12-03T15:14:45.275" v="3050" actId="20577"/>
          <ac:spMkLst>
            <pc:docMk/>
            <pc:sldMk cId="1586676217" sldId="2147482555"/>
            <ac:spMk id="6" creationId="{8B8CD784-CF08-8A6A-7451-E578F7D222D2}"/>
          </ac:spMkLst>
        </pc:spChg>
        <pc:spChg chg="mod">
          <ac:chgData name="Ashley Bowen" userId="5aa79cc5-3bca-43e9-9996-1a54ad44e494" providerId="ADAL" clId="{B5943D85-A2AB-4231-B3F6-29EC95199E9D}" dt="2025-12-03T15:14:32.646" v="3047"/>
          <ac:spMkLst>
            <pc:docMk/>
            <pc:sldMk cId="1586676217" sldId="2147482555"/>
            <ac:spMk id="8" creationId="{429FC080-5704-8D8C-628B-AB4B5514E904}"/>
          </ac:spMkLst>
        </pc:spChg>
        <pc:spChg chg="mod">
          <ac:chgData name="Ashley Bowen" userId="5aa79cc5-3bca-43e9-9996-1a54ad44e494" providerId="ADAL" clId="{B5943D85-A2AB-4231-B3F6-29EC95199E9D}" dt="2025-12-03T15:14:24.428" v="3046"/>
          <ac:spMkLst>
            <pc:docMk/>
            <pc:sldMk cId="1586676217" sldId="2147482555"/>
            <ac:spMk id="9" creationId="{5050B2D0-0548-CA8D-57D9-AF3B1A3EF279}"/>
          </ac:spMkLst>
        </pc:spChg>
        <pc:spChg chg="mod">
          <ac:chgData name="Ashley Bowen" userId="5aa79cc5-3bca-43e9-9996-1a54ad44e494" providerId="ADAL" clId="{B5943D85-A2AB-4231-B3F6-29EC95199E9D}" dt="2025-12-03T15:14:10.828" v="3045"/>
          <ac:spMkLst>
            <pc:docMk/>
            <pc:sldMk cId="1586676217" sldId="2147482555"/>
            <ac:spMk id="10" creationId="{3388AB6D-F598-84DE-6466-24D566321765}"/>
          </ac:spMkLst>
        </pc:spChg>
        <pc:spChg chg="mod">
          <ac:chgData name="Ashley Bowen" userId="5aa79cc5-3bca-43e9-9996-1a54ad44e494" providerId="ADAL" clId="{B5943D85-A2AB-4231-B3F6-29EC95199E9D}" dt="2025-12-03T15:14:02.522" v="3044"/>
          <ac:spMkLst>
            <pc:docMk/>
            <pc:sldMk cId="1586676217" sldId="2147482555"/>
            <ac:spMk id="11" creationId="{CA77BC8F-2CA7-9516-E71E-8CD4D0A4A795}"/>
          </ac:spMkLst>
        </pc:spChg>
        <pc:spChg chg="mod">
          <ac:chgData name="Ashley Bowen" userId="5aa79cc5-3bca-43e9-9996-1a54ad44e494" providerId="ADAL" clId="{B5943D85-A2AB-4231-B3F6-29EC95199E9D}" dt="2025-12-03T15:14:53.870" v="3051"/>
          <ac:spMkLst>
            <pc:docMk/>
            <pc:sldMk cId="1586676217" sldId="2147482555"/>
            <ac:spMk id="12" creationId="{F19EF67F-8953-80C3-074E-E4C425A7F3C5}"/>
          </ac:spMkLst>
        </pc:spChg>
        <pc:spChg chg="mod">
          <ac:chgData name="Ashley Bowen" userId="5aa79cc5-3bca-43e9-9996-1a54ad44e494" providerId="ADAL" clId="{B5943D85-A2AB-4231-B3F6-29EC95199E9D}" dt="2025-12-09T18:32:42.851" v="4645" actId="20577"/>
          <ac:spMkLst>
            <pc:docMk/>
            <pc:sldMk cId="1586676217" sldId="2147482555"/>
            <ac:spMk id="31" creationId="{770E52D4-5671-D875-45A9-B2165254ABD2}"/>
          </ac:spMkLst>
        </pc:spChg>
      </pc:sldChg>
      <pc:sldChg chg="modSp mod">
        <pc:chgData name="Ashley Bowen" userId="5aa79cc5-3bca-43e9-9996-1a54ad44e494" providerId="ADAL" clId="{B5943D85-A2AB-4231-B3F6-29EC95199E9D}" dt="2025-12-09T19:23:45.893" v="5058" actId="14100"/>
        <pc:sldMkLst>
          <pc:docMk/>
          <pc:sldMk cId="3732629554" sldId="2147482557"/>
        </pc:sldMkLst>
        <pc:spChg chg="mod">
          <ac:chgData name="Ashley Bowen" userId="5aa79cc5-3bca-43e9-9996-1a54ad44e494" providerId="ADAL" clId="{B5943D85-A2AB-4231-B3F6-29EC95199E9D}" dt="2025-12-09T19:23:45.893" v="5058" actId="14100"/>
          <ac:spMkLst>
            <pc:docMk/>
            <pc:sldMk cId="3732629554" sldId="2147482557"/>
            <ac:spMk id="2" creationId="{15E3FA8E-B588-838B-C678-BA0112C931A7}"/>
          </ac:spMkLst>
        </pc:spChg>
      </pc:sldChg>
      <pc:sldChg chg="addSp delSp modSp add del mod modNotesTx">
        <pc:chgData name="Ashley Bowen" userId="5aa79cc5-3bca-43e9-9996-1a54ad44e494" providerId="ADAL" clId="{B5943D85-A2AB-4231-B3F6-29EC95199E9D}" dt="2025-12-09T19:07:16.496" v="4968" actId="47"/>
        <pc:sldMkLst>
          <pc:docMk/>
          <pc:sldMk cId="3247892788" sldId="2147482558"/>
        </pc:sldMkLst>
        <pc:spChg chg="mod">
          <ac:chgData name="Ashley Bowen" userId="5aa79cc5-3bca-43e9-9996-1a54ad44e494" providerId="ADAL" clId="{B5943D85-A2AB-4231-B3F6-29EC95199E9D}" dt="2025-12-09T19:02:46.749" v="4909" actId="403"/>
          <ac:spMkLst>
            <pc:docMk/>
            <pc:sldMk cId="3247892788" sldId="2147482558"/>
            <ac:spMk id="2" creationId="{EF015B90-AB30-9E18-2795-7B0B4F98E651}"/>
          </ac:spMkLst>
        </pc:spChg>
        <pc:spChg chg="del">
          <ac:chgData name="Ashley Bowen" userId="5aa79cc5-3bca-43e9-9996-1a54ad44e494" providerId="ADAL" clId="{B5943D85-A2AB-4231-B3F6-29EC95199E9D}" dt="2025-12-09T16:12:02.588" v="4135" actId="478"/>
          <ac:spMkLst>
            <pc:docMk/>
            <pc:sldMk cId="3247892788" sldId="2147482558"/>
            <ac:spMk id="3" creationId="{05D3EE52-D56B-B8A3-760F-B21D7A687D5B}"/>
          </ac:spMkLst>
        </pc:spChg>
        <pc:spChg chg="mod">
          <ac:chgData name="Ashley Bowen" userId="5aa79cc5-3bca-43e9-9996-1a54ad44e494" providerId="ADAL" clId="{B5943D85-A2AB-4231-B3F6-29EC95199E9D}" dt="2025-12-09T16:39:28.810" v="4282" actId="1076"/>
          <ac:spMkLst>
            <pc:docMk/>
            <pc:sldMk cId="3247892788" sldId="2147482558"/>
            <ac:spMk id="5" creationId="{7D4F110D-C2BC-C85F-95A5-FC311478C8C6}"/>
          </ac:spMkLst>
        </pc:spChg>
        <pc:spChg chg="mod">
          <ac:chgData name="Ashley Bowen" userId="5aa79cc5-3bca-43e9-9996-1a54ad44e494" providerId="ADAL" clId="{B5943D85-A2AB-4231-B3F6-29EC95199E9D}" dt="2025-12-09T16:42:32.297" v="4326" actId="1076"/>
          <ac:spMkLst>
            <pc:docMk/>
            <pc:sldMk cId="3247892788" sldId="2147482558"/>
            <ac:spMk id="7" creationId="{45ACB59B-03AB-B228-E447-2A033F356659}"/>
          </ac:spMkLst>
        </pc:spChg>
        <pc:spChg chg="mod">
          <ac:chgData name="Ashley Bowen" userId="5aa79cc5-3bca-43e9-9996-1a54ad44e494" providerId="ADAL" clId="{B5943D85-A2AB-4231-B3F6-29EC95199E9D}" dt="2025-12-09T16:40:56.963" v="4288" actId="1076"/>
          <ac:spMkLst>
            <pc:docMk/>
            <pc:sldMk cId="3247892788" sldId="2147482558"/>
            <ac:spMk id="9" creationId="{A6A95D5B-D042-F761-F361-99D52BF7DCA9}"/>
          </ac:spMkLst>
        </pc:spChg>
        <pc:spChg chg="mod">
          <ac:chgData name="Ashley Bowen" userId="5aa79cc5-3bca-43e9-9996-1a54ad44e494" providerId="ADAL" clId="{B5943D85-A2AB-4231-B3F6-29EC95199E9D}" dt="2025-12-09T16:35:07.474" v="4258"/>
          <ac:spMkLst>
            <pc:docMk/>
            <pc:sldMk cId="3247892788" sldId="2147482558"/>
            <ac:spMk id="10" creationId="{322DFFD3-18B4-CD26-DFC9-A3F3B9E10F42}"/>
          </ac:spMkLst>
        </pc:spChg>
        <pc:spChg chg="mod">
          <ac:chgData name="Ashley Bowen" userId="5aa79cc5-3bca-43e9-9996-1a54ad44e494" providerId="ADAL" clId="{B5943D85-A2AB-4231-B3F6-29EC95199E9D}" dt="2025-12-09T16:35:07.474" v="4258"/>
          <ac:spMkLst>
            <pc:docMk/>
            <pc:sldMk cId="3247892788" sldId="2147482558"/>
            <ac:spMk id="13" creationId="{4D129138-DEA8-6848-4F44-25CC7504884C}"/>
          </ac:spMkLst>
        </pc:spChg>
        <pc:spChg chg="del">
          <ac:chgData name="Ashley Bowen" userId="5aa79cc5-3bca-43e9-9996-1a54ad44e494" providerId="ADAL" clId="{B5943D85-A2AB-4231-B3F6-29EC95199E9D}" dt="2025-12-09T16:32:31.148" v="4226" actId="478"/>
          <ac:spMkLst>
            <pc:docMk/>
            <pc:sldMk cId="3247892788" sldId="2147482558"/>
            <ac:spMk id="14" creationId="{FE37ED95-9C0E-4BDE-947F-EF8F3928AD9F}"/>
          </ac:spMkLst>
        </pc:spChg>
        <pc:spChg chg="mod">
          <ac:chgData name="Ashley Bowen" userId="5aa79cc5-3bca-43e9-9996-1a54ad44e494" providerId="ADAL" clId="{B5943D85-A2AB-4231-B3F6-29EC95199E9D}" dt="2025-12-09T16:35:07.474" v="4258"/>
          <ac:spMkLst>
            <pc:docMk/>
            <pc:sldMk cId="3247892788" sldId="2147482558"/>
            <ac:spMk id="15" creationId="{BD2611D6-57A6-8932-A444-EA4A9C02A466}"/>
          </ac:spMkLst>
        </pc:spChg>
        <pc:spChg chg="del mod">
          <ac:chgData name="Ashley Bowen" userId="5aa79cc5-3bca-43e9-9996-1a54ad44e494" providerId="ADAL" clId="{B5943D85-A2AB-4231-B3F6-29EC95199E9D}" dt="2025-12-09T16:17:20.969" v="4196" actId="478"/>
          <ac:spMkLst>
            <pc:docMk/>
            <pc:sldMk cId="3247892788" sldId="2147482558"/>
            <ac:spMk id="18" creationId="{05D75B9B-5541-F6D5-3196-785CB0D10761}"/>
          </ac:spMkLst>
        </pc:spChg>
        <pc:spChg chg="mod">
          <ac:chgData name="Ashley Bowen" userId="5aa79cc5-3bca-43e9-9996-1a54ad44e494" providerId="ADAL" clId="{B5943D85-A2AB-4231-B3F6-29EC95199E9D}" dt="2025-12-09T16:35:52.600" v="4267" actId="1076"/>
          <ac:spMkLst>
            <pc:docMk/>
            <pc:sldMk cId="3247892788" sldId="2147482558"/>
            <ac:spMk id="22" creationId="{D08605C4-96A7-4A90-1F0B-7E29B1F47F97}"/>
          </ac:spMkLst>
        </pc:spChg>
        <pc:spChg chg="del">
          <ac:chgData name="Ashley Bowen" userId="5aa79cc5-3bca-43e9-9996-1a54ad44e494" providerId="ADAL" clId="{B5943D85-A2AB-4231-B3F6-29EC95199E9D}" dt="2025-12-09T16:11:16.303" v="4130" actId="478"/>
          <ac:spMkLst>
            <pc:docMk/>
            <pc:sldMk cId="3247892788" sldId="2147482558"/>
            <ac:spMk id="23" creationId="{85A2FF4A-6665-7FAC-3AB0-7D0A4FB5685F}"/>
          </ac:spMkLst>
        </pc:spChg>
        <pc:spChg chg="del">
          <ac:chgData name="Ashley Bowen" userId="5aa79cc5-3bca-43e9-9996-1a54ad44e494" providerId="ADAL" clId="{B5943D85-A2AB-4231-B3F6-29EC95199E9D}" dt="2025-12-09T16:19:13.451" v="4220" actId="478"/>
          <ac:spMkLst>
            <pc:docMk/>
            <pc:sldMk cId="3247892788" sldId="2147482558"/>
            <ac:spMk id="25" creationId="{D201A993-ED82-2D9E-2379-E2C013EA9B30}"/>
          </ac:spMkLst>
        </pc:spChg>
        <pc:spChg chg="del mod">
          <ac:chgData name="Ashley Bowen" userId="5aa79cc5-3bca-43e9-9996-1a54ad44e494" providerId="ADAL" clId="{B5943D85-A2AB-4231-B3F6-29EC95199E9D}" dt="2025-12-09T16:18:33.465" v="4210" actId="478"/>
          <ac:spMkLst>
            <pc:docMk/>
            <pc:sldMk cId="3247892788" sldId="2147482558"/>
            <ac:spMk id="27" creationId="{6B8D1785-CEFD-E340-FA52-B3F62C51860F}"/>
          </ac:spMkLst>
        </pc:spChg>
        <pc:spChg chg="del mod">
          <ac:chgData name="Ashley Bowen" userId="5aa79cc5-3bca-43e9-9996-1a54ad44e494" providerId="ADAL" clId="{B5943D85-A2AB-4231-B3F6-29EC95199E9D}" dt="2025-12-09T16:17:07.489" v="4192" actId="478"/>
          <ac:spMkLst>
            <pc:docMk/>
            <pc:sldMk cId="3247892788" sldId="2147482558"/>
            <ac:spMk id="33" creationId="{605354F6-8D15-0D44-8EBA-EB8FE1CBEB39}"/>
          </ac:spMkLst>
        </pc:spChg>
        <pc:spChg chg="del">
          <ac:chgData name="Ashley Bowen" userId="5aa79cc5-3bca-43e9-9996-1a54ad44e494" providerId="ADAL" clId="{B5943D85-A2AB-4231-B3F6-29EC95199E9D}" dt="2025-12-09T16:17:25.893" v="4198" actId="478"/>
          <ac:spMkLst>
            <pc:docMk/>
            <pc:sldMk cId="3247892788" sldId="2147482558"/>
            <ac:spMk id="35" creationId="{2303735D-5559-9C2D-9228-89EB9EFB577A}"/>
          </ac:spMkLst>
        </pc:spChg>
        <pc:spChg chg="mod">
          <ac:chgData name="Ashley Bowen" userId="5aa79cc5-3bca-43e9-9996-1a54ad44e494" providerId="ADAL" clId="{B5943D85-A2AB-4231-B3F6-29EC95199E9D}" dt="2025-12-09T16:35:07.474" v="4258"/>
          <ac:spMkLst>
            <pc:docMk/>
            <pc:sldMk cId="3247892788" sldId="2147482558"/>
            <ac:spMk id="38" creationId="{393DEC7F-AB06-170E-655C-33EE59C47298}"/>
          </ac:spMkLst>
        </pc:spChg>
        <pc:spChg chg="del">
          <ac:chgData name="Ashley Bowen" userId="5aa79cc5-3bca-43e9-9996-1a54ad44e494" providerId="ADAL" clId="{B5943D85-A2AB-4231-B3F6-29EC95199E9D}" dt="2025-12-09T16:32:37.606" v="4229" actId="478"/>
          <ac:spMkLst>
            <pc:docMk/>
            <pc:sldMk cId="3247892788" sldId="2147482558"/>
            <ac:spMk id="41" creationId="{EFE08DF0-3E6E-4E9A-04F9-6BF2665B829D}"/>
          </ac:spMkLst>
        </pc:spChg>
        <pc:spChg chg="del">
          <ac:chgData name="Ashley Bowen" userId="5aa79cc5-3bca-43e9-9996-1a54ad44e494" providerId="ADAL" clId="{B5943D85-A2AB-4231-B3F6-29EC95199E9D}" dt="2025-12-09T16:11:21.173" v="4132" actId="478"/>
          <ac:spMkLst>
            <pc:docMk/>
            <pc:sldMk cId="3247892788" sldId="2147482558"/>
            <ac:spMk id="42" creationId="{1C9B68D9-491C-2936-1F9A-B3FCA260775B}"/>
          </ac:spMkLst>
        </pc:spChg>
        <pc:spChg chg="del">
          <ac:chgData name="Ashley Bowen" userId="5aa79cc5-3bca-43e9-9996-1a54ad44e494" providerId="ADAL" clId="{B5943D85-A2AB-4231-B3F6-29EC95199E9D}" dt="2025-12-09T16:32:22.867" v="4222" actId="478"/>
          <ac:spMkLst>
            <pc:docMk/>
            <pc:sldMk cId="3247892788" sldId="2147482558"/>
            <ac:spMk id="53" creationId="{A56FF88B-30E1-58C6-F4B2-222EAEDFC67A}"/>
          </ac:spMkLst>
        </pc:spChg>
        <pc:spChg chg="add mod">
          <ac:chgData name="Ashley Bowen" userId="5aa79cc5-3bca-43e9-9996-1a54ad44e494" providerId="ADAL" clId="{B5943D85-A2AB-4231-B3F6-29EC95199E9D}" dt="2025-12-09T19:06:22.979" v="4961" actId="1076"/>
          <ac:spMkLst>
            <pc:docMk/>
            <pc:sldMk cId="3247892788" sldId="2147482558"/>
            <ac:spMk id="88" creationId="{A5911EAA-DFB1-4995-F918-5FFAAEABC65E}"/>
          </ac:spMkLst>
        </pc:spChg>
        <pc:spChg chg="mod">
          <ac:chgData name="Ashley Bowen" userId="5aa79cc5-3bca-43e9-9996-1a54ad44e494" providerId="ADAL" clId="{B5943D85-A2AB-4231-B3F6-29EC95199E9D}" dt="2025-12-09T16:48:19.046" v="4381"/>
          <ac:spMkLst>
            <pc:docMk/>
            <pc:sldMk cId="3247892788" sldId="2147482558"/>
            <ac:spMk id="97" creationId="{DB6B81A7-3401-613E-07FD-5A8A9EC753CD}"/>
          </ac:spMkLst>
        </pc:spChg>
        <pc:spChg chg="mod">
          <ac:chgData name="Ashley Bowen" userId="5aa79cc5-3bca-43e9-9996-1a54ad44e494" providerId="ADAL" clId="{B5943D85-A2AB-4231-B3F6-29EC95199E9D}" dt="2025-12-09T16:48:19.046" v="4381"/>
          <ac:spMkLst>
            <pc:docMk/>
            <pc:sldMk cId="3247892788" sldId="2147482558"/>
            <ac:spMk id="101" creationId="{05DF1EBB-3BBE-6E2B-EE6E-9C5D29BF693A}"/>
          </ac:spMkLst>
        </pc:spChg>
        <pc:spChg chg="mod">
          <ac:chgData name="Ashley Bowen" userId="5aa79cc5-3bca-43e9-9996-1a54ad44e494" providerId="ADAL" clId="{B5943D85-A2AB-4231-B3F6-29EC95199E9D}" dt="2025-12-09T16:48:19.046" v="4381"/>
          <ac:spMkLst>
            <pc:docMk/>
            <pc:sldMk cId="3247892788" sldId="2147482558"/>
            <ac:spMk id="103" creationId="{1FAE26D8-B120-0729-4F51-6D69A4506F67}"/>
          </ac:spMkLst>
        </pc:spChg>
        <pc:spChg chg="mod">
          <ac:chgData name="Ashley Bowen" userId="5aa79cc5-3bca-43e9-9996-1a54ad44e494" providerId="ADAL" clId="{B5943D85-A2AB-4231-B3F6-29EC95199E9D}" dt="2025-12-09T16:48:19.046" v="4381"/>
          <ac:spMkLst>
            <pc:docMk/>
            <pc:sldMk cId="3247892788" sldId="2147482558"/>
            <ac:spMk id="104" creationId="{96793AA6-EF27-5CD5-70FF-3DD805FB023E}"/>
          </ac:spMkLst>
        </pc:spChg>
        <pc:spChg chg="mod">
          <ac:chgData name="Ashley Bowen" userId="5aa79cc5-3bca-43e9-9996-1a54ad44e494" providerId="ADAL" clId="{B5943D85-A2AB-4231-B3F6-29EC95199E9D}" dt="2025-12-09T16:48:19.046" v="4381"/>
          <ac:spMkLst>
            <pc:docMk/>
            <pc:sldMk cId="3247892788" sldId="2147482558"/>
            <ac:spMk id="105" creationId="{9BA219A3-53EC-C21B-F472-A13DC97C857D}"/>
          </ac:spMkLst>
        </pc:spChg>
        <pc:spChg chg="mod">
          <ac:chgData name="Ashley Bowen" userId="5aa79cc5-3bca-43e9-9996-1a54ad44e494" providerId="ADAL" clId="{B5943D85-A2AB-4231-B3F6-29EC95199E9D}" dt="2025-12-09T16:48:19.046" v="4381"/>
          <ac:spMkLst>
            <pc:docMk/>
            <pc:sldMk cId="3247892788" sldId="2147482558"/>
            <ac:spMk id="107" creationId="{EC65FB88-B1FB-E045-25B4-0FFA6FBB12CA}"/>
          </ac:spMkLst>
        </pc:spChg>
        <pc:spChg chg="mod">
          <ac:chgData name="Ashley Bowen" userId="5aa79cc5-3bca-43e9-9996-1a54ad44e494" providerId="ADAL" clId="{B5943D85-A2AB-4231-B3F6-29EC95199E9D}" dt="2025-12-09T16:48:19.046" v="4381"/>
          <ac:spMkLst>
            <pc:docMk/>
            <pc:sldMk cId="3247892788" sldId="2147482558"/>
            <ac:spMk id="110" creationId="{819ABAED-C6E2-D788-3A16-1863A9EBA96C}"/>
          </ac:spMkLst>
        </pc:spChg>
        <pc:spChg chg="mod">
          <ac:chgData name="Ashley Bowen" userId="5aa79cc5-3bca-43e9-9996-1a54ad44e494" providerId="ADAL" clId="{B5943D85-A2AB-4231-B3F6-29EC95199E9D}" dt="2025-12-09T16:48:19.046" v="4381"/>
          <ac:spMkLst>
            <pc:docMk/>
            <pc:sldMk cId="3247892788" sldId="2147482558"/>
            <ac:spMk id="114" creationId="{191E1224-AEE2-B826-83A1-6DA3993A4A56}"/>
          </ac:spMkLst>
        </pc:spChg>
        <pc:spChg chg="mod">
          <ac:chgData name="Ashley Bowen" userId="5aa79cc5-3bca-43e9-9996-1a54ad44e494" providerId="ADAL" clId="{B5943D85-A2AB-4231-B3F6-29EC95199E9D}" dt="2025-12-09T16:48:19.046" v="4381"/>
          <ac:spMkLst>
            <pc:docMk/>
            <pc:sldMk cId="3247892788" sldId="2147482558"/>
            <ac:spMk id="118" creationId="{86FBC7ED-0DA1-4859-BC3E-26ECF77E78F2}"/>
          </ac:spMkLst>
        </pc:spChg>
        <pc:spChg chg="mod">
          <ac:chgData name="Ashley Bowen" userId="5aa79cc5-3bca-43e9-9996-1a54ad44e494" providerId="ADAL" clId="{B5943D85-A2AB-4231-B3F6-29EC95199E9D}" dt="2025-12-09T16:48:19.046" v="4381"/>
          <ac:spMkLst>
            <pc:docMk/>
            <pc:sldMk cId="3247892788" sldId="2147482558"/>
            <ac:spMk id="122" creationId="{098673D1-2A25-EC21-F8DC-B1522ABF0744}"/>
          </ac:spMkLst>
        </pc:spChg>
        <pc:spChg chg="add mod ord">
          <ac:chgData name="Ashley Bowen" userId="5aa79cc5-3bca-43e9-9996-1a54ad44e494" providerId="ADAL" clId="{B5943D85-A2AB-4231-B3F6-29EC95199E9D}" dt="2025-12-09T19:06:15.419" v="4960" actId="1076"/>
          <ac:spMkLst>
            <pc:docMk/>
            <pc:sldMk cId="3247892788" sldId="2147482558"/>
            <ac:spMk id="126" creationId="{9D76184E-3150-BAF0-0A3A-349C3AC3F810}"/>
          </ac:spMkLst>
        </pc:spChg>
        <pc:grpChg chg="mod">
          <ac:chgData name="Ashley Bowen" userId="5aa79cc5-3bca-43e9-9996-1a54ad44e494" providerId="ADAL" clId="{B5943D85-A2AB-4231-B3F6-29EC95199E9D}" dt="2025-12-09T19:06:22.979" v="4961" actId="1076"/>
          <ac:grpSpMkLst>
            <pc:docMk/>
            <pc:sldMk cId="3247892788" sldId="2147482558"/>
            <ac:grpSpMk id="4" creationId="{7016DFAE-58A9-C383-748A-8F3A676916A4}"/>
          </ac:grpSpMkLst>
        </pc:grpChg>
        <pc:grpChg chg="del mod">
          <ac:chgData name="Ashley Bowen" userId="5aa79cc5-3bca-43e9-9996-1a54ad44e494" providerId="ADAL" clId="{B5943D85-A2AB-4231-B3F6-29EC95199E9D}" dt="2025-12-09T16:48:26.999" v="4384" actId="478"/>
          <ac:grpSpMkLst>
            <pc:docMk/>
            <pc:sldMk cId="3247892788" sldId="2147482558"/>
            <ac:grpSpMk id="96" creationId="{E2A8AEA3-F64C-D6AF-DE5C-19CB010A344F}"/>
          </ac:grpSpMkLst>
        </pc:grpChg>
        <pc:picChg chg="add del mod">
          <ac:chgData name="Ashley Bowen" userId="5aa79cc5-3bca-43e9-9996-1a54ad44e494" providerId="ADAL" clId="{B5943D85-A2AB-4231-B3F6-29EC95199E9D}" dt="2025-12-09T16:10:31.554" v="4122" actId="478"/>
          <ac:picMkLst>
            <pc:docMk/>
            <pc:sldMk cId="3247892788" sldId="2147482558"/>
            <ac:picMk id="6" creationId="{D4310716-9881-9F74-B5B9-A3CBA349C57B}"/>
          </ac:picMkLst>
        </pc:picChg>
        <pc:picChg chg="add">
          <ac:chgData name="Ashley Bowen" userId="5aa79cc5-3bca-43e9-9996-1a54ad44e494" providerId="ADAL" clId="{B5943D85-A2AB-4231-B3F6-29EC95199E9D}" dt="2025-12-09T16:10:35.682" v="4123"/>
          <ac:picMkLst>
            <pc:docMk/>
            <pc:sldMk cId="3247892788" sldId="2147482558"/>
            <ac:picMk id="8" creationId="{27BD7C1B-0639-350E-17E0-FDE6DA09D423}"/>
          </ac:picMkLst>
        </pc:picChg>
        <pc:picChg chg="add mod ord">
          <ac:chgData name="Ashley Bowen" userId="5aa79cc5-3bca-43e9-9996-1a54ad44e494" providerId="ADAL" clId="{B5943D85-A2AB-4231-B3F6-29EC95199E9D}" dt="2025-12-09T19:06:13.127" v="4959" actId="1076"/>
          <ac:picMkLst>
            <pc:docMk/>
            <pc:sldMk cId="3247892788" sldId="2147482558"/>
            <ac:picMk id="11" creationId="{D26CBB5C-8247-9923-9299-AF2BFD76AA3C}"/>
          </ac:picMkLst>
        </pc:picChg>
        <pc:picChg chg="del">
          <ac:chgData name="Ashley Bowen" userId="5aa79cc5-3bca-43e9-9996-1a54ad44e494" providerId="ADAL" clId="{B5943D85-A2AB-4231-B3F6-29EC95199E9D}" dt="2025-12-09T16:11:03.012" v="4128" actId="478"/>
          <ac:picMkLst>
            <pc:docMk/>
            <pc:sldMk cId="3247892788" sldId="2147482558"/>
            <ac:picMk id="37" creationId="{DDF7A0D1-3A12-7D0D-B860-480973AE86B3}"/>
          </ac:picMkLst>
        </pc:picChg>
        <pc:cxnChg chg="del">
          <ac:chgData name="Ashley Bowen" userId="5aa79cc5-3bca-43e9-9996-1a54ad44e494" providerId="ADAL" clId="{B5943D85-A2AB-4231-B3F6-29EC95199E9D}" dt="2025-12-09T16:32:26.041" v="4224" actId="478"/>
          <ac:cxnSpMkLst>
            <pc:docMk/>
            <pc:sldMk cId="3247892788" sldId="2147482558"/>
            <ac:cxnSpMk id="12" creationId="{E681EE09-7CD4-7505-CE62-53D84B03479A}"/>
          </ac:cxnSpMkLst>
        </pc:cxnChg>
        <pc:cxnChg chg="del mod">
          <ac:chgData name="Ashley Bowen" userId="5aa79cc5-3bca-43e9-9996-1a54ad44e494" providerId="ADAL" clId="{B5943D85-A2AB-4231-B3F6-29EC95199E9D}" dt="2025-12-09T16:17:12.341" v="4194" actId="478"/>
          <ac:cxnSpMkLst>
            <pc:docMk/>
            <pc:sldMk cId="3247892788" sldId="2147482558"/>
            <ac:cxnSpMk id="17" creationId="{16942314-D806-A974-6407-9655DADD67CF}"/>
          </ac:cxnSpMkLst>
        </pc:cxnChg>
        <pc:cxnChg chg="del mod">
          <ac:chgData name="Ashley Bowen" userId="5aa79cc5-3bca-43e9-9996-1a54ad44e494" providerId="ADAL" clId="{B5943D85-A2AB-4231-B3F6-29EC95199E9D}" dt="2025-12-09T16:19:10.372" v="4219" actId="478"/>
          <ac:cxnSpMkLst>
            <pc:docMk/>
            <pc:sldMk cId="3247892788" sldId="2147482558"/>
            <ac:cxnSpMk id="26" creationId="{C961A8C2-D221-7FD9-DFA6-002D746BCF1D}"/>
          </ac:cxnSpMkLst>
        </pc:cxnChg>
        <pc:cxnChg chg="del mod">
          <ac:chgData name="Ashley Bowen" userId="5aa79cc5-3bca-43e9-9996-1a54ad44e494" providerId="ADAL" clId="{B5943D85-A2AB-4231-B3F6-29EC95199E9D}" dt="2025-12-09T16:18:29.437" v="4209" actId="478"/>
          <ac:cxnSpMkLst>
            <pc:docMk/>
            <pc:sldMk cId="3247892788" sldId="2147482558"/>
            <ac:cxnSpMk id="28" creationId="{9C0E39B8-1B78-EEB3-4689-0CD3EC467D5C}"/>
          </ac:cxnSpMkLst>
        </pc:cxnChg>
        <pc:cxnChg chg="add del">
          <ac:chgData name="Ashley Bowen" userId="5aa79cc5-3bca-43e9-9996-1a54ad44e494" providerId="ADAL" clId="{B5943D85-A2AB-4231-B3F6-29EC95199E9D}" dt="2025-12-09T16:15:17.345" v="4173" actId="11529"/>
          <ac:cxnSpMkLst>
            <pc:docMk/>
            <pc:sldMk cId="3247892788" sldId="2147482558"/>
            <ac:cxnSpMk id="30" creationId="{C8A3AEAE-F153-B6BD-CFB2-B26FE6C28FD7}"/>
          </ac:cxnSpMkLst>
        </pc:cxnChg>
        <pc:cxnChg chg="del mod">
          <ac:chgData name="Ashley Bowen" userId="5aa79cc5-3bca-43e9-9996-1a54ad44e494" providerId="ADAL" clId="{B5943D85-A2AB-4231-B3F6-29EC95199E9D}" dt="2025-12-09T16:17:10.159" v="4193" actId="478"/>
          <ac:cxnSpMkLst>
            <pc:docMk/>
            <pc:sldMk cId="3247892788" sldId="2147482558"/>
            <ac:cxnSpMk id="32" creationId="{BA94A7A0-3C48-6A94-157B-ACDAEDEEDF52}"/>
          </ac:cxnSpMkLst>
        </pc:cxnChg>
        <pc:cxnChg chg="del">
          <ac:chgData name="Ashley Bowen" userId="5aa79cc5-3bca-43e9-9996-1a54ad44e494" providerId="ADAL" clId="{B5943D85-A2AB-4231-B3F6-29EC95199E9D}" dt="2025-12-09T16:11:18.588" v="4131" actId="478"/>
          <ac:cxnSpMkLst>
            <pc:docMk/>
            <pc:sldMk cId="3247892788" sldId="2147482558"/>
            <ac:cxnSpMk id="36" creationId="{8E8288D9-D74E-B2EF-D7AC-9D71C734F229}"/>
          </ac:cxnSpMkLst>
        </pc:cxnChg>
        <pc:cxnChg chg="add mod">
          <ac:chgData name="Ashley Bowen" userId="5aa79cc5-3bca-43e9-9996-1a54ad44e494" providerId="ADAL" clId="{B5943D85-A2AB-4231-B3F6-29EC95199E9D}" dt="2025-12-09T17:40:00.692" v="4507" actId="962"/>
          <ac:cxnSpMkLst>
            <pc:docMk/>
            <pc:sldMk cId="3247892788" sldId="2147482558"/>
            <ac:cxnSpMk id="39" creationId="{00729D10-B381-7BCE-4058-CD8F9B5E0512}"/>
          </ac:cxnSpMkLst>
        </pc:cxnChg>
        <pc:cxnChg chg="del mod">
          <ac:chgData name="Ashley Bowen" userId="5aa79cc5-3bca-43e9-9996-1a54ad44e494" providerId="ADAL" clId="{B5943D85-A2AB-4231-B3F6-29EC95199E9D}" dt="2025-12-09T16:32:32.848" v="4227" actId="478"/>
          <ac:cxnSpMkLst>
            <pc:docMk/>
            <pc:sldMk cId="3247892788" sldId="2147482558"/>
            <ac:cxnSpMk id="40" creationId="{DEA46D7F-B5E0-1E01-BA84-D66721B3921C}"/>
          </ac:cxnSpMkLst>
        </pc:cxnChg>
        <pc:cxnChg chg="add mod">
          <ac:chgData name="Ashley Bowen" userId="5aa79cc5-3bca-43e9-9996-1a54ad44e494" providerId="ADAL" clId="{B5943D85-A2AB-4231-B3F6-29EC95199E9D}" dt="2025-12-09T17:40:00.702" v="4508" actId="962"/>
          <ac:cxnSpMkLst>
            <pc:docMk/>
            <pc:sldMk cId="3247892788" sldId="2147482558"/>
            <ac:cxnSpMk id="45" creationId="{B8E25A78-C120-941C-B9B4-A9299901543B}"/>
          </ac:cxnSpMkLst>
        </pc:cxnChg>
        <pc:cxnChg chg="add mod">
          <ac:chgData name="Ashley Bowen" userId="5aa79cc5-3bca-43e9-9996-1a54ad44e494" providerId="ADAL" clId="{B5943D85-A2AB-4231-B3F6-29EC95199E9D}" dt="2025-12-09T17:40:00.710" v="4509" actId="962"/>
          <ac:cxnSpMkLst>
            <pc:docMk/>
            <pc:sldMk cId="3247892788" sldId="2147482558"/>
            <ac:cxnSpMk id="47" creationId="{CBA690A5-C40A-5196-597E-EE84C25C08BF}"/>
          </ac:cxnSpMkLst>
        </pc:cxnChg>
        <pc:cxnChg chg="del mod">
          <ac:chgData name="Ashley Bowen" userId="5aa79cc5-3bca-43e9-9996-1a54ad44e494" providerId="ADAL" clId="{B5943D85-A2AB-4231-B3F6-29EC95199E9D}" dt="2025-12-09T16:32:19.414" v="4221" actId="478"/>
          <ac:cxnSpMkLst>
            <pc:docMk/>
            <pc:sldMk cId="3247892788" sldId="2147482558"/>
            <ac:cxnSpMk id="54" creationId="{55CB0636-12DD-FC9F-CB8F-2FB04B9E710B}"/>
          </ac:cxnSpMkLst>
        </pc:cxnChg>
        <pc:cxnChg chg="add mod">
          <ac:chgData name="Ashley Bowen" userId="5aa79cc5-3bca-43e9-9996-1a54ad44e494" providerId="ADAL" clId="{B5943D85-A2AB-4231-B3F6-29EC95199E9D}" dt="2025-12-09T17:40:00.718" v="4510" actId="962"/>
          <ac:cxnSpMkLst>
            <pc:docMk/>
            <pc:sldMk cId="3247892788" sldId="2147482558"/>
            <ac:cxnSpMk id="57" creationId="{1ACB85C8-9069-E525-A704-6A8C6506C6ED}"/>
          </ac:cxnSpMkLst>
        </pc:cxnChg>
        <pc:cxnChg chg="add mod">
          <ac:chgData name="Ashley Bowen" userId="5aa79cc5-3bca-43e9-9996-1a54ad44e494" providerId="ADAL" clId="{B5943D85-A2AB-4231-B3F6-29EC95199E9D}" dt="2025-12-09T17:40:00.725" v="4511" actId="962"/>
          <ac:cxnSpMkLst>
            <pc:docMk/>
            <pc:sldMk cId="3247892788" sldId="2147482558"/>
            <ac:cxnSpMk id="60" creationId="{1E7E5EDD-CF93-70AE-61E5-E2028DD3036D}"/>
          </ac:cxnSpMkLst>
        </pc:cxnChg>
        <pc:cxnChg chg="del mod">
          <ac:chgData name="Ashley Bowen" userId="5aa79cc5-3bca-43e9-9996-1a54ad44e494" providerId="ADAL" clId="{B5943D85-A2AB-4231-B3F6-29EC95199E9D}" dt="2025-12-09T16:17:23.867" v="4197" actId="478"/>
          <ac:cxnSpMkLst>
            <pc:docMk/>
            <pc:sldMk cId="3247892788" sldId="2147482558"/>
            <ac:cxnSpMk id="70" creationId="{B4AE420C-10DD-71FE-4CE2-F2416DF30E20}"/>
          </ac:cxnSpMkLst>
        </pc:cxnChg>
        <pc:cxnChg chg="add mod">
          <ac:chgData name="Ashley Bowen" userId="5aa79cc5-3bca-43e9-9996-1a54ad44e494" providerId="ADAL" clId="{B5943D85-A2AB-4231-B3F6-29EC95199E9D}" dt="2025-12-09T17:40:00.731" v="4512" actId="962"/>
          <ac:cxnSpMkLst>
            <pc:docMk/>
            <pc:sldMk cId="3247892788" sldId="2147482558"/>
            <ac:cxnSpMk id="77" creationId="{980E7719-44F4-1E42-D8CA-6E7AEE858213}"/>
          </ac:cxnSpMkLst>
        </pc:cxnChg>
        <pc:cxnChg chg="add mod">
          <ac:chgData name="Ashley Bowen" userId="5aa79cc5-3bca-43e9-9996-1a54ad44e494" providerId="ADAL" clId="{B5943D85-A2AB-4231-B3F6-29EC95199E9D}" dt="2025-12-09T19:06:22.979" v="4961" actId="1076"/>
          <ac:cxnSpMkLst>
            <pc:docMk/>
            <pc:sldMk cId="3247892788" sldId="2147482558"/>
            <ac:cxnSpMk id="79" creationId="{9B1E2F7E-26D7-CF19-7E97-33B2BC3A489B}"/>
          </ac:cxnSpMkLst>
        </pc:cxnChg>
        <pc:cxnChg chg="add mod">
          <ac:chgData name="Ashley Bowen" userId="5aa79cc5-3bca-43e9-9996-1a54ad44e494" providerId="ADAL" clId="{B5943D85-A2AB-4231-B3F6-29EC95199E9D}" dt="2025-12-09T17:40:00.747" v="4514" actId="962"/>
          <ac:cxnSpMkLst>
            <pc:docMk/>
            <pc:sldMk cId="3247892788" sldId="2147482558"/>
            <ac:cxnSpMk id="83" creationId="{50F3B618-842B-9B8E-3BCC-75805C78EE43}"/>
          </ac:cxnSpMkLst>
        </pc:cxnChg>
        <pc:cxnChg chg="add mod">
          <ac:chgData name="Ashley Bowen" userId="5aa79cc5-3bca-43e9-9996-1a54ad44e494" providerId="ADAL" clId="{B5943D85-A2AB-4231-B3F6-29EC95199E9D}" dt="2025-12-09T17:40:00.753" v="4515" actId="962"/>
          <ac:cxnSpMkLst>
            <pc:docMk/>
            <pc:sldMk cId="3247892788" sldId="2147482558"/>
            <ac:cxnSpMk id="90" creationId="{B02C26D4-55A4-F461-1CD8-73447E12CB82}"/>
          </ac:cxnSpMkLst>
        </pc:cxnChg>
        <pc:cxnChg chg="mod">
          <ac:chgData name="Ashley Bowen" userId="5aa79cc5-3bca-43e9-9996-1a54ad44e494" providerId="ADAL" clId="{B5943D85-A2AB-4231-B3F6-29EC95199E9D}" dt="2025-12-09T16:48:26.999" v="4384" actId="478"/>
          <ac:cxnSpMkLst>
            <pc:docMk/>
            <pc:sldMk cId="3247892788" sldId="2147482558"/>
            <ac:cxnSpMk id="106" creationId="{AC6F8A82-4969-9950-4D0F-9E16D4C50591}"/>
          </ac:cxnSpMkLst>
        </pc:cxnChg>
        <pc:cxnChg chg="mod">
          <ac:chgData name="Ashley Bowen" userId="5aa79cc5-3bca-43e9-9996-1a54ad44e494" providerId="ADAL" clId="{B5943D85-A2AB-4231-B3F6-29EC95199E9D}" dt="2025-12-09T16:48:26.999" v="4384" actId="478"/>
          <ac:cxnSpMkLst>
            <pc:docMk/>
            <pc:sldMk cId="3247892788" sldId="2147482558"/>
            <ac:cxnSpMk id="108" creationId="{E1594C7F-2689-D30E-26BE-A54B250A1E35}"/>
          </ac:cxnSpMkLst>
        </pc:cxnChg>
        <pc:cxnChg chg="del mod">
          <ac:chgData name="Ashley Bowen" userId="5aa79cc5-3bca-43e9-9996-1a54ad44e494" providerId="ADAL" clId="{B5943D85-A2AB-4231-B3F6-29EC95199E9D}" dt="2025-12-09T16:48:26.372" v="4383" actId="478"/>
          <ac:cxnSpMkLst>
            <pc:docMk/>
            <pc:sldMk cId="3247892788" sldId="2147482558"/>
            <ac:cxnSpMk id="116" creationId="{D0BB5F09-3E9A-DE25-8377-17E3A576A727}"/>
          </ac:cxnSpMkLst>
        </pc:cxnChg>
        <pc:cxnChg chg="mod">
          <ac:chgData name="Ashley Bowen" userId="5aa79cc5-3bca-43e9-9996-1a54ad44e494" providerId="ADAL" clId="{B5943D85-A2AB-4231-B3F6-29EC95199E9D}" dt="2025-12-09T16:48:26.999" v="4384" actId="478"/>
          <ac:cxnSpMkLst>
            <pc:docMk/>
            <pc:sldMk cId="3247892788" sldId="2147482558"/>
            <ac:cxnSpMk id="119" creationId="{79BEC164-DEDE-0338-B327-D66429EE82E0}"/>
          </ac:cxnSpMkLst>
        </pc:cxnChg>
        <pc:cxnChg chg="mod">
          <ac:chgData name="Ashley Bowen" userId="5aa79cc5-3bca-43e9-9996-1a54ad44e494" providerId="ADAL" clId="{B5943D85-A2AB-4231-B3F6-29EC95199E9D}" dt="2025-12-09T16:48:26.999" v="4384" actId="478"/>
          <ac:cxnSpMkLst>
            <pc:docMk/>
            <pc:sldMk cId="3247892788" sldId="2147482558"/>
            <ac:cxnSpMk id="120" creationId="{ED2AD5C8-D559-11C6-FC3F-E69373F46F00}"/>
          </ac:cxnSpMkLst>
        </pc:cxnChg>
      </pc:sldChg>
      <pc:sldChg chg="modSp mod">
        <pc:chgData name="Ashley Bowen" userId="5aa79cc5-3bca-43e9-9996-1a54ad44e494" providerId="ADAL" clId="{B5943D85-A2AB-4231-B3F6-29EC95199E9D}" dt="2025-12-09T19:24:53.367" v="5072" actId="403"/>
        <pc:sldMkLst>
          <pc:docMk/>
          <pc:sldMk cId="437308807" sldId="2147482560"/>
        </pc:sldMkLst>
        <pc:spChg chg="mod">
          <ac:chgData name="Ashley Bowen" userId="5aa79cc5-3bca-43e9-9996-1a54ad44e494" providerId="ADAL" clId="{B5943D85-A2AB-4231-B3F6-29EC95199E9D}" dt="2025-12-09T19:24:53.367" v="5072" actId="403"/>
          <ac:spMkLst>
            <pc:docMk/>
            <pc:sldMk cId="437308807" sldId="2147482560"/>
            <ac:spMk id="2" creationId="{8ECF04BB-8617-EBAC-478D-FFE39B3EC076}"/>
          </ac:spMkLst>
        </pc:spChg>
      </pc:sldChg>
      <pc:sldChg chg="addSp delSp modSp add mod ord modNotesTx">
        <pc:chgData name="Ashley Bowen" userId="5aa79cc5-3bca-43e9-9996-1a54ad44e494" providerId="ADAL" clId="{B5943D85-A2AB-4231-B3F6-29EC95199E9D}" dt="2025-12-09T19:46:21.100" v="5193" actId="1076"/>
        <pc:sldMkLst>
          <pc:docMk/>
          <pc:sldMk cId="2983254159" sldId="2147482564"/>
        </pc:sldMkLst>
        <pc:spChg chg="add mod">
          <ac:chgData name="Ashley Bowen" userId="5aa79cc5-3bca-43e9-9996-1a54ad44e494" providerId="ADAL" clId="{B5943D85-A2AB-4231-B3F6-29EC95199E9D}" dt="2025-12-09T19:46:21.100" v="5193" actId="1076"/>
          <ac:spMkLst>
            <pc:docMk/>
            <pc:sldMk cId="2983254159" sldId="2147482564"/>
            <ac:spMk id="6" creationId="{835C6EDD-87BD-3EB3-58EF-F4444FD6A016}"/>
          </ac:spMkLst>
        </pc:spChg>
        <pc:spChg chg="mod">
          <ac:chgData name="Ashley Bowen" userId="5aa79cc5-3bca-43e9-9996-1a54ad44e494" providerId="ADAL" clId="{B5943D85-A2AB-4231-B3F6-29EC95199E9D}" dt="2025-12-09T19:44:08.004" v="5179" actId="1076"/>
          <ac:spMkLst>
            <pc:docMk/>
            <pc:sldMk cId="2983254159" sldId="2147482564"/>
            <ac:spMk id="31" creationId="{EFD7D50F-D514-E3ED-417A-34DCE88F36CA}"/>
          </ac:spMkLst>
        </pc:spChg>
        <pc:graphicFrameChg chg="mod modGraphic">
          <ac:chgData name="Ashley Bowen" userId="5aa79cc5-3bca-43e9-9996-1a54ad44e494" providerId="ADAL" clId="{B5943D85-A2AB-4231-B3F6-29EC95199E9D}" dt="2025-12-09T19:46:18.512" v="5192" actId="1076"/>
          <ac:graphicFrameMkLst>
            <pc:docMk/>
            <pc:sldMk cId="2983254159" sldId="2147482564"/>
            <ac:graphicFrameMk id="7" creationId="{8E21CD1A-044E-2DAD-68AE-D7BC6EF3FC95}"/>
          </ac:graphicFrameMkLst>
        </pc:graphicFrameChg>
      </pc:sldChg>
      <pc:sldChg chg="addSp delSp modSp add mod ord modNotesTx">
        <pc:chgData name="Ashley Bowen" userId="5aa79cc5-3bca-43e9-9996-1a54ad44e494" providerId="ADAL" clId="{B5943D85-A2AB-4231-B3F6-29EC95199E9D}" dt="2025-12-09T19:44:30.049" v="5185" actId="1076"/>
        <pc:sldMkLst>
          <pc:docMk/>
          <pc:sldMk cId="3655189517" sldId="2147482565"/>
        </pc:sldMkLst>
        <pc:spChg chg="mod">
          <ac:chgData name="Ashley Bowen" userId="5aa79cc5-3bca-43e9-9996-1a54ad44e494" providerId="ADAL" clId="{B5943D85-A2AB-4231-B3F6-29EC95199E9D}" dt="2025-12-09T19:44:30.049" v="5185" actId="1076"/>
          <ac:spMkLst>
            <pc:docMk/>
            <pc:sldMk cId="3655189517" sldId="2147482565"/>
            <ac:spMk id="2" creationId="{BCCA763B-B4E6-8E3A-CCC2-C4B5534EF4FD}"/>
          </ac:spMkLst>
        </pc:spChg>
        <pc:spChg chg="mod">
          <ac:chgData name="Ashley Bowen" userId="5aa79cc5-3bca-43e9-9996-1a54ad44e494" providerId="ADAL" clId="{B5943D85-A2AB-4231-B3F6-29EC95199E9D}" dt="2025-12-01T19:33:05.249" v="2029" actId="1076"/>
          <ac:spMkLst>
            <pc:docMk/>
            <pc:sldMk cId="3655189517" sldId="2147482565"/>
            <ac:spMk id="5" creationId="{98B5FDCA-C172-B71D-316A-82FD03EF3829}"/>
          </ac:spMkLst>
        </pc:spChg>
        <pc:spChg chg="mod">
          <ac:chgData name="Ashley Bowen" userId="5aa79cc5-3bca-43e9-9996-1a54ad44e494" providerId="ADAL" clId="{B5943D85-A2AB-4231-B3F6-29EC95199E9D}" dt="2025-12-01T19:33:05.249" v="2029" actId="1076"/>
          <ac:spMkLst>
            <pc:docMk/>
            <pc:sldMk cId="3655189517" sldId="2147482565"/>
            <ac:spMk id="6" creationId="{6F405F7E-4FE4-4347-89EC-4D6B1A57F03E}"/>
          </ac:spMkLst>
        </pc:spChg>
        <pc:spChg chg="mod">
          <ac:chgData name="Ashley Bowen" userId="5aa79cc5-3bca-43e9-9996-1a54ad44e494" providerId="ADAL" clId="{B5943D85-A2AB-4231-B3F6-29EC95199E9D}" dt="2025-12-01T19:33:05.249" v="2029" actId="1076"/>
          <ac:spMkLst>
            <pc:docMk/>
            <pc:sldMk cId="3655189517" sldId="2147482565"/>
            <ac:spMk id="9" creationId="{470E6A9B-36FB-30FC-F391-A8FD3102CDF0}"/>
          </ac:spMkLst>
        </pc:spChg>
        <pc:spChg chg="mod">
          <ac:chgData name="Ashley Bowen" userId="5aa79cc5-3bca-43e9-9996-1a54ad44e494" providerId="ADAL" clId="{B5943D85-A2AB-4231-B3F6-29EC95199E9D}" dt="2025-12-01T19:33:05.249" v="2029" actId="1076"/>
          <ac:spMkLst>
            <pc:docMk/>
            <pc:sldMk cId="3655189517" sldId="2147482565"/>
            <ac:spMk id="10" creationId="{42FD7F6B-09CC-1F6D-3020-B334DD75627E}"/>
          </ac:spMkLst>
        </pc:spChg>
        <pc:spChg chg="mod">
          <ac:chgData name="Ashley Bowen" userId="5aa79cc5-3bca-43e9-9996-1a54ad44e494" providerId="ADAL" clId="{B5943D85-A2AB-4231-B3F6-29EC95199E9D}" dt="2025-12-01T19:33:05.249" v="2029" actId="1076"/>
          <ac:spMkLst>
            <pc:docMk/>
            <pc:sldMk cId="3655189517" sldId="2147482565"/>
            <ac:spMk id="13" creationId="{74B47D75-9B36-5567-3834-524E006019AF}"/>
          </ac:spMkLst>
        </pc:spChg>
        <pc:spChg chg="mod">
          <ac:chgData name="Ashley Bowen" userId="5aa79cc5-3bca-43e9-9996-1a54ad44e494" providerId="ADAL" clId="{B5943D85-A2AB-4231-B3F6-29EC95199E9D}" dt="2025-12-01T19:33:05.249" v="2029" actId="1076"/>
          <ac:spMkLst>
            <pc:docMk/>
            <pc:sldMk cId="3655189517" sldId="2147482565"/>
            <ac:spMk id="14" creationId="{88B4C9B9-2F6C-DF27-94E0-E79492A60CE6}"/>
          </ac:spMkLst>
        </pc:spChg>
      </pc:sldChg>
      <pc:sldChg chg="addSp delSp modSp add mod modNotesTx">
        <pc:chgData name="Ashley Bowen" userId="5aa79cc5-3bca-43e9-9996-1a54ad44e494" providerId="ADAL" clId="{B5943D85-A2AB-4231-B3F6-29EC95199E9D}" dt="2025-12-09T19:44:47.525" v="5190" actId="1076"/>
        <pc:sldMkLst>
          <pc:docMk/>
          <pc:sldMk cId="3922338627" sldId="2147482566"/>
        </pc:sldMkLst>
        <pc:spChg chg="mod">
          <ac:chgData name="Ashley Bowen" userId="5aa79cc5-3bca-43e9-9996-1a54ad44e494" providerId="ADAL" clId="{B5943D85-A2AB-4231-B3F6-29EC95199E9D}" dt="2025-12-09T19:44:47.525" v="5190" actId="1076"/>
          <ac:spMkLst>
            <pc:docMk/>
            <pc:sldMk cId="3922338627" sldId="2147482566"/>
            <ac:spMk id="2" creationId="{9260CC70-3236-1840-5744-B8D30B6FF204}"/>
          </ac:spMkLst>
        </pc:spChg>
        <pc:spChg chg="mod">
          <ac:chgData name="Ashley Bowen" userId="5aa79cc5-3bca-43e9-9996-1a54ad44e494" providerId="ADAL" clId="{B5943D85-A2AB-4231-B3F6-29EC95199E9D}" dt="2025-12-01T19:32:36.436" v="2027" actId="1076"/>
          <ac:spMkLst>
            <pc:docMk/>
            <pc:sldMk cId="3922338627" sldId="2147482566"/>
            <ac:spMk id="4" creationId="{3F5B5190-4CEF-0F77-1C68-AECAC77C9C3B}"/>
          </ac:spMkLst>
        </pc:spChg>
        <pc:spChg chg="mod">
          <ac:chgData name="Ashley Bowen" userId="5aa79cc5-3bca-43e9-9996-1a54ad44e494" providerId="ADAL" clId="{B5943D85-A2AB-4231-B3F6-29EC95199E9D}" dt="2025-12-01T19:32:36.436" v="2027" actId="1076"/>
          <ac:spMkLst>
            <pc:docMk/>
            <pc:sldMk cId="3922338627" sldId="2147482566"/>
            <ac:spMk id="7" creationId="{F1683F22-FBFB-3CA1-24C9-070D1CBFB512}"/>
          </ac:spMkLst>
        </pc:spChg>
        <pc:spChg chg="mod">
          <ac:chgData name="Ashley Bowen" userId="5aa79cc5-3bca-43e9-9996-1a54ad44e494" providerId="ADAL" clId="{B5943D85-A2AB-4231-B3F6-29EC95199E9D}" dt="2025-12-01T19:33:32.850" v="2034" actId="14100"/>
          <ac:spMkLst>
            <pc:docMk/>
            <pc:sldMk cId="3922338627" sldId="2147482566"/>
            <ac:spMk id="8" creationId="{AE15080A-D3FB-FF7D-5591-149A8AB7699B}"/>
          </ac:spMkLst>
        </pc:spChg>
        <pc:spChg chg="mod">
          <ac:chgData name="Ashley Bowen" userId="5aa79cc5-3bca-43e9-9996-1a54ad44e494" providerId="ADAL" clId="{B5943D85-A2AB-4231-B3F6-29EC95199E9D}" dt="2025-12-01T19:32:47.011" v="2028" actId="1076"/>
          <ac:spMkLst>
            <pc:docMk/>
            <pc:sldMk cId="3922338627" sldId="2147482566"/>
            <ac:spMk id="11" creationId="{8001635E-BC0A-F6A0-1B5E-7FE416F62D56}"/>
          </ac:spMkLst>
        </pc:spChg>
      </pc:sldChg>
      <pc:sldChg chg="modSp add del mod ord modNotesTx">
        <pc:chgData name="Ashley Bowen" userId="5aa79cc5-3bca-43e9-9996-1a54ad44e494" providerId="ADAL" clId="{B5943D85-A2AB-4231-B3F6-29EC95199E9D}" dt="2025-12-09T14:49:22.122" v="4026" actId="2696"/>
        <pc:sldMkLst>
          <pc:docMk/>
          <pc:sldMk cId="1851098866" sldId="2147482567"/>
        </pc:sldMkLst>
      </pc:sldChg>
      <pc:sldChg chg="modSp add mod ord modNotesTx">
        <pc:chgData name="Ashley Bowen" userId="5aa79cc5-3bca-43e9-9996-1a54ad44e494" providerId="ADAL" clId="{B5943D85-A2AB-4231-B3F6-29EC95199E9D}" dt="2025-12-09T18:33:41.610" v="4682" actId="20577"/>
        <pc:sldMkLst>
          <pc:docMk/>
          <pc:sldMk cId="3912290496" sldId="2147482568"/>
        </pc:sldMkLst>
        <pc:spChg chg="mod">
          <ac:chgData name="Ashley Bowen" userId="5aa79cc5-3bca-43e9-9996-1a54ad44e494" providerId="ADAL" clId="{B5943D85-A2AB-4231-B3F6-29EC95199E9D}" dt="2025-12-09T18:33:41.610" v="4682" actId="20577"/>
          <ac:spMkLst>
            <pc:docMk/>
            <pc:sldMk cId="3912290496" sldId="2147482568"/>
            <ac:spMk id="31" creationId="{770E52D4-5671-D875-45A9-B2165254ABD2}"/>
          </ac:spMkLst>
        </pc:spChg>
      </pc:sldChg>
      <pc:sldChg chg="addSp delSp modSp add mod modAnim modNotesTx">
        <pc:chgData name="Ashley Bowen" userId="5aa79cc5-3bca-43e9-9996-1a54ad44e494" providerId="ADAL" clId="{B5943D85-A2AB-4231-B3F6-29EC95199E9D}" dt="2025-12-09T19:24:21.470" v="5067" actId="403"/>
        <pc:sldMkLst>
          <pc:docMk/>
          <pc:sldMk cId="1844096558" sldId="2147482569"/>
        </pc:sldMkLst>
        <pc:spChg chg="mod">
          <ac:chgData name="Ashley Bowen" userId="5aa79cc5-3bca-43e9-9996-1a54ad44e494" providerId="ADAL" clId="{B5943D85-A2AB-4231-B3F6-29EC95199E9D}" dt="2025-12-09T19:24:21.470" v="5067" actId="403"/>
          <ac:spMkLst>
            <pc:docMk/>
            <pc:sldMk cId="1844096558" sldId="2147482569"/>
            <ac:spMk id="2" creationId="{48048500-AD4B-12BD-55F0-05765A456A12}"/>
          </ac:spMkLst>
        </pc:spChg>
        <pc:spChg chg="del">
          <ac:chgData name="Ashley Bowen" userId="5aa79cc5-3bca-43e9-9996-1a54ad44e494" providerId="ADAL" clId="{B5943D85-A2AB-4231-B3F6-29EC95199E9D}" dt="2025-12-09T17:43:01.345" v="4525" actId="478"/>
          <ac:spMkLst>
            <pc:docMk/>
            <pc:sldMk cId="1844096558" sldId="2147482569"/>
            <ac:spMk id="4" creationId="{9196479D-EE46-CD26-385B-27FDE52A1545}"/>
          </ac:spMkLst>
        </pc:spChg>
        <pc:spChg chg="add mod">
          <ac:chgData name="Ashley Bowen" userId="5aa79cc5-3bca-43e9-9996-1a54ad44e494" providerId="ADAL" clId="{B5943D85-A2AB-4231-B3F6-29EC95199E9D}" dt="2025-12-09T17:43:27.988" v="4531"/>
          <ac:spMkLst>
            <pc:docMk/>
            <pc:sldMk cId="1844096558" sldId="2147482569"/>
            <ac:spMk id="5" creationId="{17A982BD-F36C-77D0-B7BC-8202110D04AF}"/>
          </ac:spMkLst>
        </pc:spChg>
        <pc:spChg chg="add mod">
          <ac:chgData name="Ashley Bowen" userId="5aa79cc5-3bca-43e9-9996-1a54ad44e494" providerId="ADAL" clId="{B5943D85-A2AB-4231-B3F6-29EC95199E9D}" dt="2025-12-09T17:43:27.988" v="4531"/>
          <ac:spMkLst>
            <pc:docMk/>
            <pc:sldMk cId="1844096558" sldId="2147482569"/>
            <ac:spMk id="6" creationId="{FB7B8B51-9F6A-93AB-7780-66E30285962B}"/>
          </ac:spMkLst>
        </pc:spChg>
        <pc:spChg chg="add mod">
          <ac:chgData name="Ashley Bowen" userId="5aa79cc5-3bca-43e9-9996-1a54ad44e494" providerId="ADAL" clId="{B5943D85-A2AB-4231-B3F6-29EC95199E9D}" dt="2025-12-09T17:43:27.988" v="4531"/>
          <ac:spMkLst>
            <pc:docMk/>
            <pc:sldMk cId="1844096558" sldId="2147482569"/>
            <ac:spMk id="7" creationId="{A88366DF-CC86-2C4B-FA12-49090AE29709}"/>
          </ac:spMkLst>
        </pc:spChg>
        <pc:spChg chg="add mod">
          <ac:chgData name="Ashley Bowen" userId="5aa79cc5-3bca-43e9-9996-1a54ad44e494" providerId="ADAL" clId="{B5943D85-A2AB-4231-B3F6-29EC95199E9D}" dt="2025-12-09T17:43:27.988" v="4531"/>
          <ac:spMkLst>
            <pc:docMk/>
            <pc:sldMk cId="1844096558" sldId="2147482569"/>
            <ac:spMk id="8" creationId="{1E87216A-E57C-FFC1-E53C-EA80EEA96E33}"/>
          </ac:spMkLst>
        </pc:spChg>
        <pc:spChg chg="add mod">
          <ac:chgData name="Ashley Bowen" userId="5aa79cc5-3bca-43e9-9996-1a54ad44e494" providerId="ADAL" clId="{B5943D85-A2AB-4231-B3F6-29EC95199E9D}" dt="2025-12-09T17:43:27.988" v="4531"/>
          <ac:spMkLst>
            <pc:docMk/>
            <pc:sldMk cId="1844096558" sldId="2147482569"/>
            <ac:spMk id="10" creationId="{E2610BBB-4BD4-7E7B-3C24-7565FBFBC3AE}"/>
          </ac:spMkLst>
        </pc:spChg>
        <pc:spChg chg="add mod">
          <ac:chgData name="Ashley Bowen" userId="5aa79cc5-3bca-43e9-9996-1a54ad44e494" providerId="ADAL" clId="{B5943D85-A2AB-4231-B3F6-29EC95199E9D}" dt="2025-12-09T17:43:27.988" v="4531"/>
          <ac:spMkLst>
            <pc:docMk/>
            <pc:sldMk cId="1844096558" sldId="2147482569"/>
            <ac:spMk id="11" creationId="{4957C0E1-8FC8-76FD-AB2C-A216BF78CC1F}"/>
          </ac:spMkLst>
        </pc:spChg>
        <pc:spChg chg="add mod">
          <ac:chgData name="Ashley Bowen" userId="5aa79cc5-3bca-43e9-9996-1a54ad44e494" providerId="ADAL" clId="{B5943D85-A2AB-4231-B3F6-29EC95199E9D}" dt="2025-12-09T17:43:27.988" v="4531"/>
          <ac:spMkLst>
            <pc:docMk/>
            <pc:sldMk cId="1844096558" sldId="2147482569"/>
            <ac:spMk id="12" creationId="{B5E14598-A1A6-2C22-FC5B-568284ED897D}"/>
          </ac:spMkLst>
        </pc:spChg>
        <pc:spChg chg="add mod">
          <ac:chgData name="Ashley Bowen" userId="5aa79cc5-3bca-43e9-9996-1a54ad44e494" providerId="ADAL" clId="{B5943D85-A2AB-4231-B3F6-29EC95199E9D}" dt="2025-12-09T17:43:27.988" v="4531"/>
          <ac:spMkLst>
            <pc:docMk/>
            <pc:sldMk cId="1844096558" sldId="2147482569"/>
            <ac:spMk id="13" creationId="{34190161-D334-4CB5-651F-EF5D8B1C6940}"/>
          </ac:spMkLst>
        </pc:spChg>
        <pc:spChg chg="del">
          <ac:chgData name="Ashley Bowen" userId="5aa79cc5-3bca-43e9-9996-1a54ad44e494" providerId="ADAL" clId="{B5943D85-A2AB-4231-B3F6-29EC95199E9D}" dt="2025-12-09T17:43:02.105" v="4526" actId="478"/>
          <ac:spMkLst>
            <pc:docMk/>
            <pc:sldMk cId="1844096558" sldId="2147482569"/>
            <ac:spMk id="14" creationId="{1FC871AE-FD46-8E04-2672-8607F3D3C0DB}"/>
          </ac:spMkLst>
        </pc:spChg>
        <pc:spChg chg="del">
          <ac:chgData name="Ashley Bowen" userId="5aa79cc5-3bca-43e9-9996-1a54ad44e494" providerId="ADAL" clId="{B5943D85-A2AB-4231-B3F6-29EC95199E9D}" dt="2025-12-09T17:43:03.424" v="4527" actId="478"/>
          <ac:spMkLst>
            <pc:docMk/>
            <pc:sldMk cId="1844096558" sldId="2147482569"/>
            <ac:spMk id="15" creationId="{1A3267A1-2FB9-D7A6-6276-C274AA7A5FEB}"/>
          </ac:spMkLst>
        </pc:spChg>
        <pc:spChg chg="add mod">
          <ac:chgData name="Ashley Bowen" userId="5aa79cc5-3bca-43e9-9996-1a54ad44e494" providerId="ADAL" clId="{B5943D85-A2AB-4231-B3F6-29EC95199E9D}" dt="2025-12-09T17:43:27.988" v="4531"/>
          <ac:spMkLst>
            <pc:docMk/>
            <pc:sldMk cId="1844096558" sldId="2147482569"/>
            <ac:spMk id="16" creationId="{1A33CA37-E205-F6C6-5577-B39F36B556A9}"/>
          </ac:spMkLst>
        </pc:spChg>
        <pc:spChg chg="add mod">
          <ac:chgData name="Ashley Bowen" userId="5aa79cc5-3bca-43e9-9996-1a54ad44e494" providerId="ADAL" clId="{B5943D85-A2AB-4231-B3F6-29EC95199E9D}" dt="2025-12-09T17:43:27.988" v="4531"/>
          <ac:spMkLst>
            <pc:docMk/>
            <pc:sldMk cId="1844096558" sldId="2147482569"/>
            <ac:spMk id="18" creationId="{8744634E-B81D-249B-C9D8-84D63DEB3559}"/>
          </ac:spMkLst>
        </pc:spChg>
        <pc:spChg chg="add mod">
          <ac:chgData name="Ashley Bowen" userId="5aa79cc5-3bca-43e9-9996-1a54ad44e494" providerId="ADAL" clId="{B5943D85-A2AB-4231-B3F6-29EC95199E9D}" dt="2025-12-09T17:43:44.187" v="4533"/>
          <ac:spMkLst>
            <pc:docMk/>
            <pc:sldMk cId="1844096558" sldId="2147482569"/>
            <ac:spMk id="19" creationId="{8058DD4E-CA25-0F02-A20E-C9079F6F13A4}"/>
          </ac:spMkLst>
        </pc:spChg>
        <pc:spChg chg="add mod">
          <ac:chgData name="Ashley Bowen" userId="5aa79cc5-3bca-43e9-9996-1a54ad44e494" providerId="ADAL" clId="{B5943D85-A2AB-4231-B3F6-29EC95199E9D}" dt="2025-12-09T17:43:44.187" v="4533"/>
          <ac:spMkLst>
            <pc:docMk/>
            <pc:sldMk cId="1844096558" sldId="2147482569"/>
            <ac:spMk id="20" creationId="{76D8FD61-8430-D73D-6E47-4660D6DF9C28}"/>
          </ac:spMkLst>
        </pc:spChg>
        <pc:spChg chg="add mod">
          <ac:chgData name="Ashley Bowen" userId="5aa79cc5-3bca-43e9-9996-1a54ad44e494" providerId="ADAL" clId="{B5943D85-A2AB-4231-B3F6-29EC95199E9D}" dt="2025-12-09T17:43:44.187" v="4533"/>
          <ac:spMkLst>
            <pc:docMk/>
            <pc:sldMk cId="1844096558" sldId="2147482569"/>
            <ac:spMk id="21" creationId="{C96E12A5-5B9F-4966-A518-2F432B56CD50}"/>
          </ac:spMkLst>
        </pc:spChg>
        <pc:spChg chg="add mod">
          <ac:chgData name="Ashley Bowen" userId="5aa79cc5-3bca-43e9-9996-1a54ad44e494" providerId="ADAL" clId="{B5943D85-A2AB-4231-B3F6-29EC95199E9D}" dt="2025-12-09T17:43:44.187" v="4533"/>
          <ac:spMkLst>
            <pc:docMk/>
            <pc:sldMk cId="1844096558" sldId="2147482569"/>
            <ac:spMk id="22" creationId="{F3FEDC92-6134-26B8-194C-095FA98AE403}"/>
          </ac:spMkLst>
        </pc:spChg>
        <pc:spChg chg="add mod">
          <ac:chgData name="Ashley Bowen" userId="5aa79cc5-3bca-43e9-9996-1a54ad44e494" providerId="ADAL" clId="{B5943D85-A2AB-4231-B3F6-29EC95199E9D}" dt="2025-12-09T17:43:44.187" v="4533"/>
          <ac:spMkLst>
            <pc:docMk/>
            <pc:sldMk cId="1844096558" sldId="2147482569"/>
            <ac:spMk id="23" creationId="{ECB40230-A01D-C682-ACF9-DB50DD51B978}"/>
          </ac:spMkLst>
        </pc:spChg>
        <pc:spChg chg="add mod">
          <ac:chgData name="Ashley Bowen" userId="5aa79cc5-3bca-43e9-9996-1a54ad44e494" providerId="ADAL" clId="{B5943D85-A2AB-4231-B3F6-29EC95199E9D}" dt="2025-12-09T17:43:44.187" v="4533"/>
          <ac:spMkLst>
            <pc:docMk/>
            <pc:sldMk cId="1844096558" sldId="2147482569"/>
            <ac:spMk id="24" creationId="{1D572293-70ED-3B3A-24A4-57F1DD668B9B}"/>
          </ac:spMkLst>
        </pc:spChg>
        <pc:spChg chg="add mod">
          <ac:chgData name="Ashley Bowen" userId="5aa79cc5-3bca-43e9-9996-1a54ad44e494" providerId="ADAL" clId="{B5943D85-A2AB-4231-B3F6-29EC95199E9D}" dt="2025-12-09T17:43:44.187" v="4533"/>
          <ac:spMkLst>
            <pc:docMk/>
            <pc:sldMk cId="1844096558" sldId="2147482569"/>
            <ac:spMk id="25" creationId="{2E0C480A-AFD2-F166-76F8-64AE45FE6D82}"/>
          </ac:spMkLst>
        </pc:spChg>
        <pc:spChg chg="add mod">
          <ac:chgData name="Ashley Bowen" userId="5aa79cc5-3bca-43e9-9996-1a54ad44e494" providerId="ADAL" clId="{B5943D85-A2AB-4231-B3F6-29EC95199E9D}" dt="2025-12-09T17:43:44.187" v="4533"/>
          <ac:spMkLst>
            <pc:docMk/>
            <pc:sldMk cId="1844096558" sldId="2147482569"/>
            <ac:spMk id="27" creationId="{EFB4D068-A3CA-5AC2-9506-A231A6E9FF7E}"/>
          </ac:spMkLst>
        </pc:spChg>
        <pc:spChg chg="add mod">
          <ac:chgData name="Ashley Bowen" userId="5aa79cc5-3bca-43e9-9996-1a54ad44e494" providerId="ADAL" clId="{B5943D85-A2AB-4231-B3F6-29EC95199E9D}" dt="2025-12-09T17:43:44.187" v="4533"/>
          <ac:spMkLst>
            <pc:docMk/>
            <pc:sldMk cId="1844096558" sldId="2147482569"/>
            <ac:spMk id="28" creationId="{466BB9A7-E95A-7C2A-83BA-92BE637C1469}"/>
          </ac:spMkLst>
        </pc:spChg>
        <pc:spChg chg="add mod">
          <ac:chgData name="Ashley Bowen" userId="5aa79cc5-3bca-43e9-9996-1a54ad44e494" providerId="ADAL" clId="{B5943D85-A2AB-4231-B3F6-29EC95199E9D}" dt="2025-12-09T17:43:44.187" v="4533"/>
          <ac:spMkLst>
            <pc:docMk/>
            <pc:sldMk cId="1844096558" sldId="2147482569"/>
            <ac:spMk id="29" creationId="{2DA81063-766D-9FAE-F9F7-F36102A0D4E9}"/>
          </ac:spMkLst>
        </pc:spChg>
        <pc:spChg chg="add mod">
          <ac:chgData name="Ashley Bowen" userId="5aa79cc5-3bca-43e9-9996-1a54ad44e494" providerId="ADAL" clId="{B5943D85-A2AB-4231-B3F6-29EC95199E9D}" dt="2025-12-09T17:44:31.669" v="4541" actId="1076"/>
          <ac:spMkLst>
            <pc:docMk/>
            <pc:sldMk cId="1844096558" sldId="2147482569"/>
            <ac:spMk id="30" creationId="{AFC1F0BF-4316-9FE5-C81A-F46A2684E9F4}"/>
          </ac:spMkLst>
        </pc:spChg>
        <pc:spChg chg="add mod">
          <ac:chgData name="Ashley Bowen" userId="5aa79cc5-3bca-43e9-9996-1a54ad44e494" providerId="ADAL" clId="{B5943D85-A2AB-4231-B3F6-29EC95199E9D}" dt="2025-12-09T17:44:31.669" v="4541" actId="1076"/>
          <ac:spMkLst>
            <pc:docMk/>
            <pc:sldMk cId="1844096558" sldId="2147482569"/>
            <ac:spMk id="31" creationId="{661BFA62-E678-B63C-7D85-A744039B8D11}"/>
          </ac:spMkLst>
        </pc:spChg>
        <pc:spChg chg="add mod">
          <ac:chgData name="Ashley Bowen" userId="5aa79cc5-3bca-43e9-9996-1a54ad44e494" providerId="ADAL" clId="{B5943D85-A2AB-4231-B3F6-29EC95199E9D}" dt="2025-12-09T17:44:31.669" v="4541" actId="1076"/>
          <ac:spMkLst>
            <pc:docMk/>
            <pc:sldMk cId="1844096558" sldId="2147482569"/>
            <ac:spMk id="32" creationId="{7B116F16-9375-56FE-6CF8-3145E03E5181}"/>
          </ac:spMkLst>
        </pc:spChg>
        <pc:spChg chg="add mod">
          <ac:chgData name="Ashley Bowen" userId="5aa79cc5-3bca-43e9-9996-1a54ad44e494" providerId="ADAL" clId="{B5943D85-A2AB-4231-B3F6-29EC95199E9D}" dt="2025-12-09T17:44:31.669" v="4541" actId="1076"/>
          <ac:spMkLst>
            <pc:docMk/>
            <pc:sldMk cId="1844096558" sldId="2147482569"/>
            <ac:spMk id="33" creationId="{049DB151-38EC-B39D-9E21-FF73A3B5BB11}"/>
          </ac:spMkLst>
        </pc:spChg>
        <pc:spChg chg="add mod">
          <ac:chgData name="Ashley Bowen" userId="5aa79cc5-3bca-43e9-9996-1a54ad44e494" providerId="ADAL" clId="{B5943D85-A2AB-4231-B3F6-29EC95199E9D}" dt="2025-12-09T17:44:31.669" v="4541" actId="1076"/>
          <ac:spMkLst>
            <pc:docMk/>
            <pc:sldMk cId="1844096558" sldId="2147482569"/>
            <ac:spMk id="34" creationId="{0C8E93C2-2DAC-40D0-C51F-719EC2BF3A6F}"/>
          </ac:spMkLst>
        </pc:spChg>
        <pc:spChg chg="add mod">
          <ac:chgData name="Ashley Bowen" userId="5aa79cc5-3bca-43e9-9996-1a54ad44e494" providerId="ADAL" clId="{B5943D85-A2AB-4231-B3F6-29EC95199E9D}" dt="2025-12-09T17:44:31.669" v="4541" actId="1076"/>
          <ac:spMkLst>
            <pc:docMk/>
            <pc:sldMk cId="1844096558" sldId="2147482569"/>
            <ac:spMk id="35" creationId="{DDAEEE27-69DD-CC04-EDF6-6EA7096ED422}"/>
          </ac:spMkLst>
        </pc:spChg>
        <pc:spChg chg="add mod">
          <ac:chgData name="Ashley Bowen" userId="5aa79cc5-3bca-43e9-9996-1a54ad44e494" providerId="ADAL" clId="{B5943D85-A2AB-4231-B3F6-29EC95199E9D}" dt="2025-12-09T17:44:31.669" v="4541" actId="1076"/>
          <ac:spMkLst>
            <pc:docMk/>
            <pc:sldMk cId="1844096558" sldId="2147482569"/>
            <ac:spMk id="36" creationId="{1B2F1FCE-03DF-3FAC-8055-0EAF2FCB7024}"/>
          </ac:spMkLst>
        </pc:spChg>
        <pc:spChg chg="add mod">
          <ac:chgData name="Ashley Bowen" userId="5aa79cc5-3bca-43e9-9996-1a54ad44e494" providerId="ADAL" clId="{B5943D85-A2AB-4231-B3F6-29EC95199E9D}" dt="2025-12-09T17:44:31.669" v="4541" actId="1076"/>
          <ac:spMkLst>
            <pc:docMk/>
            <pc:sldMk cId="1844096558" sldId="2147482569"/>
            <ac:spMk id="37" creationId="{CFF08CC1-50A0-9FB3-5CB7-088D47CC9287}"/>
          </ac:spMkLst>
        </pc:spChg>
        <pc:spChg chg="add mod">
          <ac:chgData name="Ashley Bowen" userId="5aa79cc5-3bca-43e9-9996-1a54ad44e494" providerId="ADAL" clId="{B5943D85-A2AB-4231-B3F6-29EC95199E9D}" dt="2025-12-09T17:44:31.669" v="4541" actId="1076"/>
          <ac:spMkLst>
            <pc:docMk/>
            <pc:sldMk cId="1844096558" sldId="2147482569"/>
            <ac:spMk id="38" creationId="{23653190-D7BA-62FD-B3B1-DEA7C9B53CC9}"/>
          </ac:spMkLst>
        </pc:spChg>
        <pc:spChg chg="add mod">
          <ac:chgData name="Ashley Bowen" userId="5aa79cc5-3bca-43e9-9996-1a54ad44e494" providerId="ADAL" clId="{B5943D85-A2AB-4231-B3F6-29EC95199E9D}" dt="2025-12-09T17:44:31.669" v="4541" actId="1076"/>
          <ac:spMkLst>
            <pc:docMk/>
            <pc:sldMk cId="1844096558" sldId="2147482569"/>
            <ac:spMk id="39" creationId="{07D51197-B39C-5CAA-4DE8-0F1688323A7F}"/>
          </ac:spMkLst>
        </pc:spChg>
        <pc:spChg chg="add mod">
          <ac:chgData name="Ashley Bowen" userId="5aa79cc5-3bca-43e9-9996-1a54ad44e494" providerId="ADAL" clId="{B5943D85-A2AB-4231-B3F6-29EC95199E9D}" dt="2025-12-09T17:44:56.810" v="4544" actId="1076"/>
          <ac:spMkLst>
            <pc:docMk/>
            <pc:sldMk cId="1844096558" sldId="2147482569"/>
            <ac:spMk id="41" creationId="{8723B1E0-B56C-DB48-7BCB-B1B9FF33536E}"/>
          </ac:spMkLst>
        </pc:spChg>
        <pc:spChg chg="add mod">
          <ac:chgData name="Ashley Bowen" userId="5aa79cc5-3bca-43e9-9996-1a54ad44e494" providerId="ADAL" clId="{B5943D85-A2AB-4231-B3F6-29EC95199E9D}" dt="2025-12-09T17:54:12.510" v="4633" actId="207"/>
          <ac:spMkLst>
            <pc:docMk/>
            <pc:sldMk cId="1844096558" sldId="2147482569"/>
            <ac:spMk id="42" creationId="{3B00BEBA-5189-0F3B-C4ED-EA0DE5CDCA81}"/>
          </ac:spMkLst>
        </pc:spChg>
        <pc:spChg chg="add mod">
          <ac:chgData name="Ashley Bowen" userId="5aa79cc5-3bca-43e9-9996-1a54ad44e494" providerId="ADAL" clId="{B5943D85-A2AB-4231-B3F6-29EC95199E9D}" dt="2025-12-09T17:44:56.810" v="4544" actId="1076"/>
          <ac:spMkLst>
            <pc:docMk/>
            <pc:sldMk cId="1844096558" sldId="2147482569"/>
            <ac:spMk id="43" creationId="{E20782D0-D799-E5E5-3479-311954C25CEC}"/>
          </ac:spMkLst>
        </pc:spChg>
        <pc:spChg chg="add mod">
          <ac:chgData name="Ashley Bowen" userId="5aa79cc5-3bca-43e9-9996-1a54ad44e494" providerId="ADAL" clId="{B5943D85-A2AB-4231-B3F6-29EC95199E9D}" dt="2025-12-09T17:44:56.810" v="4544" actId="1076"/>
          <ac:spMkLst>
            <pc:docMk/>
            <pc:sldMk cId="1844096558" sldId="2147482569"/>
            <ac:spMk id="44" creationId="{C91CFC4D-9A3C-F308-34BC-A1B87A4C23D2}"/>
          </ac:spMkLst>
        </pc:spChg>
        <pc:spChg chg="add mod">
          <ac:chgData name="Ashley Bowen" userId="5aa79cc5-3bca-43e9-9996-1a54ad44e494" providerId="ADAL" clId="{B5943D85-A2AB-4231-B3F6-29EC95199E9D}" dt="2025-12-09T17:44:56.810" v="4544" actId="1076"/>
          <ac:spMkLst>
            <pc:docMk/>
            <pc:sldMk cId="1844096558" sldId="2147482569"/>
            <ac:spMk id="46" creationId="{62A61A2C-4F63-A446-399F-F110C5F6AE3F}"/>
          </ac:spMkLst>
        </pc:spChg>
        <pc:spChg chg="add mod">
          <ac:chgData name="Ashley Bowen" userId="5aa79cc5-3bca-43e9-9996-1a54ad44e494" providerId="ADAL" clId="{B5943D85-A2AB-4231-B3F6-29EC95199E9D}" dt="2025-12-09T17:44:56.810" v="4544" actId="1076"/>
          <ac:spMkLst>
            <pc:docMk/>
            <pc:sldMk cId="1844096558" sldId="2147482569"/>
            <ac:spMk id="47" creationId="{FDE8DD5F-280D-C359-1BEC-32892A2D596C}"/>
          </ac:spMkLst>
        </pc:spChg>
        <pc:spChg chg="add mod">
          <ac:chgData name="Ashley Bowen" userId="5aa79cc5-3bca-43e9-9996-1a54ad44e494" providerId="ADAL" clId="{B5943D85-A2AB-4231-B3F6-29EC95199E9D}" dt="2025-12-09T17:44:56.810" v="4544" actId="1076"/>
          <ac:spMkLst>
            <pc:docMk/>
            <pc:sldMk cId="1844096558" sldId="2147482569"/>
            <ac:spMk id="48" creationId="{BD89E3B1-2E4F-9AF0-AC49-132FC1EA5FE7}"/>
          </ac:spMkLst>
        </pc:spChg>
        <pc:spChg chg="add mod">
          <ac:chgData name="Ashley Bowen" userId="5aa79cc5-3bca-43e9-9996-1a54ad44e494" providerId="ADAL" clId="{B5943D85-A2AB-4231-B3F6-29EC95199E9D}" dt="2025-12-09T17:44:56.810" v="4544" actId="1076"/>
          <ac:spMkLst>
            <pc:docMk/>
            <pc:sldMk cId="1844096558" sldId="2147482569"/>
            <ac:spMk id="49" creationId="{848BB275-1E5C-38D2-61F6-FF336FCFC7A0}"/>
          </ac:spMkLst>
        </pc:spChg>
        <pc:spChg chg="add mod">
          <ac:chgData name="Ashley Bowen" userId="5aa79cc5-3bca-43e9-9996-1a54ad44e494" providerId="ADAL" clId="{B5943D85-A2AB-4231-B3F6-29EC95199E9D}" dt="2025-12-09T17:44:56.810" v="4544" actId="1076"/>
          <ac:spMkLst>
            <pc:docMk/>
            <pc:sldMk cId="1844096558" sldId="2147482569"/>
            <ac:spMk id="50" creationId="{BBA1FF5C-EC8C-A3D1-1A48-11193DAC037A}"/>
          </ac:spMkLst>
        </pc:spChg>
        <pc:spChg chg="add mod">
          <ac:chgData name="Ashley Bowen" userId="5aa79cc5-3bca-43e9-9996-1a54ad44e494" providerId="ADAL" clId="{B5943D85-A2AB-4231-B3F6-29EC95199E9D}" dt="2025-12-09T17:44:56.810" v="4544" actId="1076"/>
          <ac:spMkLst>
            <pc:docMk/>
            <pc:sldMk cId="1844096558" sldId="2147482569"/>
            <ac:spMk id="51" creationId="{DBB275BE-0E24-D922-FDB4-402B60DDBEA9}"/>
          </ac:spMkLst>
        </pc:spChg>
        <pc:cxnChg chg="del">
          <ac:chgData name="Ashley Bowen" userId="5aa79cc5-3bca-43e9-9996-1a54ad44e494" providerId="ADAL" clId="{B5943D85-A2AB-4231-B3F6-29EC95199E9D}" dt="2025-12-09T17:43:05.443" v="4528" actId="478"/>
          <ac:cxnSpMkLst>
            <pc:docMk/>
            <pc:sldMk cId="1844096558" sldId="2147482569"/>
            <ac:cxnSpMk id="17" creationId="{222648A2-C37F-B880-E7F2-9F749BD906A0}"/>
          </ac:cxnSpMkLst>
        </pc:cxnChg>
      </pc:sldChg>
      <pc:sldChg chg="addSp delSp modSp add del mod">
        <pc:chgData name="Ashley Bowen" userId="5aa79cc5-3bca-43e9-9996-1a54ad44e494" providerId="ADAL" clId="{B5943D85-A2AB-4231-B3F6-29EC95199E9D}" dt="2025-12-09T16:49:55.366" v="4396" actId="47"/>
        <pc:sldMkLst>
          <pc:docMk/>
          <pc:sldMk cId="3293512626" sldId="2147482569"/>
        </pc:sldMkLst>
        <pc:spChg chg="mod">
          <ac:chgData name="Ashley Bowen" userId="5aa79cc5-3bca-43e9-9996-1a54ad44e494" providerId="ADAL" clId="{B5943D85-A2AB-4231-B3F6-29EC95199E9D}" dt="2025-12-09T16:03:16.831" v="4048" actId="1076"/>
          <ac:spMkLst>
            <pc:docMk/>
            <pc:sldMk cId="3293512626" sldId="2147482569"/>
            <ac:spMk id="2" creationId="{D54B9D26-B0B0-1FB4-6CDC-F88CF7C8DB6B}"/>
          </ac:spMkLst>
        </pc:spChg>
        <pc:spChg chg="add del ord">
          <ac:chgData name="Ashley Bowen" userId="5aa79cc5-3bca-43e9-9996-1a54ad44e494" providerId="ADAL" clId="{B5943D85-A2AB-4231-B3F6-29EC95199E9D}" dt="2025-12-09T16:08:05.501" v="4086" actId="167"/>
          <ac:spMkLst>
            <pc:docMk/>
            <pc:sldMk cId="3293512626" sldId="2147482569"/>
            <ac:spMk id="3" creationId="{74BADA71-2627-0486-3D88-9D23660AE398}"/>
          </ac:spMkLst>
        </pc:spChg>
        <pc:spChg chg="add mod">
          <ac:chgData name="Ashley Bowen" userId="5aa79cc5-3bca-43e9-9996-1a54ad44e494" providerId="ADAL" clId="{B5943D85-A2AB-4231-B3F6-29EC95199E9D}" dt="2025-12-09T16:09:57.021" v="4115" actId="1076"/>
          <ac:spMkLst>
            <pc:docMk/>
            <pc:sldMk cId="3293512626" sldId="2147482569"/>
            <ac:spMk id="11" creationId="{A16A851C-45D5-95A5-DEFB-EFCBA73576AC}"/>
          </ac:spMkLst>
        </pc:spChg>
        <pc:spChg chg="ord">
          <ac:chgData name="Ashley Bowen" userId="5aa79cc5-3bca-43e9-9996-1a54ad44e494" providerId="ADAL" clId="{B5943D85-A2AB-4231-B3F6-29EC95199E9D}" dt="2025-12-09T16:06:29.534" v="4067" actId="166"/>
          <ac:spMkLst>
            <pc:docMk/>
            <pc:sldMk cId="3293512626" sldId="2147482569"/>
            <ac:spMk id="13" creationId="{617DC09D-5825-B0E2-5057-0D226DF1A40B}"/>
          </ac:spMkLst>
        </pc:spChg>
        <pc:grpChg chg="add del mod ord">
          <ac:chgData name="Ashley Bowen" userId="5aa79cc5-3bca-43e9-9996-1a54ad44e494" providerId="ADAL" clId="{B5943D85-A2AB-4231-B3F6-29EC95199E9D}" dt="2025-12-09T16:08:10.083" v="4087" actId="1076"/>
          <ac:grpSpMkLst>
            <pc:docMk/>
            <pc:sldMk cId="3293512626" sldId="2147482569"/>
            <ac:grpSpMk id="4" creationId="{9BBC3136-37B2-5128-2BAD-3E81E01A4E79}"/>
          </ac:grpSpMkLst>
        </pc:grpChg>
        <pc:picChg chg="add mod ord">
          <ac:chgData name="Ashley Bowen" userId="5aa79cc5-3bca-43e9-9996-1a54ad44e494" providerId="ADAL" clId="{B5943D85-A2AB-4231-B3F6-29EC95199E9D}" dt="2025-12-09T16:09:59.166" v="4118" actId="1076"/>
          <ac:picMkLst>
            <pc:docMk/>
            <pc:sldMk cId="3293512626" sldId="2147482569"/>
            <ac:picMk id="8" creationId="{CDC05563-A111-D304-E55A-72E1ADD9099B}"/>
          </ac:picMkLst>
        </pc:picChg>
        <pc:picChg chg="del">
          <ac:chgData name="Ashley Bowen" userId="5aa79cc5-3bca-43e9-9996-1a54ad44e494" providerId="ADAL" clId="{B5943D85-A2AB-4231-B3F6-29EC95199E9D}" dt="2025-12-09T16:01:58.280" v="4039" actId="478"/>
          <ac:picMkLst>
            <pc:docMk/>
            <pc:sldMk cId="3293512626" sldId="2147482569"/>
            <ac:picMk id="37" creationId="{C94C3EF6-59E1-703A-689C-0C80D845D013}"/>
          </ac:picMkLst>
        </pc:picChg>
        <pc:cxnChg chg="add del mod">
          <ac:chgData name="Ashley Bowen" userId="5aa79cc5-3bca-43e9-9996-1a54ad44e494" providerId="ADAL" clId="{B5943D85-A2AB-4231-B3F6-29EC95199E9D}" dt="2025-12-09T16:09:56.332" v="4114" actId="1076"/>
          <ac:cxnSpMkLst>
            <pc:docMk/>
            <pc:sldMk cId="3293512626" sldId="2147482569"/>
            <ac:cxnSpMk id="17" creationId="{A35A7918-AC56-1FA4-9A26-A9ED13C958D9}"/>
          </ac:cxnSpMkLst>
        </pc:cxnChg>
        <pc:cxnChg chg="add del mod">
          <ac:chgData name="Ashley Bowen" userId="5aa79cc5-3bca-43e9-9996-1a54ad44e494" providerId="ADAL" clId="{B5943D85-A2AB-4231-B3F6-29EC95199E9D}" dt="2025-12-09T16:09:55.101" v="4112" actId="11529"/>
          <ac:cxnSpMkLst>
            <pc:docMk/>
            <pc:sldMk cId="3293512626" sldId="2147482569"/>
            <ac:cxnSpMk id="19" creationId="{035FF14A-4A10-DA29-E211-C5F3323479A4}"/>
          </ac:cxnSpMkLst>
        </pc:cxnChg>
        <pc:cxnChg chg="mod">
          <ac:chgData name="Ashley Bowen" userId="5aa79cc5-3bca-43e9-9996-1a54ad44e494" providerId="ADAL" clId="{B5943D85-A2AB-4231-B3F6-29EC95199E9D}" dt="2025-12-09T16:07:51.380" v="4083" actId="478"/>
          <ac:cxnSpMkLst>
            <pc:docMk/>
            <pc:sldMk cId="3293512626" sldId="2147482569"/>
            <ac:cxnSpMk id="26" creationId="{F730BD3A-8526-DF55-DF00-0FD890105F2E}"/>
          </ac:cxnSpMkLst>
        </pc:cxnChg>
        <pc:cxnChg chg="mod ord">
          <ac:chgData name="Ashley Bowen" userId="5aa79cc5-3bca-43e9-9996-1a54ad44e494" providerId="ADAL" clId="{B5943D85-A2AB-4231-B3F6-29EC95199E9D}" dt="2025-12-09T16:07:51.380" v="4083" actId="478"/>
          <ac:cxnSpMkLst>
            <pc:docMk/>
            <pc:sldMk cId="3293512626" sldId="2147482569"/>
            <ac:cxnSpMk id="28" creationId="{4F8F6A7A-61A9-3421-82A5-006DC4973987}"/>
          </ac:cxnSpMkLst>
        </pc:cxnChg>
        <pc:cxnChg chg="mod ord">
          <ac:chgData name="Ashley Bowen" userId="5aa79cc5-3bca-43e9-9996-1a54ad44e494" providerId="ADAL" clId="{B5943D85-A2AB-4231-B3F6-29EC95199E9D}" dt="2025-12-09T16:07:42.084" v="4080" actId="1076"/>
          <ac:cxnSpMkLst>
            <pc:docMk/>
            <pc:sldMk cId="3293512626" sldId="2147482569"/>
            <ac:cxnSpMk id="36" creationId="{2158AA96-B4A2-36E6-C768-87B4B9F869B6}"/>
          </ac:cxnSpMkLst>
        </pc:cxnChg>
        <pc:cxnChg chg="mod ord">
          <ac:chgData name="Ashley Bowen" userId="5aa79cc5-3bca-43e9-9996-1a54ad44e494" providerId="ADAL" clId="{B5943D85-A2AB-4231-B3F6-29EC95199E9D}" dt="2025-12-09T16:07:51.380" v="4083" actId="478"/>
          <ac:cxnSpMkLst>
            <pc:docMk/>
            <pc:sldMk cId="3293512626" sldId="2147482569"/>
            <ac:cxnSpMk id="40" creationId="{A14A8F14-76AC-F016-8F91-ACA7E3258855}"/>
          </ac:cxnSpMkLst>
        </pc:cxnChg>
        <pc:cxnChg chg="mod">
          <ac:chgData name="Ashley Bowen" userId="5aa79cc5-3bca-43e9-9996-1a54ad44e494" providerId="ADAL" clId="{B5943D85-A2AB-4231-B3F6-29EC95199E9D}" dt="2025-12-09T16:07:51.380" v="4083" actId="478"/>
          <ac:cxnSpMkLst>
            <pc:docMk/>
            <pc:sldMk cId="3293512626" sldId="2147482569"/>
            <ac:cxnSpMk id="54" creationId="{E8F8AF5B-B583-91F5-79EE-378E2922A2DA}"/>
          </ac:cxnSpMkLst>
        </pc:cxnChg>
        <pc:cxnChg chg="mod">
          <ac:chgData name="Ashley Bowen" userId="5aa79cc5-3bca-43e9-9996-1a54ad44e494" providerId="ADAL" clId="{B5943D85-A2AB-4231-B3F6-29EC95199E9D}" dt="2025-12-09T16:07:51.380" v="4083" actId="478"/>
          <ac:cxnSpMkLst>
            <pc:docMk/>
            <pc:sldMk cId="3293512626" sldId="2147482569"/>
            <ac:cxnSpMk id="70" creationId="{672DC07F-219B-FCE6-8D35-AE946420651A}"/>
          </ac:cxnSpMkLst>
        </pc:cxnChg>
      </pc:sldChg>
      <pc:sldChg chg="addSp delSp modSp add mod delAnim">
        <pc:chgData name="Ashley Bowen" userId="5aa79cc5-3bca-43e9-9996-1a54ad44e494" providerId="ADAL" clId="{B5943D85-A2AB-4231-B3F6-29EC95199E9D}" dt="2025-12-09T19:24:14.099" v="5065" actId="403"/>
        <pc:sldMkLst>
          <pc:docMk/>
          <pc:sldMk cId="1012756521" sldId="2147482570"/>
        </pc:sldMkLst>
        <pc:spChg chg="mod">
          <ac:chgData name="Ashley Bowen" userId="5aa79cc5-3bca-43e9-9996-1a54ad44e494" providerId="ADAL" clId="{B5943D85-A2AB-4231-B3F6-29EC95199E9D}" dt="2025-12-09T19:24:14.099" v="5065" actId="403"/>
          <ac:spMkLst>
            <pc:docMk/>
            <pc:sldMk cId="1012756521" sldId="2147482570"/>
            <ac:spMk id="2" creationId="{6669A738-35FB-CDE9-B24D-A2BFFA9DF295}"/>
          </ac:spMkLst>
        </pc:spChg>
        <pc:spChg chg="mod">
          <ac:chgData name="Ashley Bowen" userId="5aa79cc5-3bca-43e9-9996-1a54ad44e494" providerId="ADAL" clId="{B5943D85-A2AB-4231-B3F6-29EC95199E9D}" dt="2025-12-09T17:47:59.756" v="4573" actId="1076"/>
          <ac:spMkLst>
            <pc:docMk/>
            <pc:sldMk cId="1012756521" sldId="2147482570"/>
            <ac:spMk id="4" creationId="{1544B652-4E75-D46C-C489-BF342B9D54EB}"/>
          </ac:spMkLst>
        </pc:spChg>
        <pc:spChg chg="mod">
          <ac:chgData name="Ashley Bowen" userId="5aa79cc5-3bca-43e9-9996-1a54ad44e494" providerId="ADAL" clId="{B5943D85-A2AB-4231-B3F6-29EC95199E9D}" dt="2025-12-09T17:47:59.756" v="4573" actId="1076"/>
          <ac:spMkLst>
            <pc:docMk/>
            <pc:sldMk cId="1012756521" sldId="2147482570"/>
            <ac:spMk id="5" creationId="{83A903C5-1060-9230-6D56-80F67B9D7E85}"/>
          </ac:spMkLst>
        </pc:spChg>
        <pc:spChg chg="add mod">
          <ac:chgData name="Ashley Bowen" userId="5aa79cc5-3bca-43e9-9996-1a54ad44e494" providerId="ADAL" clId="{B5943D85-A2AB-4231-B3F6-29EC95199E9D}" dt="2025-12-09T17:47:59.756" v="4573" actId="1076"/>
          <ac:spMkLst>
            <pc:docMk/>
            <pc:sldMk cId="1012756521" sldId="2147482570"/>
            <ac:spMk id="6" creationId="{AA5F96DB-16E8-C41D-9046-C83299746127}"/>
          </ac:spMkLst>
        </pc:spChg>
        <pc:spChg chg="add mod">
          <ac:chgData name="Ashley Bowen" userId="5aa79cc5-3bca-43e9-9996-1a54ad44e494" providerId="ADAL" clId="{B5943D85-A2AB-4231-B3F6-29EC95199E9D}" dt="2025-12-09T17:47:59.756" v="4573" actId="1076"/>
          <ac:spMkLst>
            <pc:docMk/>
            <pc:sldMk cId="1012756521" sldId="2147482570"/>
            <ac:spMk id="7" creationId="{1FD1E2CF-8B29-3F86-0BE1-A0AA2E88DE3D}"/>
          </ac:spMkLst>
        </pc:spChg>
        <pc:spChg chg="mod">
          <ac:chgData name="Ashley Bowen" userId="5aa79cc5-3bca-43e9-9996-1a54ad44e494" providerId="ADAL" clId="{B5943D85-A2AB-4231-B3F6-29EC95199E9D}" dt="2025-12-09T17:47:26.209" v="4568"/>
          <ac:spMkLst>
            <pc:docMk/>
            <pc:sldMk cId="1012756521" sldId="2147482570"/>
            <ac:spMk id="12" creationId="{225C1DB5-2EB4-68C8-BFDE-EB980A2E3BEF}"/>
          </ac:spMkLst>
        </pc:spChg>
        <pc:spChg chg="add mod">
          <ac:chgData name="Ashley Bowen" userId="5aa79cc5-3bca-43e9-9996-1a54ad44e494" providerId="ADAL" clId="{B5943D85-A2AB-4231-B3F6-29EC95199E9D}" dt="2025-12-09T17:47:59.756" v="4573" actId="1076"/>
          <ac:spMkLst>
            <pc:docMk/>
            <pc:sldMk cId="1012756521" sldId="2147482570"/>
            <ac:spMk id="14" creationId="{ED05732F-023A-1356-A5B5-5DE132C509CF}"/>
          </ac:spMkLst>
        </pc:spChg>
        <pc:spChg chg="mod">
          <ac:chgData name="Ashley Bowen" userId="5aa79cc5-3bca-43e9-9996-1a54ad44e494" providerId="ADAL" clId="{B5943D85-A2AB-4231-B3F6-29EC95199E9D}" dt="2025-12-09T17:47:59.756" v="4573" actId="1076"/>
          <ac:spMkLst>
            <pc:docMk/>
            <pc:sldMk cId="1012756521" sldId="2147482570"/>
            <ac:spMk id="15" creationId="{7F85B63C-6D93-60E5-FAB8-5858E067222C}"/>
          </ac:spMkLst>
        </pc:spChg>
        <pc:spChg chg="add mod">
          <ac:chgData name="Ashley Bowen" userId="5aa79cc5-3bca-43e9-9996-1a54ad44e494" providerId="ADAL" clId="{B5943D85-A2AB-4231-B3F6-29EC95199E9D}" dt="2025-12-09T17:47:59.756" v="4573" actId="1076"/>
          <ac:spMkLst>
            <pc:docMk/>
            <pc:sldMk cId="1012756521" sldId="2147482570"/>
            <ac:spMk id="16" creationId="{A66F3086-FACC-2BE0-3F4E-B83164FF218D}"/>
          </ac:spMkLst>
        </pc:spChg>
        <pc:spChg chg="add mod">
          <ac:chgData name="Ashley Bowen" userId="5aa79cc5-3bca-43e9-9996-1a54ad44e494" providerId="ADAL" clId="{B5943D85-A2AB-4231-B3F6-29EC95199E9D}" dt="2025-12-09T17:47:59.756" v="4573" actId="1076"/>
          <ac:spMkLst>
            <pc:docMk/>
            <pc:sldMk cId="1012756521" sldId="2147482570"/>
            <ac:spMk id="19" creationId="{B298D9DA-C4B3-AE31-B978-E14B8183B807}"/>
          </ac:spMkLst>
        </pc:spChg>
        <pc:spChg chg="add mod">
          <ac:chgData name="Ashley Bowen" userId="5aa79cc5-3bca-43e9-9996-1a54ad44e494" providerId="ADAL" clId="{B5943D85-A2AB-4231-B3F6-29EC95199E9D}" dt="2025-12-09T17:47:34.368" v="4569" actId="1076"/>
          <ac:spMkLst>
            <pc:docMk/>
            <pc:sldMk cId="1012756521" sldId="2147482570"/>
            <ac:spMk id="20" creationId="{935944C7-5865-9D00-06F4-36EDE1EC1422}"/>
          </ac:spMkLst>
        </pc:spChg>
        <pc:spChg chg="add mod">
          <ac:chgData name="Ashley Bowen" userId="5aa79cc5-3bca-43e9-9996-1a54ad44e494" providerId="ADAL" clId="{B5943D85-A2AB-4231-B3F6-29EC95199E9D}" dt="2025-12-09T17:47:26.209" v="4568"/>
          <ac:spMkLst>
            <pc:docMk/>
            <pc:sldMk cId="1012756521" sldId="2147482570"/>
            <ac:spMk id="21" creationId="{C52B7F9E-8040-000F-A0D1-287DD951CCAC}"/>
          </ac:spMkLst>
        </pc:spChg>
        <pc:spChg chg="add mod">
          <ac:chgData name="Ashley Bowen" userId="5aa79cc5-3bca-43e9-9996-1a54ad44e494" providerId="ADAL" clId="{B5943D85-A2AB-4231-B3F6-29EC95199E9D}" dt="2025-12-09T17:47:59.756" v="4573" actId="1076"/>
          <ac:spMkLst>
            <pc:docMk/>
            <pc:sldMk cId="1012756521" sldId="2147482570"/>
            <ac:spMk id="22" creationId="{30271623-3429-F8B5-0A58-6E5B41789AD1}"/>
          </ac:spMkLst>
        </pc:spChg>
        <pc:spChg chg="add mod">
          <ac:chgData name="Ashley Bowen" userId="5aa79cc5-3bca-43e9-9996-1a54ad44e494" providerId="ADAL" clId="{B5943D85-A2AB-4231-B3F6-29EC95199E9D}" dt="2025-12-09T17:47:59.756" v="4573" actId="1076"/>
          <ac:spMkLst>
            <pc:docMk/>
            <pc:sldMk cId="1012756521" sldId="2147482570"/>
            <ac:spMk id="30" creationId="{BE093945-8434-A71F-D7D6-0605035BCF47}"/>
          </ac:spMkLst>
        </pc:spChg>
        <pc:spChg chg="add mod ord">
          <ac:chgData name="Ashley Bowen" userId="5aa79cc5-3bca-43e9-9996-1a54ad44e494" providerId="ADAL" clId="{B5943D85-A2AB-4231-B3F6-29EC95199E9D}" dt="2025-12-09T17:47:58.430" v="4572" actId="167"/>
          <ac:spMkLst>
            <pc:docMk/>
            <pc:sldMk cId="1012756521" sldId="2147482570"/>
            <ac:spMk id="31" creationId="{CBE9AC25-C45A-C95C-5539-CEDA09845F33}"/>
          </ac:spMkLst>
        </pc:spChg>
        <pc:spChg chg="mod">
          <ac:chgData name="Ashley Bowen" userId="5aa79cc5-3bca-43e9-9996-1a54ad44e494" providerId="ADAL" clId="{B5943D85-A2AB-4231-B3F6-29EC95199E9D}" dt="2025-12-09T17:54:22.046" v="4634" actId="207"/>
          <ac:spMkLst>
            <pc:docMk/>
            <pc:sldMk cId="1012756521" sldId="2147482570"/>
            <ac:spMk id="32" creationId="{3D049A42-0DB3-C2DC-D200-41B2AE2177C9}"/>
          </ac:spMkLst>
        </pc:spChg>
        <pc:spChg chg="add mod">
          <ac:chgData name="Ashley Bowen" userId="5aa79cc5-3bca-43e9-9996-1a54ad44e494" providerId="ADAL" clId="{B5943D85-A2AB-4231-B3F6-29EC95199E9D}" dt="2025-12-09T17:49:44.753" v="4579" actId="1076"/>
          <ac:spMkLst>
            <pc:docMk/>
            <pc:sldMk cId="1012756521" sldId="2147482570"/>
            <ac:spMk id="33" creationId="{DB439C38-36F0-3863-DE0D-21B30ABB5EB2}"/>
          </ac:spMkLst>
        </pc:spChg>
        <pc:spChg chg="add mod">
          <ac:chgData name="Ashley Bowen" userId="5aa79cc5-3bca-43e9-9996-1a54ad44e494" providerId="ADAL" clId="{B5943D85-A2AB-4231-B3F6-29EC95199E9D}" dt="2025-12-09T17:52:50.117" v="4622" actId="1035"/>
          <ac:spMkLst>
            <pc:docMk/>
            <pc:sldMk cId="1012756521" sldId="2147482570"/>
            <ac:spMk id="34" creationId="{B20AB996-1551-9C0D-549A-96614CC16072}"/>
          </ac:spMkLst>
        </pc:spChg>
        <pc:spChg chg="mod">
          <ac:chgData name="Ashley Bowen" userId="5aa79cc5-3bca-43e9-9996-1a54ad44e494" providerId="ADAL" clId="{B5943D85-A2AB-4231-B3F6-29EC95199E9D}" dt="2025-12-09T17:51:45.079" v="4610" actId="1076"/>
          <ac:spMkLst>
            <pc:docMk/>
            <pc:sldMk cId="1012756521" sldId="2147482570"/>
            <ac:spMk id="35" creationId="{1B3D3B3E-B99C-4888-0095-FB3157A0D573}"/>
          </ac:spMkLst>
        </pc:spChg>
        <pc:spChg chg="add mod">
          <ac:chgData name="Ashley Bowen" userId="5aa79cc5-3bca-43e9-9996-1a54ad44e494" providerId="ADAL" clId="{B5943D85-A2AB-4231-B3F6-29EC95199E9D}" dt="2025-12-09T17:51:50.678" v="4612" actId="1076"/>
          <ac:spMkLst>
            <pc:docMk/>
            <pc:sldMk cId="1012756521" sldId="2147482570"/>
            <ac:spMk id="36" creationId="{9C10EEBD-868E-405B-8EA7-768A62500A13}"/>
          </ac:spMkLst>
        </pc:spChg>
        <pc:spChg chg="mod">
          <ac:chgData name="Ashley Bowen" userId="5aa79cc5-3bca-43e9-9996-1a54ad44e494" providerId="ADAL" clId="{B5943D85-A2AB-4231-B3F6-29EC95199E9D}" dt="2025-12-09T17:49:39.773" v="4578"/>
          <ac:spMkLst>
            <pc:docMk/>
            <pc:sldMk cId="1012756521" sldId="2147482570"/>
            <ac:spMk id="38" creationId="{9204357F-6C1D-6658-FD1D-EEFBBB68E885}"/>
          </ac:spMkLst>
        </pc:spChg>
        <pc:spChg chg="del">
          <ac:chgData name="Ashley Bowen" userId="5aa79cc5-3bca-43e9-9996-1a54ad44e494" providerId="ADAL" clId="{B5943D85-A2AB-4231-B3F6-29EC95199E9D}" dt="2025-12-09T17:47:12.012" v="4554" actId="478"/>
          <ac:spMkLst>
            <pc:docMk/>
            <pc:sldMk cId="1012756521" sldId="2147482570"/>
            <ac:spMk id="41" creationId="{749B19B0-EA17-9FBB-206B-049372A28580}"/>
          </ac:spMkLst>
        </pc:spChg>
        <pc:spChg chg="del">
          <ac:chgData name="Ashley Bowen" userId="5aa79cc5-3bca-43e9-9996-1a54ad44e494" providerId="ADAL" clId="{B5943D85-A2AB-4231-B3F6-29EC95199E9D}" dt="2025-12-09T17:47:24.696" v="4567" actId="478"/>
          <ac:spMkLst>
            <pc:docMk/>
            <pc:sldMk cId="1012756521" sldId="2147482570"/>
            <ac:spMk id="42" creationId="{8FB6499D-5ADF-737C-15CB-480553293CE5}"/>
          </ac:spMkLst>
        </pc:spChg>
        <pc:spChg chg="del mod">
          <ac:chgData name="Ashley Bowen" userId="5aa79cc5-3bca-43e9-9996-1a54ad44e494" providerId="ADAL" clId="{B5943D85-A2AB-4231-B3F6-29EC95199E9D}" dt="2025-12-09T17:47:23.713" v="4566" actId="478"/>
          <ac:spMkLst>
            <pc:docMk/>
            <pc:sldMk cId="1012756521" sldId="2147482570"/>
            <ac:spMk id="43" creationId="{16F3F509-7800-A6A5-88B3-1B9CDFED8D90}"/>
          </ac:spMkLst>
        </pc:spChg>
        <pc:spChg chg="del mod">
          <ac:chgData name="Ashley Bowen" userId="5aa79cc5-3bca-43e9-9996-1a54ad44e494" providerId="ADAL" clId="{B5943D85-A2AB-4231-B3F6-29EC95199E9D}" dt="2025-12-09T17:47:15.020" v="4557" actId="478"/>
          <ac:spMkLst>
            <pc:docMk/>
            <pc:sldMk cId="1012756521" sldId="2147482570"/>
            <ac:spMk id="44" creationId="{B208C7F6-5294-901F-68D0-7CF7E761BEBC}"/>
          </ac:spMkLst>
        </pc:spChg>
        <pc:spChg chg="del">
          <ac:chgData name="Ashley Bowen" userId="5aa79cc5-3bca-43e9-9996-1a54ad44e494" providerId="ADAL" clId="{B5943D85-A2AB-4231-B3F6-29EC95199E9D}" dt="2025-12-09T17:47:22.558" v="4565" actId="478"/>
          <ac:spMkLst>
            <pc:docMk/>
            <pc:sldMk cId="1012756521" sldId="2147482570"/>
            <ac:spMk id="45" creationId="{267BC5B3-A800-2E94-CB36-F0F0441DD40D}"/>
          </ac:spMkLst>
        </pc:spChg>
        <pc:spChg chg="del">
          <ac:chgData name="Ashley Bowen" userId="5aa79cc5-3bca-43e9-9996-1a54ad44e494" providerId="ADAL" clId="{B5943D85-A2AB-4231-B3F6-29EC95199E9D}" dt="2025-12-09T17:47:21.466" v="4564" actId="478"/>
          <ac:spMkLst>
            <pc:docMk/>
            <pc:sldMk cId="1012756521" sldId="2147482570"/>
            <ac:spMk id="46" creationId="{76146CE4-BD97-2CBD-E061-5AB76E8E72B8}"/>
          </ac:spMkLst>
        </pc:spChg>
        <pc:spChg chg="del">
          <ac:chgData name="Ashley Bowen" userId="5aa79cc5-3bca-43e9-9996-1a54ad44e494" providerId="ADAL" clId="{B5943D85-A2AB-4231-B3F6-29EC95199E9D}" dt="2025-12-09T17:47:15.693" v="4558" actId="478"/>
          <ac:spMkLst>
            <pc:docMk/>
            <pc:sldMk cId="1012756521" sldId="2147482570"/>
            <ac:spMk id="47" creationId="{3EE7B21C-4A69-2FBE-F314-051716A70B82}"/>
          </ac:spMkLst>
        </pc:spChg>
        <pc:spChg chg="del">
          <ac:chgData name="Ashley Bowen" userId="5aa79cc5-3bca-43e9-9996-1a54ad44e494" providerId="ADAL" clId="{B5943D85-A2AB-4231-B3F6-29EC95199E9D}" dt="2025-12-09T17:47:16.311" v="4559" actId="478"/>
          <ac:spMkLst>
            <pc:docMk/>
            <pc:sldMk cId="1012756521" sldId="2147482570"/>
            <ac:spMk id="48" creationId="{9D9B8C83-92E5-F290-233C-14AEDA861D99}"/>
          </ac:spMkLst>
        </pc:spChg>
        <pc:spChg chg="del">
          <ac:chgData name="Ashley Bowen" userId="5aa79cc5-3bca-43e9-9996-1a54ad44e494" providerId="ADAL" clId="{B5943D85-A2AB-4231-B3F6-29EC95199E9D}" dt="2025-12-09T17:47:20.245" v="4563" actId="478"/>
          <ac:spMkLst>
            <pc:docMk/>
            <pc:sldMk cId="1012756521" sldId="2147482570"/>
            <ac:spMk id="49" creationId="{51C66BF4-F48A-C59A-7837-218FFC686063}"/>
          </ac:spMkLst>
        </pc:spChg>
        <pc:spChg chg="del">
          <ac:chgData name="Ashley Bowen" userId="5aa79cc5-3bca-43e9-9996-1a54ad44e494" providerId="ADAL" clId="{B5943D85-A2AB-4231-B3F6-29EC95199E9D}" dt="2025-12-09T17:47:16.904" v="4560" actId="478"/>
          <ac:spMkLst>
            <pc:docMk/>
            <pc:sldMk cId="1012756521" sldId="2147482570"/>
            <ac:spMk id="50" creationId="{61E8658D-9130-8449-3B94-5AE407DF29EE}"/>
          </ac:spMkLst>
        </pc:spChg>
        <pc:spChg chg="del mod">
          <ac:chgData name="Ashley Bowen" userId="5aa79cc5-3bca-43e9-9996-1a54ad44e494" providerId="ADAL" clId="{B5943D85-A2AB-4231-B3F6-29EC95199E9D}" dt="2025-12-09T17:47:19.069" v="4562" actId="478"/>
          <ac:spMkLst>
            <pc:docMk/>
            <pc:sldMk cId="1012756521" sldId="2147482570"/>
            <ac:spMk id="51" creationId="{A1E45B06-9DD1-5DB1-9ACA-1662B0D65393}"/>
          </ac:spMkLst>
        </pc:spChg>
        <pc:spChg chg="mod">
          <ac:chgData name="Ashley Bowen" userId="5aa79cc5-3bca-43e9-9996-1a54ad44e494" providerId="ADAL" clId="{B5943D85-A2AB-4231-B3F6-29EC95199E9D}" dt="2025-12-09T17:49:39.773" v="4578"/>
          <ac:spMkLst>
            <pc:docMk/>
            <pc:sldMk cId="1012756521" sldId="2147482570"/>
            <ac:spMk id="52" creationId="{084F6644-D83E-9402-279B-B17539DFAA9D}"/>
          </ac:spMkLst>
        </pc:spChg>
        <pc:spChg chg="add mod">
          <ac:chgData name="Ashley Bowen" userId="5aa79cc5-3bca-43e9-9996-1a54ad44e494" providerId="ADAL" clId="{B5943D85-A2AB-4231-B3F6-29EC95199E9D}" dt="2025-12-09T17:51:48.065" v="4611" actId="1076"/>
          <ac:spMkLst>
            <pc:docMk/>
            <pc:sldMk cId="1012756521" sldId="2147482570"/>
            <ac:spMk id="54" creationId="{38AB81C3-5D3D-D883-E43F-21084E1E4F2B}"/>
          </ac:spMkLst>
        </pc:spChg>
        <pc:spChg chg="mod">
          <ac:chgData name="Ashley Bowen" userId="5aa79cc5-3bca-43e9-9996-1a54ad44e494" providerId="ADAL" clId="{B5943D85-A2AB-4231-B3F6-29EC95199E9D}" dt="2025-12-09T17:51:53.982" v="4613" actId="1076"/>
          <ac:spMkLst>
            <pc:docMk/>
            <pc:sldMk cId="1012756521" sldId="2147482570"/>
            <ac:spMk id="55" creationId="{1A2477A1-0661-CF05-7EF9-850365063314}"/>
          </ac:spMkLst>
        </pc:spChg>
        <pc:spChg chg="mod">
          <ac:chgData name="Ashley Bowen" userId="5aa79cc5-3bca-43e9-9996-1a54ad44e494" providerId="ADAL" clId="{B5943D85-A2AB-4231-B3F6-29EC95199E9D}" dt="2025-12-09T17:52:55.113" v="4627" actId="1035"/>
          <ac:spMkLst>
            <pc:docMk/>
            <pc:sldMk cId="1012756521" sldId="2147482570"/>
            <ac:spMk id="61" creationId="{10BB49A6-A1C9-6BFE-4445-D64E8895361F}"/>
          </ac:spMkLst>
        </pc:spChg>
        <pc:spChg chg="add mod">
          <ac:chgData name="Ashley Bowen" userId="5aa79cc5-3bca-43e9-9996-1a54ad44e494" providerId="ADAL" clId="{B5943D85-A2AB-4231-B3F6-29EC95199E9D}" dt="2025-12-09T17:53:13.663" v="4630" actId="1076"/>
          <ac:spMkLst>
            <pc:docMk/>
            <pc:sldMk cId="1012756521" sldId="2147482570"/>
            <ac:spMk id="62" creationId="{D678DA51-56C1-1B4C-6B5C-252F66CCC8FF}"/>
          </ac:spMkLst>
        </pc:spChg>
        <pc:spChg chg="mod">
          <ac:chgData name="Ashley Bowen" userId="5aa79cc5-3bca-43e9-9996-1a54ad44e494" providerId="ADAL" clId="{B5943D85-A2AB-4231-B3F6-29EC95199E9D}" dt="2025-12-09T17:52:55.113" v="4627" actId="1035"/>
          <ac:spMkLst>
            <pc:docMk/>
            <pc:sldMk cId="1012756521" sldId="2147482570"/>
            <ac:spMk id="63" creationId="{5CA6F17B-A0D6-CE77-5839-5C5DE7A4C344}"/>
          </ac:spMkLst>
        </pc:spChg>
        <pc:spChg chg="add mod">
          <ac:chgData name="Ashley Bowen" userId="5aa79cc5-3bca-43e9-9996-1a54ad44e494" providerId="ADAL" clId="{B5943D85-A2AB-4231-B3F6-29EC95199E9D}" dt="2025-12-09T17:53:20.893" v="4631" actId="1076"/>
          <ac:spMkLst>
            <pc:docMk/>
            <pc:sldMk cId="1012756521" sldId="2147482570"/>
            <ac:spMk id="64" creationId="{FF402C87-2481-7712-F20A-52EC957D67E0}"/>
          </ac:spMkLst>
        </pc:spChg>
        <pc:spChg chg="mod">
          <ac:chgData name="Ashley Bowen" userId="5aa79cc5-3bca-43e9-9996-1a54ad44e494" providerId="ADAL" clId="{B5943D85-A2AB-4231-B3F6-29EC95199E9D}" dt="2025-12-09T17:49:39.773" v="4578"/>
          <ac:spMkLst>
            <pc:docMk/>
            <pc:sldMk cId="1012756521" sldId="2147482570"/>
            <ac:spMk id="70" creationId="{96457217-C157-62DB-463A-FA47F5FBDA89}"/>
          </ac:spMkLst>
        </pc:spChg>
        <pc:spChg chg="add del mod">
          <ac:chgData name="Ashley Bowen" userId="5aa79cc5-3bca-43e9-9996-1a54ad44e494" providerId="ADAL" clId="{B5943D85-A2AB-4231-B3F6-29EC95199E9D}" dt="2025-12-09T17:52:50.117" v="4622" actId="1035"/>
          <ac:spMkLst>
            <pc:docMk/>
            <pc:sldMk cId="1012756521" sldId="2147482570"/>
            <ac:spMk id="72" creationId="{5313F6E0-99BA-0008-280E-41D0B1EC6964}"/>
          </ac:spMkLst>
        </pc:spChg>
        <pc:spChg chg="add mod">
          <ac:chgData name="Ashley Bowen" userId="5aa79cc5-3bca-43e9-9996-1a54ad44e494" providerId="ADAL" clId="{B5943D85-A2AB-4231-B3F6-29EC95199E9D}" dt="2025-12-09T17:50:12.851" v="4582" actId="1076"/>
          <ac:spMkLst>
            <pc:docMk/>
            <pc:sldMk cId="1012756521" sldId="2147482570"/>
            <ac:spMk id="76" creationId="{2C8BBE0E-9781-9CC8-453C-9DE4CB6822CC}"/>
          </ac:spMkLst>
        </pc:spChg>
        <pc:spChg chg="add del mod">
          <ac:chgData name="Ashley Bowen" userId="5aa79cc5-3bca-43e9-9996-1a54ad44e494" providerId="ADAL" clId="{B5943D85-A2AB-4231-B3F6-29EC95199E9D}" dt="2025-12-09T17:50:41.085" v="4589" actId="478"/>
          <ac:spMkLst>
            <pc:docMk/>
            <pc:sldMk cId="1012756521" sldId="2147482570"/>
            <ac:spMk id="80" creationId="{07F3C9F6-FEC9-1186-EB1B-A64DE7017223}"/>
          </ac:spMkLst>
        </pc:spChg>
        <pc:grpChg chg="del">
          <ac:chgData name="Ashley Bowen" userId="5aa79cc5-3bca-43e9-9996-1a54ad44e494" providerId="ADAL" clId="{B5943D85-A2AB-4231-B3F6-29EC95199E9D}" dt="2025-12-09T17:51:16.801" v="4599" actId="478"/>
          <ac:grpSpMkLst>
            <pc:docMk/>
            <pc:sldMk cId="1012756521" sldId="2147482570"/>
            <ac:grpSpMk id="37" creationId="{3C54C617-D35E-8212-463E-A98D03819920}"/>
          </ac:grpSpMkLst>
        </pc:grpChg>
        <pc:grpChg chg="del">
          <ac:chgData name="Ashley Bowen" userId="5aa79cc5-3bca-43e9-9996-1a54ad44e494" providerId="ADAL" clId="{B5943D85-A2AB-4231-B3F6-29EC95199E9D}" dt="2025-12-09T17:51:23.302" v="4604" actId="478"/>
          <ac:grpSpMkLst>
            <pc:docMk/>
            <pc:sldMk cId="1012756521" sldId="2147482570"/>
            <ac:grpSpMk id="65" creationId="{1D06AA1E-79F4-F5EF-B352-4A18893DEB2E}"/>
          </ac:grpSpMkLst>
        </pc:grpChg>
        <pc:cxnChg chg="del">
          <ac:chgData name="Ashley Bowen" userId="5aa79cc5-3bca-43e9-9996-1a54ad44e494" providerId="ADAL" clId="{B5943D85-A2AB-4231-B3F6-29EC95199E9D}" dt="2025-12-09T17:51:18.063" v="4600" actId="478"/>
          <ac:cxnSpMkLst>
            <pc:docMk/>
            <pc:sldMk cId="1012756521" sldId="2147482570"/>
            <ac:cxnSpMk id="56" creationId="{5C4A5385-5D32-25FD-3C41-41F3066A3603}"/>
          </ac:cxnSpMkLst>
        </pc:cxnChg>
        <pc:cxnChg chg="del">
          <ac:chgData name="Ashley Bowen" userId="5aa79cc5-3bca-43e9-9996-1a54ad44e494" providerId="ADAL" clId="{B5943D85-A2AB-4231-B3F6-29EC95199E9D}" dt="2025-12-09T17:50:42.131" v="4590" actId="478"/>
          <ac:cxnSpMkLst>
            <pc:docMk/>
            <pc:sldMk cId="1012756521" sldId="2147482570"/>
            <ac:cxnSpMk id="58" creationId="{7880AEAF-D8BC-E6D6-24CA-86BF1B0D815B}"/>
          </ac:cxnSpMkLst>
        </pc:cxnChg>
        <pc:cxnChg chg="del">
          <ac:chgData name="Ashley Bowen" userId="5aa79cc5-3bca-43e9-9996-1a54ad44e494" providerId="ADAL" clId="{B5943D85-A2AB-4231-B3F6-29EC95199E9D}" dt="2025-12-09T17:50:43.717" v="4592" actId="478"/>
          <ac:cxnSpMkLst>
            <pc:docMk/>
            <pc:sldMk cId="1012756521" sldId="2147482570"/>
            <ac:cxnSpMk id="59" creationId="{2A269D45-FAF5-9943-1A8C-D8BF8D5439B8}"/>
          </ac:cxnSpMkLst>
        </pc:cxnChg>
        <pc:cxnChg chg="del">
          <ac:chgData name="Ashley Bowen" userId="5aa79cc5-3bca-43e9-9996-1a54ad44e494" providerId="ADAL" clId="{B5943D85-A2AB-4231-B3F6-29EC95199E9D}" dt="2025-12-09T17:50:43.078" v="4591" actId="478"/>
          <ac:cxnSpMkLst>
            <pc:docMk/>
            <pc:sldMk cId="1012756521" sldId="2147482570"/>
            <ac:cxnSpMk id="60" creationId="{E882837A-4CCB-13B4-76D3-D0B5126481E4}"/>
          </ac:cxnSpMkLst>
        </pc:cxnChg>
        <pc:cxnChg chg="del">
          <ac:chgData name="Ashley Bowen" userId="5aa79cc5-3bca-43e9-9996-1a54ad44e494" providerId="ADAL" clId="{B5943D85-A2AB-4231-B3F6-29EC95199E9D}" dt="2025-12-09T17:51:19.020" v="4601" actId="478"/>
          <ac:cxnSpMkLst>
            <pc:docMk/>
            <pc:sldMk cId="1012756521" sldId="2147482570"/>
            <ac:cxnSpMk id="73" creationId="{2858412A-978E-75F6-A6DD-72AF374A7748}"/>
          </ac:cxnSpMkLst>
        </pc:cxnChg>
        <pc:cxnChg chg="add mod">
          <ac:chgData name="Ashley Bowen" userId="5aa79cc5-3bca-43e9-9996-1a54ad44e494" providerId="ADAL" clId="{B5943D85-A2AB-4231-B3F6-29EC95199E9D}" dt="2025-12-09T17:50:12.851" v="4582" actId="1076"/>
          <ac:cxnSpMkLst>
            <pc:docMk/>
            <pc:sldMk cId="1012756521" sldId="2147482570"/>
            <ac:cxnSpMk id="74" creationId="{B6C99883-5F39-0DD6-3C2C-F46132554E95}"/>
          </ac:cxnSpMkLst>
        </pc:cxnChg>
        <pc:cxnChg chg="add mod">
          <ac:chgData name="Ashley Bowen" userId="5aa79cc5-3bca-43e9-9996-1a54ad44e494" providerId="ADAL" clId="{B5943D85-A2AB-4231-B3F6-29EC95199E9D}" dt="2025-12-09T17:50:12.851" v="4582" actId="1076"/>
          <ac:cxnSpMkLst>
            <pc:docMk/>
            <pc:sldMk cId="1012756521" sldId="2147482570"/>
            <ac:cxnSpMk id="75" creationId="{609A2E61-082C-6256-14BC-4DE4CE2F014C}"/>
          </ac:cxnSpMkLst>
        </pc:cxnChg>
        <pc:cxnChg chg="add mod">
          <ac:chgData name="Ashley Bowen" userId="5aa79cc5-3bca-43e9-9996-1a54ad44e494" providerId="ADAL" clId="{B5943D85-A2AB-4231-B3F6-29EC95199E9D}" dt="2025-12-09T17:50:12.851" v="4582" actId="1076"/>
          <ac:cxnSpMkLst>
            <pc:docMk/>
            <pc:sldMk cId="1012756521" sldId="2147482570"/>
            <ac:cxnSpMk id="77" creationId="{A805DFB6-34D7-5E31-FD5B-7480428D2511}"/>
          </ac:cxnSpMkLst>
        </pc:cxnChg>
        <pc:cxnChg chg="add del mod">
          <ac:chgData name="Ashley Bowen" userId="5aa79cc5-3bca-43e9-9996-1a54ad44e494" providerId="ADAL" clId="{B5943D85-A2AB-4231-B3F6-29EC95199E9D}" dt="2025-12-09T17:50:41.085" v="4589" actId="478"/>
          <ac:cxnSpMkLst>
            <pc:docMk/>
            <pc:sldMk cId="1012756521" sldId="2147482570"/>
            <ac:cxnSpMk id="78" creationId="{8A0B2C1C-E683-3F31-CD79-36E09DDED030}"/>
          </ac:cxnSpMkLst>
        </pc:cxnChg>
        <pc:cxnChg chg="add del mod">
          <ac:chgData name="Ashley Bowen" userId="5aa79cc5-3bca-43e9-9996-1a54ad44e494" providerId="ADAL" clId="{B5943D85-A2AB-4231-B3F6-29EC95199E9D}" dt="2025-12-09T17:50:41.085" v="4589" actId="478"/>
          <ac:cxnSpMkLst>
            <pc:docMk/>
            <pc:sldMk cId="1012756521" sldId="2147482570"/>
            <ac:cxnSpMk id="79" creationId="{45F692FE-2FA7-E5AF-4BCE-0B9C7F293DA4}"/>
          </ac:cxnSpMkLst>
        </pc:cxnChg>
        <pc:cxnChg chg="add del mod">
          <ac:chgData name="Ashley Bowen" userId="5aa79cc5-3bca-43e9-9996-1a54ad44e494" providerId="ADAL" clId="{B5943D85-A2AB-4231-B3F6-29EC95199E9D}" dt="2025-12-09T17:50:41.085" v="4589" actId="478"/>
          <ac:cxnSpMkLst>
            <pc:docMk/>
            <pc:sldMk cId="1012756521" sldId="2147482570"/>
            <ac:cxnSpMk id="81" creationId="{85D377BC-1127-9EF3-0961-DB368224FC91}"/>
          </ac:cxnSpMkLst>
        </pc:cxnChg>
      </pc:sldChg>
      <pc:sldChg chg="modSp add del mod">
        <pc:chgData name="Ashley Bowen" userId="5aa79cc5-3bca-43e9-9996-1a54ad44e494" providerId="ADAL" clId="{B5943D85-A2AB-4231-B3F6-29EC95199E9D}" dt="2025-12-09T16:49:53.515" v="4395" actId="47"/>
        <pc:sldMkLst>
          <pc:docMk/>
          <pc:sldMk cId="1877443992" sldId="2147482570"/>
        </pc:sldMkLst>
        <pc:spChg chg="mod">
          <ac:chgData name="Ashley Bowen" userId="5aa79cc5-3bca-43e9-9996-1a54ad44e494" providerId="ADAL" clId="{B5943D85-A2AB-4231-B3F6-29EC95199E9D}" dt="2025-12-09T16:34:57.077" v="4257" actId="20577"/>
          <ac:spMkLst>
            <pc:docMk/>
            <pc:sldMk cId="1877443992" sldId="2147482570"/>
            <ac:spMk id="9" creationId="{B76F38D4-4BB9-B548-F2B1-D4BCB9ED0A18}"/>
          </ac:spMkLst>
        </pc:spChg>
        <pc:picChg chg="mod">
          <ac:chgData name="Ashley Bowen" userId="5aa79cc5-3bca-43e9-9996-1a54ad44e494" providerId="ADAL" clId="{B5943D85-A2AB-4231-B3F6-29EC95199E9D}" dt="2025-12-09T16:40:36.490" v="4287" actId="14100"/>
          <ac:picMkLst>
            <pc:docMk/>
            <pc:sldMk cId="1877443992" sldId="2147482570"/>
            <ac:picMk id="37" creationId="{0342B018-C844-E37E-E58A-FE2716D55ECF}"/>
          </ac:picMkLst>
        </pc:picChg>
      </pc:sldChg>
      <pc:sldChg chg="add del">
        <pc:chgData name="Ashley Bowen" userId="5aa79cc5-3bca-43e9-9996-1a54ad44e494" providerId="ADAL" clId="{B5943D85-A2AB-4231-B3F6-29EC95199E9D}" dt="2025-12-09T17:46:22.773" v="4551"/>
        <pc:sldMkLst>
          <pc:docMk/>
          <pc:sldMk cId="1279597441" sldId="2147482571"/>
        </pc:sldMkLst>
      </pc:sldChg>
      <pc:sldChg chg="addSp delSp modSp add mod ord">
        <pc:chgData name="Ashley Bowen" userId="5aa79cc5-3bca-43e9-9996-1a54ad44e494" providerId="ADAL" clId="{B5943D85-A2AB-4231-B3F6-29EC95199E9D}" dt="2025-12-09T19:06:54.926" v="4965" actId="1076"/>
        <pc:sldMkLst>
          <pc:docMk/>
          <pc:sldMk cId="1832766774" sldId="2147482571"/>
        </pc:sldMkLst>
        <pc:spChg chg="add mod">
          <ac:chgData name="Ashley Bowen" userId="5aa79cc5-3bca-43e9-9996-1a54ad44e494" providerId="ADAL" clId="{B5943D85-A2AB-4231-B3F6-29EC95199E9D}" dt="2025-12-09T19:05:45.391" v="4957"/>
          <ac:spMkLst>
            <pc:docMk/>
            <pc:sldMk cId="1832766774" sldId="2147482571"/>
            <ac:spMk id="3" creationId="{331B9187-1B54-56EF-6572-2484EA0B0D4C}"/>
          </ac:spMkLst>
        </pc:spChg>
        <pc:spChg chg="mod">
          <ac:chgData name="Ashley Bowen" userId="5aa79cc5-3bca-43e9-9996-1a54ad44e494" providerId="ADAL" clId="{B5943D85-A2AB-4231-B3F6-29EC95199E9D}" dt="2025-12-09T19:04:59.721" v="4942" actId="20577"/>
          <ac:spMkLst>
            <pc:docMk/>
            <pc:sldMk cId="1832766774" sldId="2147482571"/>
            <ac:spMk id="4" creationId="{1A0D6357-9F0F-C112-CEDA-9EE2AEC37DA8}"/>
          </ac:spMkLst>
        </pc:spChg>
        <pc:spChg chg="del">
          <ac:chgData name="Ashley Bowen" userId="5aa79cc5-3bca-43e9-9996-1a54ad44e494" providerId="ADAL" clId="{B5943D85-A2AB-4231-B3F6-29EC95199E9D}" dt="2025-12-09T19:05:24.135" v="4943" actId="478"/>
          <ac:spMkLst>
            <pc:docMk/>
            <pc:sldMk cId="1832766774" sldId="2147482571"/>
            <ac:spMk id="5" creationId="{B848271E-623E-0B6A-0988-A3DF96351E9B}"/>
          </ac:spMkLst>
        </pc:spChg>
        <pc:spChg chg="del">
          <ac:chgData name="Ashley Bowen" userId="5aa79cc5-3bca-43e9-9996-1a54ad44e494" providerId="ADAL" clId="{B5943D85-A2AB-4231-B3F6-29EC95199E9D}" dt="2025-12-09T19:05:43.770" v="4956" actId="478"/>
          <ac:spMkLst>
            <pc:docMk/>
            <pc:sldMk cId="1832766774" sldId="2147482571"/>
            <ac:spMk id="6" creationId="{7DE62984-12A3-6AD4-165D-9DB0A3E634A7}"/>
          </ac:spMkLst>
        </pc:spChg>
        <pc:spChg chg="del">
          <ac:chgData name="Ashley Bowen" userId="5aa79cc5-3bca-43e9-9996-1a54ad44e494" providerId="ADAL" clId="{B5943D85-A2AB-4231-B3F6-29EC95199E9D}" dt="2025-12-09T19:05:30.293" v="4947" actId="478"/>
          <ac:spMkLst>
            <pc:docMk/>
            <pc:sldMk cId="1832766774" sldId="2147482571"/>
            <ac:spMk id="7" creationId="{4B97DF6D-5FE9-81C9-9E4E-773B3CB4EA88}"/>
          </ac:spMkLst>
        </pc:spChg>
        <pc:spChg chg="del">
          <ac:chgData name="Ashley Bowen" userId="5aa79cc5-3bca-43e9-9996-1a54ad44e494" providerId="ADAL" clId="{B5943D85-A2AB-4231-B3F6-29EC95199E9D}" dt="2025-12-09T19:05:24.987" v="4944" actId="478"/>
          <ac:spMkLst>
            <pc:docMk/>
            <pc:sldMk cId="1832766774" sldId="2147482571"/>
            <ac:spMk id="8" creationId="{D9E9EFF4-D79E-9E05-3C50-FBD16EB3B7D3}"/>
          </ac:spMkLst>
        </pc:spChg>
        <pc:spChg chg="del">
          <ac:chgData name="Ashley Bowen" userId="5aa79cc5-3bca-43e9-9996-1a54ad44e494" providerId="ADAL" clId="{B5943D85-A2AB-4231-B3F6-29EC95199E9D}" dt="2025-12-09T19:05:41.083" v="4955" actId="478"/>
          <ac:spMkLst>
            <pc:docMk/>
            <pc:sldMk cId="1832766774" sldId="2147482571"/>
            <ac:spMk id="9" creationId="{6D277A8E-EA9C-1841-FE87-FCB551CCF9A3}"/>
          </ac:spMkLst>
        </pc:spChg>
        <pc:spChg chg="del">
          <ac:chgData name="Ashley Bowen" userId="5aa79cc5-3bca-43e9-9996-1a54ad44e494" providerId="ADAL" clId="{B5943D85-A2AB-4231-B3F6-29EC95199E9D}" dt="2025-12-09T19:05:31.559" v="4949" actId="478"/>
          <ac:spMkLst>
            <pc:docMk/>
            <pc:sldMk cId="1832766774" sldId="2147482571"/>
            <ac:spMk id="10" creationId="{9071D6E0-A8D3-4388-2D5E-0AB54C8B1C9A}"/>
          </ac:spMkLst>
        </pc:spChg>
        <pc:spChg chg="del">
          <ac:chgData name="Ashley Bowen" userId="5aa79cc5-3bca-43e9-9996-1a54ad44e494" providerId="ADAL" clId="{B5943D85-A2AB-4231-B3F6-29EC95199E9D}" dt="2025-12-09T19:05:35.539" v="4952" actId="478"/>
          <ac:spMkLst>
            <pc:docMk/>
            <pc:sldMk cId="1832766774" sldId="2147482571"/>
            <ac:spMk id="11" creationId="{9676D173-F183-B69F-2906-FCC5357C7316}"/>
          </ac:spMkLst>
        </pc:spChg>
        <pc:spChg chg="del">
          <ac:chgData name="Ashley Bowen" userId="5aa79cc5-3bca-43e9-9996-1a54ad44e494" providerId="ADAL" clId="{B5943D85-A2AB-4231-B3F6-29EC95199E9D}" dt="2025-12-09T19:05:34.123" v="4951" actId="478"/>
          <ac:spMkLst>
            <pc:docMk/>
            <pc:sldMk cId="1832766774" sldId="2147482571"/>
            <ac:spMk id="12" creationId="{12A6C215-F354-1FB8-0989-825AA3B92184}"/>
          </ac:spMkLst>
        </pc:spChg>
        <pc:spChg chg="del">
          <ac:chgData name="Ashley Bowen" userId="5aa79cc5-3bca-43e9-9996-1a54ad44e494" providerId="ADAL" clId="{B5943D85-A2AB-4231-B3F6-29EC95199E9D}" dt="2025-12-09T19:05:38.720" v="4953" actId="478"/>
          <ac:spMkLst>
            <pc:docMk/>
            <pc:sldMk cId="1832766774" sldId="2147482571"/>
            <ac:spMk id="15" creationId="{D9E0DAF1-3B70-3048-ED3B-DA96FC23F974}"/>
          </ac:spMkLst>
        </pc:spChg>
        <pc:spChg chg="add mod">
          <ac:chgData name="Ashley Bowen" userId="5aa79cc5-3bca-43e9-9996-1a54ad44e494" providerId="ADAL" clId="{B5943D85-A2AB-4231-B3F6-29EC95199E9D}" dt="2025-12-09T19:05:58.363" v="4958"/>
          <ac:spMkLst>
            <pc:docMk/>
            <pc:sldMk cId="1832766774" sldId="2147482571"/>
            <ac:spMk id="29" creationId="{D51F1F0D-A374-C466-756A-82D039A83F96}"/>
          </ac:spMkLst>
        </pc:spChg>
        <pc:spChg chg="mod">
          <ac:chgData name="Ashley Bowen" userId="5aa79cc5-3bca-43e9-9996-1a54ad44e494" providerId="ADAL" clId="{B5943D85-A2AB-4231-B3F6-29EC95199E9D}" dt="2025-12-09T19:06:31.192" v="4962"/>
          <ac:spMkLst>
            <pc:docMk/>
            <pc:sldMk cId="1832766774" sldId="2147482571"/>
            <ac:spMk id="41" creationId="{58CA3356-114E-A103-9C5E-EAEC00C5BC9B}"/>
          </ac:spMkLst>
        </pc:spChg>
        <pc:spChg chg="mod">
          <ac:chgData name="Ashley Bowen" userId="5aa79cc5-3bca-43e9-9996-1a54ad44e494" providerId="ADAL" clId="{B5943D85-A2AB-4231-B3F6-29EC95199E9D}" dt="2025-12-09T19:06:31.192" v="4962"/>
          <ac:spMkLst>
            <pc:docMk/>
            <pc:sldMk cId="1832766774" sldId="2147482571"/>
            <ac:spMk id="42" creationId="{A5DAA828-DF30-E5A7-DCD1-8D5FE572228C}"/>
          </ac:spMkLst>
        </pc:spChg>
        <pc:spChg chg="mod">
          <ac:chgData name="Ashley Bowen" userId="5aa79cc5-3bca-43e9-9996-1a54ad44e494" providerId="ADAL" clId="{B5943D85-A2AB-4231-B3F6-29EC95199E9D}" dt="2025-12-09T19:06:31.192" v="4962"/>
          <ac:spMkLst>
            <pc:docMk/>
            <pc:sldMk cId="1832766774" sldId="2147482571"/>
            <ac:spMk id="43" creationId="{60EB787D-A231-7A4D-CFEA-F306727FA3CA}"/>
          </ac:spMkLst>
        </pc:spChg>
        <pc:spChg chg="mod">
          <ac:chgData name="Ashley Bowen" userId="5aa79cc5-3bca-43e9-9996-1a54ad44e494" providerId="ADAL" clId="{B5943D85-A2AB-4231-B3F6-29EC95199E9D}" dt="2025-12-09T19:06:31.192" v="4962"/>
          <ac:spMkLst>
            <pc:docMk/>
            <pc:sldMk cId="1832766774" sldId="2147482571"/>
            <ac:spMk id="44" creationId="{58EEF816-F107-C9BA-E4A8-0C5759B7CE30}"/>
          </ac:spMkLst>
        </pc:spChg>
        <pc:spChg chg="mod">
          <ac:chgData name="Ashley Bowen" userId="5aa79cc5-3bca-43e9-9996-1a54ad44e494" providerId="ADAL" clId="{B5943D85-A2AB-4231-B3F6-29EC95199E9D}" dt="2025-12-09T19:06:31.192" v="4962"/>
          <ac:spMkLst>
            <pc:docMk/>
            <pc:sldMk cId="1832766774" sldId="2147482571"/>
            <ac:spMk id="45" creationId="{9F17DC9C-678C-327F-0BBB-E38B3AA29318}"/>
          </ac:spMkLst>
        </pc:spChg>
        <pc:spChg chg="mod">
          <ac:chgData name="Ashley Bowen" userId="5aa79cc5-3bca-43e9-9996-1a54ad44e494" providerId="ADAL" clId="{B5943D85-A2AB-4231-B3F6-29EC95199E9D}" dt="2025-12-09T19:06:31.192" v="4962"/>
          <ac:spMkLst>
            <pc:docMk/>
            <pc:sldMk cId="1832766774" sldId="2147482571"/>
            <ac:spMk id="46" creationId="{CC485558-1847-5E8E-EC35-5FA302B665A3}"/>
          </ac:spMkLst>
        </pc:spChg>
        <pc:spChg chg="mod">
          <ac:chgData name="Ashley Bowen" userId="5aa79cc5-3bca-43e9-9996-1a54ad44e494" providerId="ADAL" clId="{B5943D85-A2AB-4231-B3F6-29EC95199E9D}" dt="2025-12-09T19:06:31.192" v="4962"/>
          <ac:spMkLst>
            <pc:docMk/>
            <pc:sldMk cId="1832766774" sldId="2147482571"/>
            <ac:spMk id="47" creationId="{34CD1789-C3F4-DA49-236A-256E6B100D1D}"/>
          </ac:spMkLst>
        </pc:spChg>
        <pc:spChg chg="mod">
          <ac:chgData name="Ashley Bowen" userId="5aa79cc5-3bca-43e9-9996-1a54ad44e494" providerId="ADAL" clId="{B5943D85-A2AB-4231-B3F6-29EC95199E9D}" dt="2025-12-09T19:06:31.192" v="4962"/>
          <ac:spMkLst>
            <pc:docMk/>
            <pc:sldMk cId="1832766774" sldId="2147482571"/>
            <ac:spMk id="48" creationId="{6B7EF3DA-F996-4984-E368-D3BB2AEC2F94}"/>
          </ac:spMkLst>
        </pc:spChg>
        <pc:spChg chg="add mod">
          <ac:chgData name="Ashley Bowen" userId="5aa79cc5-3bca-43e9-9996-1a54ad44e494" providerId="ADAL" clId="{B5943D85-A2AB-4231-B3F6-29EC95199E9D}" dt="2025-12-09T19:06:54.926" v="4965" actId="1076"/>
          <ac:spMkLst>
            <pc:docMk/>
            <pc:sldMk cId="1832766774" sldId="2147482571"/>
            <ac:spMk id="49" creationId="{54D0595F-A9A0-74FC-EE41-FC105198DFEA}"/>
          </ac:spMkLst>
        </pc:spChg>
        <pc:grpChg chg="add mod">
          <ac:chgData name="Ashley Bowen" userId="5aa79cc5-3bca-43e9-9996-1a54ad44e494" providerId="ADAL" clId="{B5943D85-A2AB-4231-B3F6-29EC95199E9D}" dt="2025-12-09T19:06:38.932" v="4963" actId="1076"/>
          <ac:grpSpMkLst>
            <pc:docMk/>
            <pc:sldMk cId="1832766774" sldId="2147482571"/>
            <ac:grpSpMk id="40" creationId="{71AE9211-40A2-C8FD-B41C-4B3EBC08CB38}"/>
          </ac:grpSpMkLst>
        </pc:grpChg>
        <pc:picChg chg="del">
          <ac:chgData name="Ashley Bowen" userId="5aa79cc5-3bca-43e9-9996-1a54ad44e494" providerId="ADAL" clId="{B5943D85-A2AB-4231-B3F6-29EC95199E9D}" dt="2025-12-09T19:05:26.652" v="4945" actId="478"/>
          <ac:picMkLst>
            <pc:docMk/>
            <pc:sldMk cId="1832766774" sldId="2147482571"/>
            <ac:picMk id="13" creationId="{24FFF030-4B18-C9CB-E196-BF2D3314BEFB}"/>
          </ac:picMkLst>
        </pc:picChg>
        <pc:picChg chg="del">
          <ac:chgData name="Ashley Bowen" userId="5aa79cc5-3bca-43e9-9996-1a54ad44e494" providerId="ADAL" clId="{B5943D85-A2AB-4231-B3F6-29EC95199E9D}" dt="2025-12-09T19:05:39.606" v="4954" actId="478"/>
          <ac:picMkLst>
            <pc:docMk/>
            <pc:sldMk cId="1832766774" sldId="2147482571"/>
            <ac:picMk id="14" creationId="{F67A987B-B6AE-1508-F12B-E5B00AEA34CC}"/>
          </ac:picMkLst>
        </pc:picChg>
        <pc:picChg chg="del">
          <ac:chgData name="Ashley Bowen" userId="5aa79cc5-3bca-43e9-9996-1a54ad44e494" providerId="ADAL" clId="{B5943D85-A2AB-4231-B3F6-29EC95199E9D}" dt="2025-12-09T19:05:32.487" v="4950" actId="478"/>
          <ac:picMkLst>
            <pc:docMk/>
            <pc:sldMk cId="1832766774" sldId="2147482571"/>
            <ac:picMk id="16" creationId="{BB064F8E-5260-060F-B4B3-57C2E658DE5F}"/>
          </ac:picMkLst>
        </pc:picChg>
        <pc:picChg chg="del">
          <ac:chgData name="Ashley Bowen" userId="5aa79cc5-3bca-43e9-9996-1a54ad44e494" providerId="ADAL" clId="{B5943D85-A2AB-4231-B3F6-29EC95199E9D}" dt="2025-12-09T19:05:30.869" v="4948" actId="478"/>
          <ac:picMkLst>
            <pc:docMk/>
            <pc:sldMk cId="1832766774" sldId="2147482571"/>
            <ac:picMk id="17" creationId="{8A118442-4D9C-77EE-323D-4CC78B1DDA20}"/>
          </ac:picMkLst>
        </pc:picChg>
        <pc:picChg chg="add mod">
          <ac:chgData name="Ashley Bowen" userId="5aa79cc5-3bca-43e9-9996-1a54ad44e494" providerId="ADAL" clId="{B5943D85-A2AB-4231-B3F6-29EC95199E9D}" dt="2025-12-09T19:05:45.391" v="4957"/>
          <ac:picMkLst>
            <pc:docMk/>
            <pc:sldMk cId="1832766774" sldId="2147482571"/>
            <ac:picMk id="18" creationId="{14AD15B0-CBB7-BF76-E843-C63C8B9036F4}"/>
          </ac:picMkLst>
        </pc:picChg>
        <pc:picChg chg="del">
          <ac:chgData name="Ashley Bowen" userId="5aa79cc5-3bca-43e9-9996-1a54ad44e494" providerId="ADAL" clId="{B5943D85-A2AB-4231-B3F6-29EC95199E9D}" dt="2025-12-09T19:05:29.311" v="4946" actId="478"/>
          <ac:picMkLst>
            <pc:docMk/>
            <pc:sldMk cId="1832766774" sldId="2147482571"/>
            <ac:picMk id="19" creationId="{930DEBBC-2DAC-6FE6-104B-C777BB69D299}"/>
          </ac:picMkLst>
        </pc:picChg>
        <pc:picChg chg="add mod">
          <ac:chgData name="Ashley Bowen" userId="5aa79cc5-3bca-43e9-9996-1a54ad44e494" providerId="ADAL" clId="{B5943D85-A2AB-4231-B3F6-29EC95199E9D}" dt="2025-12-09T19:05:58.363" v="4958"/>
          <ac:picMkLst>
            <pc:docMk/>
            <pc:sldMk cId="1832766774" sldId="2147482571"/>
            <ac:picMk id="30" creationId="{463C13C3-615D-D9B5-70BA-444D09F45AB6}"/>
          </ac:picMkLst>
        </pc:picChg>
        <pc:cxnChg chg="add mod">
          <ac:chgData name="Ashley Bowen" userId="5aa79cc5-3bca-43e9-9996-1a54ad44e494" providerId="ADAL" clId="{B5943D85-A2AB-4231-B3F6-29EC95199E9D}" dt="2025-12-09T19:05:45.391" v="4957"/>
          <ac:cxnSpMkLst>
            <pc:docMk/>
            <pc:sldMk cId="1832766774" sldId="2147482571"/>
            <ac:cxnSpMk id="20" creationId="{9B4692E3-3445-C7E5-E3F5-722C2A0C3F41}"/>
          </ac:cxnSpMkLst>
        </pc:cxnChg>
        <pc:cxnChg chg="add mod">
          <ac:chgData name="Ashley Bowen" userId="5aa79cc5-3bca-43e9-9996-1a54ad44e494" providerId="ADAL" clId="{B5943D85-A2AB-4231-B3F6-29EC95199E9D}" dt="2025-12-09T19:05:45.391" v="4957"/>
          <ac:cxnSpMkLst>
            <pc:docMk/>
            <pc:sldMk cId="1832766774" sldId="2147482571"/>
            <ac:cxnSpMk id="21" creationId="{9B7641F3-0A06-3CC6-4DC2-88F219B7A645}"/>
          </ac:cxnSpMkLst>
        </pc:cxnChg>
        <pc:cxnChg chg="add mod">
          <ac:chgData name="Ashley Bowen" userId="5aa79cc5-3bca-43e9-9996-1a54ad44e494" providerId="ADAL" clId="{B5943D85-A2AB-4231-B3F6-29EC95199E9D}" dt="2025-12-09T19:05:45.391" v="4957"/>
          <ac:cxnSpMkLst>
            <pc:docMk/>
            <pc:sldMk cId="1832766774" sldId="2147482571"/>
            <ac:cxnSpMk id="22" creationId="{116E316E-0D47-7C09-FBB9-A0DCEC4B25F9}"/>
          </ac:cxnSpMkLst>
        </pc:cxnChg>
        <pc:cxnChg chg="add mod">
          <ac:chgData name="Ashley Bowen" userId="5aa79cc5-3bca-43e9-9996-1a54ad44e494" providerId="ADAL" clId="{B5943D85-A2AB-4231-B3F6-29EC95199E9D}" dt="2025-12-09T19:05:45.391" v="4957"/>
          <ac:cxnSpMkLst>
            <pc:docMk/>
            <pc:sldMk cId="1832766774" sldId="2147482571"/>
            <ac:cxnSpMk id="23" creationId="{692B8B75-13E3-BBA3-4BF7-C50A91D5B032}"/>
          </ac:cxnSpMkLst>
        </pc:cxnChg>
        <pc:cxnChg chg="add mod">
          <ac:chgData name="Ashley Bowen" userId="5aa79cc5-3bca-43e9-9996-1a54ad44e494" providerId="ADAL" clId="{B5943D85-A2AB-4231-B3F6-29EC95199E9D}" dt="2025-12-09T19:05:45.391" v="4957"/>
          <ac:cxnSpMkLst>
            <pc:docMk/>
            <pc:sldMk cId="1832766774" sldId="2147482571"/>
            <ac:cxnSpMk id="24" creationId="{CF964D52-8BA0-9D15-0689-376D56D38100}"/>
          </ac:cxnSpMkLst>
        </pc:cxnChg>
        <pc:cxnChg chg="add mod">
          <ac:chgData name="Ashley Bowen" userId="5aa79cc5-3bca-43e9-9996-1a54ad44e494" providerId="ADAL" clId="{B5943D85-A2AB-4231-B3F6-29EC95199E9D}" dt="2025-12-09T19:05:45.391" v="4957"/>
          <ac:cxnSpMkLst>
            <pc:docMk/>
            <pc:sldMk cId="1832766774" sldId="2147482571"/>
            <ac:cxnSpMk id="26" creationId="{E261C815-8B53-1C41-E43D-8E1F1F40678D}"/>
          </ac:cxnSpMkLst>
        </pc:cxnChg>
        <pc:cxnChg chg="add mod">
          <ac:chgData name="Ashley Bowen" userId="5aa79cc5-3bca-43e9-9996-1a54ad44e494" providerId="ADAL" clId="{B5943D85-A2AB-4231-B3F6-29EC95199E9D}" dt="2025-12-09T19:05:45.391" v="4957"/>
          <ac:cxnSpMkLst>
            <pc:docMk/>
            <pc:sldMk cId="1832766774" sldId="2147482571"/>
            <ac:cxnSpMk id="27" creationId="{4F722881-02AE-11C9-1524-938CB18FA5BC}"/>
          </ac:cxnSpMkLst>
        </pc:cxnChg>
        <pc:cxnChg chg="add mod">
          <ac:chgData name="Ashley Bowen" userId="5aa79cc5-3bca-43e9-9996-1a54ad44e494" providerId="ADAL" clId="{B5943D85-A2AB-4231-B3F6-29EC95199E9D}" dt="2025-12-09T19:05:45.391" v="4957"/>
          <ac:cxnSpMkLst>
            <pc:docMk/>
            <pc:sldMk cId="1832766774" sldId="2147482571"/>
            <ac:cxnSpMk id="28" creationId="{E3C9C2BB-9238-98C9-42A0-77991208D667}"/>
          </ac:cxnSpMkLst>
        </pc:cxnChg>
        <pc:cxnChg chg="add mod">
          <ac:chgData name="Ashley Bowen" userId="5aa79cc5-3bca-43e9-9996-1a54ad44e494" providerId="ADAL" clId="{B5943D85-A2AB-4231-B3F6-29EC95199E9D}" dt="2025-12-09T19:05:58.363" v="4958"/>
          <ac:cxnSpMkLst>
            <pc:docMk/>
            <pc:sldMk cId="1832766774" sldId="2147482571"/>
            <ac:cxnSpMk id="31" creationId="{DC2A9504-54C2-9358-617F-548155D79AF9}"/>
          </ac:cxnSpMkLst>
        </pc:cxnChg>
        <pc:cxnChg chg="add mod">
          <ac:chgData name="Ashley Bowen" userId="5aa79cc5-3bca-43e9-9996-1a54ad44e494" providerId="ADAL" clId="{B5943D85-A2AB-4231-B3F6-29EC95199E9D}" dt="2025-12-09T19:05:58.363" v="4958"/>
          <ac:cxnSpMkLst>
            <pc:docMk/>
            <pc:sldMk cId="1832766774" sldId="2147482571"/>
            <ac:cxnSpMk id="32" creationId="{ABA90C00-193C-F6F5-F4E4-B6267961C611}"/>
          </ac:cxnSpMkLst>
        </pc:cxnChg>
        <pc:cxnChg chg="add mod">
          <ac:chgData name="Ashley Bowen" userId="5aa79cc5-3bca-43e9-9996-1a54ad44e494" providerId="ADAL" clId="{B5943D85-A2AB-4231-B3F6-29EC95199E9D}" dt="2025-12-09T19:05:58.363" v="4958"/>
          <ac:cxnSpMkLst>
            <pc:docMk/>
            <pc:sldMk cId="1832766774" sldId="2147482571"/>
            <ac:cxnSpMk id="33" creationId="{DB6B839E-886E-3842-509F-5250E36A15C3}"/>
          </ac:cxnSpMkLst>
        </pc:cxnChg>
        <pc:cxnChg chg="add mod">
          <ac:chgData name="Ashley Bowen" userId="5aa79cc5-3bca-43e9-9996-1a54ad44e494" providerId="ADAL" clId="{B5943D85-A2AB-4231-B3F6-29EC95199E9D}" dt="2025-12-09T19:05:58.363" v="4958"/>
          <ac:cxnSpMkLst>
            <pc:docMk/>
            <pc:sldMk cId="1832766774" sldId="2147482571"/>
            <ac:cxnSpMk id="34" creationId="{53F99A31-9AEB-A099-3D1A-5AA5D8E45FEE}"/>
          </ac:cxnSpMkLst>
        </pc:cxnChg>
        <pc:cxnChg chg="add mod">
          <ac:chgData name="Ashley Bowen" userId="5aa79cc5-3bca-43e9-9996-1a54ad44e494" providerId="ADAL" clId="{B5943D85-A2AB-4231-B3F6-29EC95199E9D}" dt="2025-12-09T19:05:58.363" v="4958"/>
          <ac:cxnSpMkLst>
            <pc:docMk/>
            <pc:sldMk cId="1832766774" sldId="2147482571"/>
            <ac:cxnSpMk id="35" creationId="{ADB4641B-303C-6366-3751-256D88E8AD54}"/>
          </ac:cxnSpMkLst>
        </pc:cxnChg>
        <pc:cxnChg chg="add mod">
          <ac:chgData name="Ashley Bowen" userId="5aa79cc5-3bca-43e9-9996-1a54ad44e494" providerId="ADAL" clId="{B5943D85-A2AB-4231-B3F6-29EC95199E9D}" dt="2025-12-09T19:05:58.363" v="4958"/>
          <ac:cxnSpMkLst>
            <pc:docMk/>
            <pc:sldMk cId="1832766774" sldId="2147482571"/>
            <ac:cxnSpMk id="36" creationId="{F7E2CF0B-7789-D56B-5191-957B2C55DDD8}"/>
          </ac:cxnSpMkLst>
        </pc:cxnChg>
        <pc:cxnChg chg="add mod">
          <ac:chgData name="Ashley Bowen" userId="5aa79cc5-3bca-43e9-9996-1a54ad44e494" providerId="ADAL" clId="{B5943D85-A2AB-4231-B3F6-29EC95199E9D}" dt="2025-12-09T19:05:58.363" v="4958"/>
          <ac:cxnSpMkLst>
            <pc:docMk/>
            <pc:sldMk cId="1832766774" sldId="2147482571"/>
            <ac:cxnSpMk id="38" creationId="{0C68B8FA-50E8-330E-541D-8C89B48EBBC8}"/>
          </ac:cxnSpMkLst>
        </pc:cxnChg>
        <pc:cxnChg chg="add mod">
          <ac:chgData name="Ashley Bowen" userId="5aa79cc5-3bca-43e9-9996-1a54ad44e494" providerId="ADAL" clId="{B5943D85-A2AB-4231-B3F6-29EC95199E9D}" dt="2025-12-09T19:05:58.363" v="4958"/>
          <ac:cxnSpMkLst>
            <pc:docMk/>
            <pc:sldMk cId="1832766774" sldId="2147482571"/>
            <ac:cxnSpMk id="39" creationId="{0B2A4F17-DF87-1B81-9BE7-05D2050E528E}"/>
          </ac:cxnSpMkLst>
        </pc:cxnChg>
      </pc:sldChg>
      <pc:sldMasterChg chg="delSldLayout">
        <pc:chgData name="Ashley Bowen" userId="5aa79cc5-3bca-43e9-9996-1a54ad44e494" providerId="ADAL" clId="{B5943D85-A2AB-4231-B3F6-29EC95199E9D}" dt="2025-12-09T17:53:47.997" v="4632" actId="47"/>
        <pc:sldMasterMkLst>
          <pc:docMk/>
          <pc:sldMasterMk cId="3588427678" sldId="2147484229"/>
        </pc:sldMasterMkLst>
        <pc:sldLayoutChg chg="del">
          <pc:chgData name="Ashley Bowen" userId="5aa79cc5-3bca-43e9-9996-1a54ad44e494" providerId="ADAL" clId="{B5943D85-A2AB-4231-B3F6-29EC95199E9D}" dt="2025-12-09T17:53:47.997" v="4632" actId="47"/>
          <pc:sldLayoutMkLst>
            <pc:docMk/>
            <pc:sldMasterMk cId="3588427678" sldId="2147484229"/>
            <pc:sldLayoutMk cId="3259562132" sldId="214748505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061838-B14D-4330-B137-049D387F767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3B357333-8271-44BF-A9CE-DB3F2F7F50B2}">
      <dgm:prSet phldrT="[Text]"/>
      <dgm:spPr>
        <a:solidFill>
          <a:srgbClr val="FE5B38"/>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r>
            <a:rPr lang="en-US" dirty="0"/>
            <a:t>Encryption &amp; data isolation</a:t>
          </a:r>
        </a:p>
      </dgm:t>
    </dgm:pt>
    <dgm:pt modelId="{FDF396B2-4916-4B4D-B72A-591CAAAF9FE6}" type="parTrans" cxnId="{9144F797-866F-457E-9DE5-828B79870F98}">
      <dgm:prSet/>
      <dgm:spPr/>
      <dgm:t>
        <a:bodyPr/>
        <a:lstStyle/>
        <a:p>
          <a:endParaRPr lang="en-US"/>
        </a:p>
      </dgm:t>
    </dgm:pt>
    <dgm:pt modelId="{C1853305-A526-498D-8259-B6F5103D6B48}" type="sibTrans" cxnId="{9144F797-866F-457E-9DE5-828B79870F98}">
      <dgm:prSet/>
      <dgm:spPr/>
      <dgm:t>
        <a:bodyPr/>
        <a:lstStyle/>
        <a:p>
          <a:endParaRPr lang="en-US"/>
        </a:p>
      </dgm:t>
    </dgm:pt>
    <dgm:pt modelId="{3B8F6EEF-D91F-4008-AC28-B5DBDAB76974}">
      <dgm:prSet phldrT="[Text]"/>
      <dgm:spPr>
        <a:solidFill>
          <a:schemeClr val="bg1">
            <a:alpha val="90000"/>
          </a:schemeClr>
        </a:solidFill>
      </dgm:spPr>
      <dgm:t>
        <a:bodyPr/>
        <a:lstStyle/>
        <a:p>
          <a:pPr algn="l">
            <a:buNone/>
          </a:pPr>
          <a:r>
            <a:rPr lang="en-US" dirty="0"/>
            <a:t>Protects data at rest and in transit.</a:t>
          </a:r>
        </a:p>
      </dgm:t>
    </dgm:pt>
    <dgm:pt modelId="{C0D1B45E-256B-4149-8F03-1E13BD7BAE2D}" type="parTrans" cxnId="{B8BA9C4D-7A8E-409C-BE37-8819EC94FE83}">
      <dgm:prSet/>
      <dgm:spPr/>
      <dgm:t>
        <a:bodyPr/>
        <a:lstStyle/>
        <a:p>
          <a:endParaRPr lang="en-US"/>
        </a:p>
      </dgm:t>
    </dgm:pt>
    <dgm:pt modelId="{1F34C9B3-944D-48A0-8FAF-0AB810EEB13A}" type="sibTrans" cxnId="{B8BA9C4D-7A8E-409C-BE37-8819EC94FE83}">
      <dgm:prSet/>
      <dgm:spPr/>
      <dgm:t>
        <a:bodyPr/>
        <a:lstStyle/>
        <a:p>
          <a:endParaRPr lang="en-US"/>
        </a:p>
      </dgm:t>
    </dgm:pt>
    <dgm:pt modelId="{934FB7C6-AA49-4DE0-B21A-61927654CF34}">
      <dgm:prSet phldrT="[Text]" custT="1"/>
      <dgm:spPr>
        <a:solidFill>
          <a:srgbClr val="D8388C"/>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pPr marL="0" lvl="0" indent="0" algn="ctr" defTabSz="800100">
            <a:lnSpc>
              <a:spcPct val="90000"/>
            </a:lnSpc>
            <a:spcBef>
              <a:spcPct val="0"/>
            </a:spcBef>
            <a:spcAft>
              <a:spcPct val="35000"/>
            </a:spcAft>
            <a:buNone/>
          </a:pPr>
          <a:r>
            <a:rPr lang="en-US" sz="1800" kern="1200" dirty="0">
              <a:solidFill>
                <a:srgbClr val="FFFFFF"/>
              </a:solidFill>
              <a:latin typeface="+mn-lt"/>
              <a:ea typeface="+mn-ea"/>
              <a:cs typeface="+mn-cs"/>
            </a:rPr>
            <a:t>Privacy by design</a:t>
          </a:r>
        </a:p>
      </dgm:t>
    </dgm:pt>
    <dgm:pt modelId="{5F33E445-E689-47B3-85ED-A673DF1972A7}" type="parTrans" cxnId="{53D41E0C-A4BF-4314-B2D0-7D12D25236C5}">
      <dgm:prSet/>
      <dgm:spPr/>
      <dgm:t>
        <a:bodyPr/>
        <a:lstStyle/>
        <a:p>
          <a:endParaRPr lang="en-US"/>
        </a:p>
      </dgm:t>
    </dgm:pt>
    <dgm:pt modelId="{374D3697-95B1-43E6-9C0F-E98B6F78A2C5}" type="sibTrans" cxnId="{53D41E0C-A4BF-4314-B2D0-7D12D25236C5}">
      <dgm:prSet/>
      <dgm:spPr/>
      <dgm:t>
        <a:bodyPr/>
        <a:lstStyle/>
        <a:p>
          <a:endParaRPr lang="en-US"/>
        </a:p>
      </dgm:t>
    </dgm:pt>
    <dgm:pt modelId="{25CC0834-8D20-45DB-972C-CF9AC63E5D92}">
      <dgm:prSet phldrT="[Text]"/>
      <dgm:spPr>
        <a:solidFill>
          <a:schemeClr val="bg1">
            <a:alpha val="90000"/>
          </a:schemeClr>
        </a:solidFill>
      </dgm:spPr>
      <dgm:t>
        <a:bodyPr/>
        <a:lstStyle/>
        <a:p>
          <a:pPr>
            <a:buNone/>
          </a:pPr>
          <a:r>
            <a:rPr lang="en-US" dirty="0"/>
            <a:t>Your data remains private. It is not used to train AI models.</a:t>
          </a:r>
        </a:p>
      </dgm:t>
    </dgm:pt>
    <dgm:pt modelId="{7B29859D-A9A0-4EED-BB06-32709D72387D}" type="parTrans" cxnId="{6E8A5CB5-719D-46DD-9E1E-4076F4F5C921}">
      <dgm:prSet/>
      <dgm:spPr/>
      <dgm:t>
        <a:bodyPr/>
        <a:lstStyle/>
        <a:p>
          <a:endParaRPr lang="en-US"/>
        </a:p>
      </dgm:t>
    </dgm:pt>
    <dgm:pt modelId="{5B15C82F-DB33-4E89-9B15-CFBB6CB8C6FA}" type="sibTrans" cxnId="{6E8A5CB5-719D-46DD-9E1E-4076F4F5C921}">
      <dgm:prSet/>
      <dgm:spPr/>
      <dgm:t>
        <a:bodyPr/>
        <a:lstStyle/>
        <a:p>
          <a:endParaRPr lang="en-US"/>
        </a:p>
      </dgm:t>
    </dgm:pt>
    <dgm:pt modelId="{83A62BD1-3E24-4321-AADF-742FD503A94D}">
      <dgm:prSet phldrT="[Text]" custT="1"/>
      <dgm:spPr>
        <a:solidFill>
          <a:srgbClr val="BF3AC4">
            <a:lumMod val="75000"/>
          </a:srgbClr>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r>
            <a:rPr lang="en-US" sz="1800" kern="1200" dirty="0">
              <a:solidFill>
                <a:srgbClr val="FFFFFF"/>
              </a:solidFill>
              <a:latin typeface="+mn-lt"/>
              <a:ea typeface="+mn-ea"/>
              <a:cs typeface="+mn-cs"/>
            </a:rPr>
            <a:t>Access</a:t>
          </a:r>
          <a:r>
            <a:rPr lang="en-US" sz="1800" kern="1200" dirty="0">
              <a:latin typeface="+mn-lt"/>
            </a:rPr>
            <a:t> controls</a:t>
          </a:r>
        </a:p>
      </dgm:t>
    </dgm:pt>
    <dgm:pt modelId="{3154C6E8-B5EE-46B5-BC57-538777E786C0}" type="parTrans" cxnId="{D899FE80-D55A-4E90-AFF8-1C0AD34E7224}">
      <dgm:prSet/>
      <dgm:spPr/>
      <dgm:t>
        <a:bodyPr/>
        <a:lstStyle/>
        <a:p>
          <a:endParaRPr lang="en-US"/>
        </a:p>
      </dgm:t>
    </dgm:pt>
    <dgm:pt modelId="{487C2344-0F33-43D6-8EDB-82AE3EB11A03}" type="sibTrans" cxnId="{D899FE80-D55A-4E90-AFF8-1C0AD34E7224}">
      <dgm:prSet/>
      <dgm:spPr/>
      <dgm:t>
        <a:bodyPr/>
        <a:lstStyle/>
        <a:p>
          <a:endParaRPr lang="en-US"/>
        </a:p>
      </dgm:t>
    </dgm:pt>
    <dgm:pt modelId="{33E7CFB7-B258-402A-A9FE-B99717F6C6AE}">
      <dgm:prSet phldrT="[Text]" custT="1"/>
      <dgm:spPr>
        <a:solidFill>
          <a:srgbClr val="091F2E">
            <a:lumMod val="75000"/>
            <a:lumOff val="25000"/>
          </a:srgbClr>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r>
            <a:rPr lang="en-US" sz="1800" kern="1200" dirty="0">
              <a:solidFill>
                <a:srgbClr val="FFFFFF"/>
              </a:solidFill>
              <a:latin typeface="+mn-lt"/>
              <a:ea typeface="+mn-ea"/>
              <a:cs typeface="+mn-cs"/>
            </a:rPr>
            <a:t>Regional</a:t>
          </a:r>
          <a:r>
            <a:rPr lang="en-US" sz="1800" kern="1200" dirty="0">
              <a:latin typeface="+mn-lt"/>
            </a:rPr>
            <a:t> compliance</a:t>
          </a:r>
        </a:p>
      </dgm:t>
    </dgm:pt>
    <dgm:pt modelId="{E707D06B-4E6F-4A2B-B377-55453831B920}" type="parTrans" cxnId="{D662B976-DD38-45DB-A98F-39B588FCAE27}">
      <dgm:prSet/>
      <dgm:spPr/>
      <dgm:t>
        <a:bodyPr/>
        <a:lstStyle/>
        <a:p>
          <a:endParaRPr lang="en-US"/>
        </a:p>
      </dgm:t>
    </dgm:pt>
    <dgm:pt modelId="{E2B7C400-5267-483F-A0C0-8966ECAACD8E}" type="sibTrans" cxnId="{D662B976-DD38-45DB-A98F-39B588FCAE27}">
      <dgm:prSet/>
      <dgm:spPr/>
      <dgm:t>
        <a:bodyPr/>
        <a:lstStyle/>
        <a:p>
          <a:endParaRPr lang="en-US"/>
        </a:p>
      </dgm:t>
    </dgm:pt>
    <dgm:pt modelId="{0CDC4E00-1325-4BB4-B21B-4C49698E2EDE}">
      <dgm:prSet phldrT="[Text]"/>
      <dgm:spPr>
        <a:solidFill>
          <a:schemeClr val="bg1">
            <a:alpha val="90000"/>
          </a:schemeClr>
        </a:solidFill>
      </dgm:spPr>
      <dgm:t>
        <a:bodyPr/>
        <a:lstStyle/>
        <a:p>
          <a:pPr>
            <a:buNone/>
          </a:pPr>
          <a:r>
            <a:rPr lang="en-US" dirty="0"/>
            <a:t>Copilot respects your organization’s permissions, sensitivity labels, and retention policies.</a:t>
          </a:r>
        </a:p>
      </dgm:t>
    </dgm:pt>
    <dgm:pt modelId="{A77A97AD-990C-4DA5-8944-66F642B549A5}" type="parTrans" cxnId="{41B1C0F6-2D99-4D91-AB1F-FFD714BB612A}">
      <dgm:prSet/>
      <dgm:spPr/>
      <dgm:t>
        <a:bodyPr/>
        <a:lstStyle/>
        <a:p>
          <a:endParaRPr lang="en-US"/>
        </a:p>
      </dgm:t>
    </dgm:pt>
    <dgm:pt modelId="{30E08CEF-330E-4028-A06F-B617AC0CF8DB}" type="sibTrans" cxnId="{41B1C0F6-2D99-4D91-AB1F-FFD714BB612A}">
      <dgm:prSet/>
      <dgm:spPr/>
      <dgm:t>
        <a:bodyPr/>
        <a:lstStyle/>
        <a:p>
          <a:endParaRPr lang="en-US"/>
        </a:p>
      </dgm:t>
    </dgm:pt>
    <dgm:pt modelId="{63AFE45E-215B-4B7A-9D17-3B1D5F81BA3A}">
      <dgm:prSet phldrT="[Text]"/>
      <dgm:spPr>
        <a:solidFill>
          <a:schemeClr val="bg1">
            <a:alpha val="90000"/>
          </a:schemeClr>
        </a:solidFill>
      </dgm:spPr>
      <dgm:t>
        <a:bodyPr/>
        <a:lstStyle/>
        <a:p>
          <a:pPr>
            <a:buNone/>
          </a:pPr>
          <a:r>
            <a:rPr lang="en-US" dirty="0"/>
            <a:t>Data stays within your geographical region, following Microsoft’s processing commitments.</a:t>
          </a:r>
        </a:p>
      </dgm:t>
    </dgm:pt>
    <dgm:pt modelId="{6DFCB313-1DD0-4EE8-814C-B482CE88C6C5}" type="parTrans" cxnId="{93817849-3054-4295-9D8D-40E25820893C}">
      <dgm:prSet/>
      <dgm:spPr/>
      <dgm:t>
        <a:bodyPr/>
        <a:lstStyle/>
        <a:p>
          <a:endParaRPr lang="en-US"/>
        </a:p>
      </dgm:t>
    </dgm:pt>
    <dgm:pt modelId="{BFC2A552-BC81-48BB-A52D-42C5208885AD}" type="sibTrans" cxnId="{93817849-3054-4295-9D8D-40E25820893C}">
      <dgm:prSet/>
      <dgm:spPr/>
      <dgm:t>
        <a:bodyPr/>
        <a:lstStyle/>
        <a:p>
          <a:endParaRPr lang="en-US"/>
        </a:p>
      </dgm:t>
    </dgm:pt>
    <dgm:pt modelId="{D1F53E68-474A-467E-BE4C-D8BA839AF328}" type="pres">
      <dgm:prSet presAssocID="{A6061838-B14D-4330-B137-049D387F767F}" presName="Name0" presStyleCnt="0">
        <dgm:presLayoutVars>
          <dgm:dir/>
          <dgm:animLvl val="lvl"/>
          <dgm:resizeHandles val="exact"/>
        </dgm:presLayoutVars>
      </dgm:prSet>
      <dgm:spPr/>
    </dgm:pt>
    <dgm:pt modelId="{A158AB4D-D3A5-407A-9CC6-31E6085253E9}" type="pres">
      <dgm:prSet presAssocID="{3B357333-8271-44BF-A9CE-DB3F2F7F50B2}" presName="composite" presStyleCnt="0"/>
      <dgm:spPr/>
    </dgm:pt>
    <dgm:pt modelId="{C80D7091-4E49-401B-82E4-580965132627}" type="pres">
      <dgm:prSet presAssocID="{3B357333-8271-44BF-A9CE-DB3F2F7F50B2}" presName="parTx" presStyleLbl="alignNode1" presStyleIdx="0" presStyleCnt="4">
        <dgm:presLayoutVars>
          <dgm:chMax val="0"/>
          <dgm:chPref val="0"/>
          <dgm:bulletEnabled val="1"/>
        </dgm:presLayoutVars>
      </dgm:prSet>
      <dgm:spPr>
        <a:xfrm>
          <a:off x="3825" y="214395"/>
          <a:ext cx="2300092" cy="733618"/>
        </a:xfrm>
        <a:prstGeom prst="rect">
          <a:avLst/>
        </a:prstGeom>
      </dgm:spPr>
    </dgm:pt>
    <dgm:pt modelId="{EB66DFAE-4F03-4275-AD95-967359208F99}" type="pres">
      <dgm:prSet presAssocID="{3B357333-8271-44BF-A9CE-DB3F2F7F50B2}" presName="desTx" presStyleLbl="alignAccFollowNode1" presStyleIdx="0" presStyleCnt="4">
        <dgm:presLayoutVars>
          <dgm:bulletEnabled val="1"/>
        </dgm:presLayoutVars>
      </dgm:prSet>
      <dgm:spPr/>
    </dgm:pt>
    <dgm:pt modelId="{5DBEAFC8-CC1C-428D-BEA6-89F7862E79B6}" type="pres">
      <dgm:prSet presAssocID="{C1853305-A526-498D-8259-B6F5103D6B48}" presName="space" presStyleCnt="0"/>
      <dgm:spPr/>
    </dgm:pt>
    <dgm:pt modelId="{F4FEA1C7-4096-44FD-B370-E8320CD653C6}" type="pres">
      <dgm:prSet presAssocID="{934FB7C6-AA49-4DE0-B21A-61927654CF34}" presName="composite" presStyleCnt="0"/>
      <dgm:spPr/>
    </dgm:pt>
    <dgm:pt modelId="{B308B868-2B5E-4B1F-8ED7-EE2735825D91}" type="pres">
      <dgm:prSet presAssocID="{934FB7C6-AA49-4DE0-B21A-61927654CF34}" presName="parTx" presStyleLbl="alignNode1" presStyleIdx="1" presStyleCnt="4">
        <dgm:presLayoutVars>
          <dgm:chMax val="0"/>
          <dgm:chPref val="0"/>
          <dgm:bulletEnabled val="1"/>
        </dgm:presLayoutVars>
      </dgm:prSet>
      <dgm:spPr>
        <a:xfrm>
          <a:off x="2625930" y="210936"/>
          <a:ext cx="2300092" cy="740536"/>
        </a:xfrm>
        <a:prstGeom prst="rect">
          <a:avLst/>
        </a:prstGeom>
      </dgm:spPr>
    </dgm:pt>
    <dgm:pt modelId="{F555352C-AEA4-4C62-959C-03CB24940907}" type="pres">
      <dgm:prSet presAssocID="{934FB7C6-AA49-4DE0-B21A-61927654CF34}" presName="desTx" presStyleLbl="alignAccFollowNode1" presStyleIdx="1" presStyleCnt="4">
        <dgm:presLayoutVars>
          <dgm:bulletEnabled val="1"/>
        </dgm:presLayoutVars>
      </dgm:prSet>
      <dgm:spPr/>
    </dgm:pt>
    <dgm:pt modelId="{6335D823-0F2A-4D7D-8BBE-A49B269261C6}" type="pres">
      <dgm:prSet presAssocID="{374D3697-95B1-43E6-9C0F-E98B6F78A2C5}" presName="space" presStyleCnt="0"/>
      <dgm:spPr/>
    </dgm:pt>
    <dgm:pt modelId="{D22365E6-5744-4021-9310-B5E09C5FFFFB}" type="pres">
      <dgm:prSet presAssocID="{83A62BD1-3E24-4321-AADF-742FD503A94D}" presName="composite" presStyleCnt="0"/>
      <dgm:spPr/>
    </dgm:pt>
    <dgm:pt modelId="{031BF229-5715-49CB-B6FA-E68187ACDBEF}" type="pres">
      <dgm:prSet presAssocID="{83A62BD1-3E24-4321-AADF-742FD503A94D}" presName="parTx" presStyleLbl="alignNode1" presStyleIdx="2" presStyleCnt="4">
        <dgm:presLayoutVars>
          <dgm:chMax val="0"/>
          <dgm:chPref val="0"/>
          <dgm:bulletEnabled val="1"/>
        </dgm:presLayoutVars>
      </dgm:prSet>
      <dgm:spPr>
        <a:xfrm>
          <a:off x="5248036" y="210936"/>
          <a:ext cx="2300092" cy="740536"/>
        </a:xfrm>
        <a:prstGeom prst="rect">
          <a:avLst/>
        </a:prstGeom>
      </dgm:spPr>
    </dgm:pt>
    <dgm:pt modelId="{A069A84F-A6BC-4A92-96FD-138C9FD130C1}" type="pres">
      <dgm:prSet presAssocID="{83A62BD1-3E24-4321-AADF-742FD503A94D}" presName="desTx" presStyleLbl="alignAccFollowNode1" presStyleIdx="2" presStyleCnt="4">
        <dgm:presLayoutVars>
          <dgm:bulletEnabled val="1"/>
        </dgm:presLayoutVars>
      </dgm:prSet>
      <dgm:spPr/>
    </dgm:pt>
    <dgm:pt modelId="{74E76FF3-0E4A-4750-AAE0-31509C676E00}" type="pres">
      <dgm:prSet presAssocID="{487C2344-0F33-43D6-8EDB-82AE3EB11A03}" presName="space" presStyleCnt="0"/>
      <dgm:spPr/>
    </dgm:pt>
    <dgm:pt modelId="{E7556F3D-456B-49EF-9A7B-AF10872100D3}" type="pres">
      <dgm:prSet presAssocID="{33E7CFB7-B258-402A-A9FE-B99717F6C6AE}" presName="composite" presStyleCnt="0"/>
      <dgm:spPr/>
    </dgm:pt>
    <dgm:pt modelId="{E1E25E75-E23E-41EB-9D60-DF64FC2A6236}" type="pres">
      <dgm:prSet presAssocID="{33E7CFB7-B258-402A-A9FE-B99717F6C6AE}" presName="parTx" presStyleLbl="alignNode1" presStyleIdx="3" presStyleCnt="4">
        <dgm:presLayoutVars>
          <dgm:chMax val="0"/>
          <dgm:chPref val="0"/>
          <dgm:bulletEnabled val="1"/>
        </dgm:presLayoutVars>
      </dgm:prSet>
      <dgm:spPr>
        <a:xfrm>
          <a:off x="7870142" y="210936"/>
          <a:ext cx="2300092" cy="740536"/>
        </a:xfrm>
        <a:prstGeom prst="rect">
          <a:avLst/>
        </a:prstGeom>
      </dgm:spPr>
    </dgm:pt>
    <dgm:pt modelId="{9EF2C008-F8AC-42CB-8233-06E038FC3EE3}" type="pres">
      <dgm:prSet presAssocID="{33E7CFB7-B258-402A-A9FE-B99717F6C6AE}" presName="desTx" presStyleLbl="alignAccFollowNode1" presStyleIdx="3" presStyleCnt="4">
        <dgm:presLayoutVars>
          <dgm:bulletEnabled val="1"/>
        </dgm:presLayoutVars>
      </dgm:prSet>
      <dgm:spPr/>
    </dgm:pt>
  </dgm:ptLst>
  <dgm:cxnLst>
    <dgm:cxn modelId="{53D41E0C-A4BF-4314-B2D0-7D12D25236C5}" srcId="{A6061838-B14D-4330-B137-049D387F767F}" destId="{934FB7C6-AA49-4DE0-B21A-61927654CF34}" srcOrd="1" destOrd="0" parTransId="{5F33E445-E689-47B3-85ED-A673DF1972A7}" sibTransId="{374D3697-95B1-43E6-9C0F-E98B6F78A2C5}"/>
    <dgm:cxn modelId="{712D0E3A-14CC-490E-B8C9-508E737ACE2A}" type="presOf" srcId="{63AFE45E-215B-4B7A-9D17-3B1D5F81BA3A}" destId="{9EF2C008-F8AC-42CB-8233-06E038FC3EE3}" srcOrd="0" destOrd="0" presId="urn:microsoft.com/office/officeart/2005/8/layout/hList1"/>
    <dgm:cxn modelId="{C81AD940-E680-4ED0-8A0A-374BA6B9A8E6}" type="presOf" srcId="{0CDC4E00-1325-4BB4-B21B-4C49698E2EDE}" destId="{A069A84F-A6BC-4A92-96FD-138C9FD130C1}" srcOrd="0" destOrd="0" presId="urn:microsoft.com/office/officeart/2005/8/layout/hList1"/>
    <dgm:cxn modelId="{93817849-3054-4295-9D8D-40E25820893C}" srcId="{33E7CFB7-B258-402A-A9FE-B99717F6C6AE}" destId="{63AFE45E-215B-4B7A-9D17-3B1D5F81BA3A}" srcOrd="0" destOrd="0" parTransId="{6DFCB313-1DD0-4EE8-814C-B482CE88C6C5}" sibTransId="{BFC2A552-BC81-48BB-A52D-42C5208885AD}"/>
    <dgm:cxn modelId="{B519206D-E4E8-44A4-917C-17B3CBEAF645}" type="presOf" srcId="{83A62BD1-3E24-4321-AADF-742FD503A94D}" destId="{031BF229-5715-49CB-B6FA-E68187ACDBEF}" srcOrd="0" destOrd="0" presId="urn:microsoft.com/office/officeart/2005/8/layout/hList1"/>
    <dgm:cxn modelId="{B8BA9C4D-7A8E-409C-BE37-8819EC94FE83}" srcId="{3B357333-8271-44BF-A9CE-DB3F2F7F50B2}" destId="{3B8F6EEF-D91F-4008-AC28-B5DBDAB76974}" srcOrd="0" destOrd="0" parTransId="{C0D1B45E-256B-4149-8F03-1E13BD7BAE2D}" sibTransId="{1F34C9B3-944D-48A0-8FAF-0AB810EEB13A}"/>
    <dgm:cxn modelId="{091BF56D-0343-41BC-8A7B-60E127CB70F1}" type="presOf" srcId="{3B8F6EEF-D91F-4008-AC28-B5DBDAB76974}" destId="{EB66DFAE-4F03-4275-AD95-967359208F99}" srcOrd="0" destOrd="0" presId="urn:microsoft.com/office/officeart/2005/8/layout/hList1"/>
    <dgm:cxn modelId="{426B1672-B2D7-4C27-AA87-B9403BAE4614}" type="presOf" srcId="{3B357333-8271-44BF-A9CE-DB3F2F7F50B2}" destId="{C80D7091-4E49-401B-82E4-580965132627}" srcOrd="0" destOrd="0" presId="urn:microsoft.com/office/officeart/2005/8/layout/hList1"/>
    <dgm:cxn modelId="{D662B976-DD38-45DB-A98F-39B588FCAE27}" srcId="{A6061838-B14D-4330-B137-049D387F767F}" destId="{33E7CFB7-B258-402A-A9FE-B99717F6C6AE}" srcOrd="3" destOrd="0" parTransId="{E707D06B-4E6F-4A2B-B377-55453831B920}" sibTransId="{E2B7C400-5267-483F-A0C0-8966ECAACD8E}"/>
    <dgm:cxn modelId="{37CBDB7B-1FB2-44C3-99E1-94D7E8273927}" type="presOf" srcId="{934FB7C6-AA49-4DE0-B21A-61927654CF34}" destId="{B308B868-2B5E-4B1F-8ED7-EE2735825D91}" srcOrd="0" destOrd="0" presId="urn:microsoft.com/office/officeart/2005/8/layout/hList1"/>
    <dgm:cxn modelId="{D899FE80-D55A-4E90-AFF8-1C0AD34E7224}" srcId="{A6061838-B14D-4330-B137-049D387F767F}" destId="{83A62BD1-3E24-4321-AADF-742FD503A94D}" srcOrd="2" destOrd="0" parTransId="{3154C6E8-B5EE-46B5-BC57-538777E786C0}" sibTransId="{487C2344-0F33-43D6-8EDB-82AE3EB11A03}"/>
    <dgm:cxn modelId="{9144F797-866F-457E-9DE5-828B79870F98}" srcId="{A6061838-B14D-4330-B137-049D387F767F}" destId="{3B357333-8271-44BF-A9CE-DB3F2F7F50B2}" srcOrd="0" destOrd="0" parTransId="{FDF396B2-4916-4B4D-B72A-591CAAAF9FE6}" sibTransId="{C1853305-A526-498D-8259-B6F5103D6B48}"/>
    <dgm:cxn modelId="{244EFDA8-43B2-4EA0-B1AE-448C63AC9F83}" type="presOf" srcId="{25CC0834-8D20-45DB-972C-CF9AC63E5D92}" destId="{F555352C-AEA4-4C62-959C-03CB24940907}" srcOrd="0" destOrd="0" presId="urn:microsoft.com/office/officeart/2005/8/layout/hList1"/>
    <dgm:cxn modelId="{6E8A5CB5-719D-46DD-9E1E-4076F4F5C921}" srcId="{934FB7C6-AA49-4DE0-B21A-61927654CF34}" destId="{25CC0834-8D20-45DB-972C-CF9AC63E5D92}" srcOrd="0" destOrd="0" parTransId="{7B29859D-A9A0-4EED-BB06-32709D72387D}" sibTransId="{5B15C82F-DB33-4E89-9B15-CFBB6CB8C6FA}"/>
    <dgm:cxn modelId="{A4E97AE1-E176-4D9C-ADC2-47751C4B0A19}" type="presOf" srcId="{33E7CFB7-B258-402A-A9FE-B99717F6C6AE}" destId="{E1E25E75-E23E-41EB-9D60-DF64FC2A6236}" srcOrd="0" destOrd="0" presId="urn:microsoft.com/office/officeart/2005/8/layout/hList1"/>
    <dgm:cxn modelId="{2C86D8E8-6073-431B-9E13-A66DA8A54AE2}" type="presOf" srcId="{A6061838-B14D-4330-B137-049D387F767F}" destId="{D1F53E68-474A-467E-BE4C-D8BA839AF328}" srcOrd="0" destOrd="0" presId="urn:microsoft.com/office/officeart/2005/8/layout/hList1"/>
    <dgm:cxn modelId="{41B1C0F6-2D99-4D91-AB1F-FFD714BB612A}" srcId="{83A62BD1-3E24-4321-AADF-742FD503A94D}" destId="{0CDC4E00-1325-4BB4-B21B-4C49698E2EDE}" srcOrd="0" destOrd="0" parTransId="{A77A97AD-990C-4DA5-8944-66F642B549A5}" sibTransId="{30E08CEF-330E-4028-A06F-B617AC0CF8DB}"/>
    <dgm:cxn modelId="{8CF435CE-08AB-4B22-9452-C7EC939A7420}" type="presParOf" srcId="{D1F53E68-474A-467E-BE4C-D8BA839AF328}" destId="{A158AB4D-D3A5-407A-9CC6-31E6085253E9}" srcOrd="0" destOrd="0" presId="urn:microsoft.com/office/officeart/2005/8/layout/hList1"/>
    <dgm:cxn modelId="{5418BCA0-74FD-42D5-89B9-37DD95F21E5A}" type="presParOf" srcId="{A158AB4D-D3A5-407A-9CC6-31E6085253E9}" destId="{C80D7091-4E49-401B-82E4-580965132627}" srcOrd="0" destOrd="0" presId="urn:microsoft.com/office/officeart/2005/8/layout/hList1"/>
    <dgm:cxn modelId="{626AADFD-74F5-4E9B-A95B-9CB849E4D239}" type="presParOf" srcId="{A158AB4D-D3A5-407A-9CC6-31E6085253E9}" destId="{EB66DFAE-4F03-4275-AD95-967359208F99}" srcOrd="1" destOrd="0" presId="urn:microsoft.com/office/officeart/2005/8/layout/hList1"/>
    <dgm:cxn modelId="{E4477065-6635-4DBC-997D-9448DE457F73}" type="presParOf" srcId="{D1F53E68-474A-467E-BE4C-D8BA839AF328}" destId="{5DBEAFC8-CC1C-428D-BEA6-89F7862E79B6}" srcOrd="1" destOrd="0" presId="urn:microsoft.com/office/officeart/2005/8/layout/hList1"/>
    <dgm:cxn modelId="{EF03DBDC-F2B5-4AFF-82F6-B7B5451EF5A5}" type="presParOf" srcId="{D1F53E68-474A-467E-BE4C-D8BA839AF328}" destId="{F4FEA1C7-4096-44FD-B370-E8320CD653C6}" srcOrd="2" destOrd="0" presId="urn:microsoft.com/office/officeart/2005/8/layout/hList1"/>
    <dgm:cxn modelId="{C33CFC44-EA8E-474A-BACA-78489E4DB37C}" type="presParOf" srcId="{F4FEA1C7-4096-44FD-B370-E8320CD653C6}" destId="{B308B868-2B5E-4B1F-8ED7-EE2735825D91}" srcOrd="0" destOrd="0" presId="urn:microsoft.com/office/officeart/2005/8/layout/hList1"/>
    <dgm:cxn modelId="{F7706EC8-227A-4CF1-B809-A3F318684694}" type="presParOf" srcId="{F4FEA1C7-4096-44FD-B370-E8320CD653C6}" destId="{F555352C-AEA4-4C62-959C-03CB24940907}" srcOrd="1" destOrd="0" presId="urn:microsoft.com/office/officeart/2005/8/layout/hList1"/>
    <dgm:cxn modelId="{DB246AF6-19B6-400D-8A1A-23A9F5560F65}" type="presParOf" srcId="{D1F53E68-474A-467E-BE4C-D8BA839AF328}" destId="{6335D823-0F2A-4D7D-8BBE-A49B269261C6}" srcOrd="3" destOrd="0" presId="urn:microsoft.com/office/officeart/2005/8/layout/hList1"/>
    <dgm:cxn modelId="{964EAB15-3F00-483F-9A4D-4016A188E17A}" type="presParOf" srcId="{D1F53E68-474A-467E-BE4C-D8BA839AF328}" destId="{D22365E6-5744-4021-9310-B5E09C5FFFFB}" srcOrd="4" destOrd="0" presId="urn:microsoft.com/office/officeart/2005/8/layout/hList1"/>
    <dgm:cxn modelId="{DB24AA4A-E1BE-47F7-885A-80C35B8404F4}" type="presParOf" srcId="{D22365E6-5744-4021-9310-B5E09C5FFFFB}" destId="{031BF229-5715-49CB-B6FA-E68187ACDBEF}" srcOrd="0" destOrd="0" presId="urn:microsoft.com/office/officeart/2005/8/layout/hList1"/>
    <dgm:cxn modelId="{12CAF9E1-33C5-4B4E-BBB4-84AE5D369070}" type="presParOf" srcId="{D22365E6-5744-4021-9310-B5E09C5FFFFB}" destId="{A069A84F-A6BC-4A92-96FD-138C9FD130C1}" srcOrd="1" destOrd="0" presId="urn:microsoft.com/office/officeart/2005/8/layout/hList1"/>
    <dgm:cxn modelId="{F27AE669-5C09-4734-B216-D9B482817774}" type="presParOf" srcId="{D1F53E68-474A-467E-BE4C-D8BA839AF328}" destId="{74E76FF3-0E4A-4750-AAE0-31509C676E00}" srcOrd="5" destOrd="0" presId="urn:microsoft.com/office/officeart/2005/8/layout/hList1"/>
    <dgm:cxn modelId="{1C790DDA-0F85-49AF-8152-2879B845F7FA}" type="presParOf" srcId="{D1F53E68-474A-467E-BE4C-D8BA839AF328}" destId="{E7556F3D-456B-49EF-9A7B-AF10872100D3}" srcOrd="6" destOrd="0" presId="urn:microsoft.com/office/officeart/2005/8/layout/hList1"/>
    <dgm:cxn modelId="{CE30463A-A83C-4666-8CBB-3B8E4867D2A3}" type="presParOf" srcId="{E7556F3D-456B-49EF-9A7B-AF10872100D3}" destId="{E1E25E75-E23E-41EB-9D60-DF64FC2A6236}" srcOrd="0" destOrd="0" presId="urn:microsoft.com/office/officeart/2005/8/layout/hList1"/>
    <dgm:cxn modelId="{3F3F0802-CCA3-4963-B67D-D3AEE7692F96}" type="presParOf" srcId="{E7556F3D-456B-49EF-9A7B-AF10872100D3}" destId="{9EF2C008-F8AC-42CB-8233-06E038FC3E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E802CA-D1EA-4765-A4C7-087B0EBF7140}" type="doc">
      <dgm:prSet loTypeId="urn:microsoft.com/office/officeart/2005/8/layout/radial5" loCatId="relationship" qsTypeId="urn:microsoft.com/office/officeart/2005/8/quickstyle/simple2" qsCatId="simple" csTypeId="urn:microsoft.com/office/officeart/2005/8/colors/accent1_2" csCatId="accent1" phldr="1"/>
      <dgm:spPr/>
      <dgm:t>
        <a:bodyPr/>
        <a:lstStyle/>
        <a:p>
          <a:endParaRPr lang="en-US"/>
        </a:p>
      </dgm:t>
    </dgm:pt>
    <dgm:pt modelId="{BB3BBFDA-F58C-49DE-B584-734AD9F6EFD5}">
      <dgm:prSet phldrT="[Text]"/>
      <dgm:spPr/>
      <dgm:t>
        <a:bodyPr/>
        <a:lstStyle/>
        <a:p>
          <a:r>
            <a:rPr lang="en-US" dirty="0"/>
            <a:t>Prompt Repository</a:t>
          </a:r>
        </a:p>
      </dgm:t>
    </dgm:pt>
    <dgm:pt modelId="{A1655923-7F18-45DE-ABB5-017817D307D7}" type="parTrans" cxnId="{73C8D597-C754-4DBD-AD9E-AB0989164515}">
      <dgm:prSet/>
      <dgm:spPr/>
      <dgm:t>
        <a:bodyPr/>
        <a:lstStyle/>
        <a:p>
          <a:endParaRPr lang="en-US"/>
        </a:p>
      </dgm:t>
    </dgm:pt>
    <dgm:pt modelId="{55977C70-42A8-495E-B1D9-499E44C792FC}" type="sibTrans" cxnId="{73C8D597-C754-4DBD-AD9E-AB0989164515}">
      <dgm:prSet/>
      <dgm:spPr/>
      <dgm:t>
        <a:bodyPr/>
        <a:lstStyle/>
        <a:p>
          <a:endParaRPr lang="en-US"/>
        </a:p>
      </dgm:t>
    </dgm:pt>
    <dgm:pt modelId="{7201DFF6-FC85-40D6-9903-957C7FD1A1E9}">
      <dgm:prSet phldrT="[Text]"/>
      <dgm:spPr>
        <a:solidFill>
          <a:schemeClr val="accent3"/>
        </a:solidFill>
      </dgm:spPr>
      <dgm:t>
        <a:bodyPr/>
        <a:lstStyle/>
        <a:p>
          <a:r>
            <a:rPr lang="en-US" dirty="0">
              <a:solidFill>
                <a:schemeClr val="bg1"/>
              </a:solidFill>
            </a:rPr>
            <a:t>Edit prompts </a:t>
          </a:r>
        </a:p>
      </dgm:t>
    </dgm:pt>
    <dgm:pt modelId="{41F93AB4-6412-4B05-B00B-489C926BF6B4}" type="parTrans" cxnId="{D2F4E74C-0648-438C-AEFA-FBC2F01ACBC5}">
      <dgm:prSet/>
      <dgm:spPr/>
      <dgm:t>
        <a:bodyPr/>
        <a:lstStyle/>
        <a:p>
          <a:endParaRPr lang="en-US" dirty="0"/>
        </a:p>
      </dgm:t>
    </dgm:pt>
    <dgm:pt modelId="{0AE0F204-D8B5-4A5F-A062-D7E491AA848F}" type="sibTrans" cxnId="{D2F4E74C-0648-438C-AEFA-FBC2F01ACBC5}">
      <dgm:prSet/>
      <dgm:spPr/>
      <dgm:t>
        <a:bodyPr/>
        <a:lstStyle/>
        <a:p>
          <a:endParaRPr lang="en-US"/>
        </a:p>
      </dgm:t>
    </dgm:pt>
    <dgm:pt modelId="{334DE4E7-4D41-40D9-8626-FA9F13DDF2B9}">
      <dgm:prSet phldrT="[Text]"/>
      <dgm:spPr>
        <a:solidFill>
          <a:schemeClr val="accent3">
            <a:lumMod val="75000"/>
          </a:schemeClr>
        </a:solidFill>
      </dgm:spPr>
      <dgm:t>
        <a:bodyPr/>
        <a:lstStyle/>
        <a:p>
          <a:r>
            <a:rPr lang="en-US" dirty="0">
              <a:solidFill>
                <a:schemeClr val="bg1"/>
              </a:solidFill>
            </a:rPr>
            <a:t>Save, reuse, and share</a:t>
          </a:r>
        </a:p>
      </dgm:t>
    </dgm:pt>
    <dgm:pt modelId="{FB884C99-D398-44A7-9AC0-5E565CCF12F6}" type="parTrans" cxnId="{4B598BD2-E7CF-4542-9966-573247B5DCC5}">
      <dgm:prSet/>
      <dgm:spPr/>
      <dgm:t>
        <a:bodyPr/>
        <a:lstStyle/>
        <a:p>
          <a:endParaRPr lang="en-US" dirty="0"/>
        </a:p>
      </dgm:t>
    </dgm:pt>
    <dgm:pt modelId="{BC2A4B27-D9EC-407E-9E94-BE4F8DF4E684}" type="sibTrans" cxnId="{4B598BD2-E7CF-4542-9966-573247B5DCC5}">
      <dgm:prSet/>
      <dgm:spPr/>
      <dgm:t>
        <a:bodyPr/>
        <a:lstStyle/>
        <a:p>
          <a:endParaRPr lang="en-US"/>
        </a:p>
      </dgm:t>
    </dgm:pt>
    <dgm:pt modelId="{E1ECC8FE-AC7E-4952-A8FB-C26DDF78CBA8}">
      <dgm:prSet phldrT="[Text]"/>
      <dgm:spPr>
        <a:solidFill>
          <a:schemeClr val="tx2">
            <a:lumMod val="75000"/>
            <a:lumOff val="25000"/>
          </a:schemeClr>
        </a:solidFill>
      </dgm:spPr>
      <dgm:t>
        <a:bodyPr/>
        <a:lstStyle/>
        <a:p>
          <a:pPr>
            <a:buNone/>
          </a:pPr>
          <a:r>
            <a:rPr lang="en-US" b="0" i="0" dirty="0">
              <a:solidFill>
                <a:schemeClr val="bg1"/>
              </a:solidFill>
            </a:rPr>
            <a:t>Curated prompts</a:t>
          </a:r>
          <a:endParaRPr lang="en-US" dirty="0">
            <a:solidFill>
              <a:schemeClr val="bg1"/>
            </a:solidFill>
          </a:endParaRPr>
        </a:p>
      </dgm:t>
    </dgm:pt>
    <dgm:pt modelId="{E3604A1F-DD05-4C7F-AF81-FFEDDABF9D79}" type="parTrans" cxnId="{9BE11D7E-3325-4B70-87CD-98E888F40790}">
      <dgm:prSet/>
      <dgm:spPr/>
      <dgm:t>
        <a:bodyPr/>
        <a:lstStyle/>
        <a:p>
          <a:endParaRPr lang="en-US" dirty="0"/>
        </a:p>
      </dgm:t>
    </dgm:pt>
    <dgm:pt modelId="{907D2032-3E73-4C87-BED8-A7FC9E099076}" type="sibTrans" cxnId="{9BE11D7E-3325-4B70-87CD-98E888F40790}">
      <dgm:prSet/>
      <dgm:spPr/>
      <dgm:t>
        <a:bodyPr/>
        <a:lstStyle/>
        <a:p>
          <a:endParaRPr lang="en-US"/>
        </a:p>
      </dgm:t>
    </dgm:pt>
    <dgm:pt modelId="{860CE901-F71A-4DCE-B830-7BF654465E51}">
      <dgm:prSet phldrT="[Text]"/>
      <dgm:spPr>
        <a:solidFill>
          <a:srgbClr val="07641D"/>
        </a:solidFill>
      </dgm:spPr>
      <dgm:t>
        <a:bodyPr/>
        <a:lstStyle/>
        <a:p>
          <a:pPr>
            <a:buNone/>
          </a:pPr>
          <a:r>
            <a:rPr lang="en-US" dirty="0">
              <a:solidFill>
                <a:schemeClr val="bg1"/>
              </a:solidFill>
            </a:rPr>
            <a:t>Enhance productivity</a:t>
          </a:r>
        </a:p>
      </dgm:t>
    </dgm:pt>
    <dgm:pt modelId="{8885F200-414A-443A-A344-969F1B094C25}" type="parTrans" cxnId="{C44D0386-73BD-45DD-AD7A-EFF030E59356}">
      <dgm:prSet/>
      <dgm:spPr/>
      <dgm:t>
        <a:bodyPr/>
        <a:lstStyle/>
        <a:p>
          <a:endParaRPr lang="en-US" dirty="0"/>
        </a:p>
      </dgm:t>
    </dgm:pt>
    <dgm:pt modelId="{FBB998DF-3B51-420D-9666-E874DB0567AD}" type="sibTrans" cxnId="{C44D0386-73BD-45DD-AD7A-EFF030E59356}">
      <dgm:prSet/>
      <dgm:spPr/>
      <dgm:t>
        <a:bodyPr/>
        <a:lstStyle/>
        <a:p>
          <a:endParaRPr lang="en-US"/>
        </a:p>
      </dgm:t>
    </dgm:pt>
    <dgm:pt modelId="{C98E410F-1FA1-4407-8E1B-171E4D7CB457}" type="pres">
      <dgm:prSet presAssocID="{89E802CA-D1EA-4765-A4C7-087B0EBF7140}" presName="Name0" presStyleCnt="0">
        <dgm:presLayoutVars>
          <dgm:chMax val="1"/>
          <dgm:dir/>
          <dgm:animLvl val="ctr"/>
          <dgm:resizeHandles val="exact"/>
        </dgm:presLayoutVars>
      </dgm:prSet>
      <dgm:spPr/>
    </dgm:pt>
    <dgm:pt modelId="{46FE1932-76D9-4BE1-AB03-3C16649D592D}" type="pres">
      <dgm:prSet presAssocID="{BB3BBFDA-F58C-49DE-B584-734AD9F6EFD5}" presName="centerShape" presStyleLbl="node0" presStyleIdx="0" presStyleCnt="1" custScaleX="224598" custScaleY="218147" custLinFactNeighborX="-4379" custLinFactNeighborY="-26512"/>
      <dgm:spPr/>
    </dgm:pt>
    <dgm:pt modelId="{5CE88FFF-2F87-4CA7-AC9C-311C61BF3E01}" type="pres">
      <dgm:prSet presAssocID="{41F93AB4-6412-4B05-B00B-489C926BF6B4}" presName="parTrans" presStyleLbl="sibTrans2D1" presStyleIdx="0" presStyleCnt="4"/>
      <dgm:spPr/>
    </dgm:pt>
    <dgm:pt modelId="{D44AC4C9-F423-4ADF-9A83-7ADF252F47C6}" type="pres">
      <dgm:prSet presAssocID="{41F93AB4-6412-4B05-B00B-489C926BF6B4}" presName="connectorText" presStyleLbl="sibTrans2D1" presStyleIdx="0" presStyleCnt="4"/>
      <dgm:spPr/>
    </dgm:pt>
    <dgm:pt modelId="{A43E120E-C7B5-4FF7-854C-53941010FFF7}" type="pres">
      <dgm:prSet presAssocID="{7201DFF6-FC85-40D6-9903-957C7FD1A1E9}" presName="node" presStyleLbl="node1" presStyleIdx="0" presStyleCnt="4" custScaleX="126438" custScaleY="122264" custRadScaleRad="129324" custRadScaleInc="-281567">
        <dgm:presLayoutVars>
          <dgm:bulletEnabled val="1"/>
        </dgm:presLayoutVars>
      </dgm:prSet>
      <dgm:spPr/>
    </dgm:pt>
    <dgm:pt modelId="{E63099AF-772A-45FE-A758-F7A35AA9AAAE}" type="pres">
      <dgm:prSet presAssocID="{FB884C99-D398-44A7-9AC0-5E565CCF12F6}" presName="parTrans" presStyleLbl="sibTrans2D1" presStyleIdx="1" presStyleCnt="4"/>
      <dgm:spPr/>
    </dgm:pt>
    <dgm:pt modelId="{7BC51492-386D-4B16-BD5A-3ACA90365752}" type="pres">
      <dgm:prSet presAssocID="{FB884C99-D398-44A7-9AC0-5E565CCF12F6}" presName="connectorText" presStyleLbl="sibTrans2D1" presStyleIdx="1" presStyleCnt="4"/>
      <dgm:spPr/>
    </dgm:pt>
    <dgm:pt modelId="{0C96C7D7-AD6A-42AE-94F1-BFE6E3317138}" type="pres">
      <dgm:prSet presAssocID="{334DE4E7-4D41-40D9-8626-FA9F13DDF2B9}" presName="node" presStyleLbl="node1" presStyleIdx="1" presStyleCnt="4" custScaleX="126438" custScaleY="122264" custRadScaleRad="112236" custRadScaleInc="96726">
        <dgm:presLayoutVars>
          <dgm:bulletEnabled val="1"/>
        </dgm:presLayoutVars>
      </dgm:prSet>
      <dgm:spPr/>
    </dgm:pt>
    <dgm:pt modelId="{840ED8CF-8A8F-4BAB-B8E1-0E1A1F40CAD4}" type="pres">
      <dgm:prSet presAssocID="{E3604A1F-DD05-4C7F-AF81-FFEDDABF9D79}" presName="parTrans" presStyleLbl="sibTrans2D1" presStyleIdx="2" presStyleCnt="4"/>
      <dgm:spPr/>
    </dgm:pt>
    <dgm:pt modelId="{07D52E18-90A2-4ADB-9313-4D2970BC4510}" type="pres">
      <dgm:prSet presAssocID="{E3604A1F-DD05-4C7F-AF81-FFEDDABF9D79}" presName="connectorText" presStyleLbl="sibTrans2D1" presStyleIdx="2" presStyleCnt="4"/>
      <dgm:spPr/>
    </dgm:pt>
    <dgm:pt modelId="{547BD12A-D868-4CFB-BD80-57A9F6D0468D}" type="pres">
      <dgm:prSet presAssocID="{E1ECC8FE-AC7E-4952-A8FB-C26DDF78CBA8}" presName="node" presStyleLbl="node1" presStyleIdx="2" presStyleCnt="4" custScaleX="126438" custScaleY="122264" custRadScaleRad="179132" custRadScaleInc="233807">
        <dgm:presLayoutVars>
          <dgm:bulletEnabled val="1"/>
        </dgm:presLayoutVars>
      </dgm:prSet>
      <dgm:spPr/>
    </dgm:pt>
    <dgm:pt modelId="{688E00B6-8E86-4C29-A231-C41050095FEE}" type="pres">
      <dgm:prSet presAssocID="{8885F200-414A-443A-A344-969F1B094C25}" presName="parTrans" presStyleLbl="sibTrans2D1" presStyleIdx="3" presStyleCnt="4"/>
      <dgm:spPr/>
    </dgm:pt>
    <dgm:pt modelId="{CCB7FFE6-88FC-49CB-954B-3803F48CCCD5}" type="pres">
      <dgm:prSet presAssocID="{8885F200-414A-443A-A344-969F1B094C25}" presName="connectorText" presStyleLbl="sibTrans2D1" presStyleIdx="3" presStyleCnt="4"/>
      <dgm:spPr/>
    </dgm:pt>
    <dgm:pt modelId="{B22EBF2D-7ED2-455D-AD6B-533FD4C2CB2B}" type="pres">
      <dgm:prSet presAssocID="{860CE901-F71A-4DCE-B830-7BF654465E51}" presName="node" presStyleLbl="node1" presStyleIdx="3" presStyleCnt="4" custScaleX="126438" custScaleY="122264" custRadScaleRad="165271" custRadScaleInc="361997">
        <dgm:presLayoutVars>
          <dgm:bulletEnabled val="1"/>
        </dgm:presLayoutVars>
      </dgm:prSet>
      <dgm:spPr/>
    </dgm:pt>
  </dgm:ptLst>
  <dgm:cxnLst>
    <dgm:cxn modelId="{4DE9AD0E-7C88-4D79-926E-BD243826C0BD}" type="presOf" srcId="{860CE901-F71A-4DCE-B830-7BF654465E51}" destId="{B22EBF2D-7ED2-455D-AD6B-533FD4C2CB2B}" srcOrd="0" destOrd="0" presId="urn:microsoft.com/office/officeart/2005/8/layout/radial5"/>
    <dgm:cxn modelId="{592C7B1E-7B58-4BAF-8CB1-B964CB4F797B}" type="presOf" srcId="{BB3BBFDA-F58C-49DE-B584-734AD9F6EFD5}" destId="{46FE1932-76D9-4BE1-AB03-3C16649D592D}" srcOrd="0" destOrd="0" presId="urn:microsoft.com/office/officeart/2005/8/layout/radial5"/>
    <dgm:cxn modelId="{7613C828-73E8-4C03-97B1-60943FB4B21D}" type="presOf" srcId="{41F93AB4-6412-4B05-B00B-489C926BF6B4}" destId="{D44AC4C9-F423-4ADF-9A83-7ADF252F47C6}" srcOrd="1" destOrd="0" presId="urn:microsoft.com/office/officeart/2005/8/layout/radial5"/>
    <dgm:cxn modelId="{60AD2F41-5D34-4897-8A36-A3F03AC37213}" type="presOf" srcId="{E1ECC8FE-AC7E-4952-A8FB-C26DDF78CBA8}" destId="{547BD12A-D868-4CFB-BD80-57A9F6D0468D}" srcOrd="0" destOrd="0" presId="urn:microsoft.com/office/officeart/2005/8/layout/radial5"/>
    <dgm:cxn modelId="{D2F4E74C-0648-438C-AEFA-FBC2F01ACBC5}" srcId="{BB3BBFDA-F58C-49DE-B584-734AD9F6EFD5}" destId="{7201DFF6-FC85-40D6-9903-957C7FD1A1E9}" srcOrd="0" destOrd="0" parTransId="{41F93AB4-6412-4B05-B00B-489C926BF6B4}" sibTransId="{0AE0F204-D8B5-4A5F-A062-D7E491AA848F}"/>
    <dgm:cxn modelId="{405E7C52-F9AF-4256-9937-2539534C33F2}" type="presOf" srcId="{E3604A1F-DD05-4C7F-AF81-FFEDDABF9D79}" destId="{07D52E18-90A2-4ADB-9313-4D2970BC4510}" srcOrd="1" destOrd="0" presId="urn:microsoft.com/office/officeart/2005/8/layout/radial5"/>
    <dgm:cxn modelId="{1064AD73-44F9-488F-8773-FD4C5676C058}" type="presOf" srcId="{8885F200-414A-443A-A344-969F1B094C25}" destId="{688E00B6-8E86-4C29-A231-C41050095FEE}" srcOrd="0" destOrd="0" presId="urn:microsoft.com/office/officeart/2005/8/layout/radial5"/>
    <dgm:cxn modelId="{9BE11D7E-3325-4B70-87CD-98E888F40790}" srcId="{BB3BBFDA-F58C-49DE-B584-734AD9F6EFD5}" destId="{E1ECC8FE-AC7E-4952-A8FB-C26DDF78CBA8}" srcOrd="2" destOrd="0" parTransId="{E3604A1F-DD05-4C7F-AF81-FFEDDABF9D79}" sibTransId="{907D2032-3E73-4C87-BED8-A7FC9E099076}"/>
    <dgm:cxn modelId="{C44D0386-73BD-45DD-AD7A-EFF030E59356}" srcId="{BB3BBFDA-F58C-49DE-B584-734AD9F6EFD5}" destId="{860CE901-F71A-4DCE-B830-7BF654465E51}" srcOrd="3" destOrd="0" parTransId="{8885F200-414A-443A-A344-969F1B094C25}" sibTransId="{FBB998DF-3B51-420D-9666-E874DB0567AD}"/>
    <dgm:cxn modelId="{E62F1195-B0AC-4769-B802-DD52043A7924}" type="presOf" srcId="{7201DFF6-FC85-40D6-9903-957C7FD1A1E9}" destId="{A43E120E-C7B5-4FF7-854C-53941010FFF7}" srcOrd="0" destOrd="0" presId="urn:microsoft.com/office/officeart/2005/8/layout/radial5"/>
    <dgm:cxn modelId="{73C8D597-C754-4DBD-AD9E-AB0989164515}" srcId="{89E802CA-D1EA-4765-A4C7-087B0EBF7140}" destId="{BB3BBFDA-F58C-49DE-B584-734AD9F6EFD5}" srcOrd="0" destOrd="0" parTransId="{A1655923-7F18-45DE-ABB5-017817D307D7}" sibTransId="{55977C70-42A8-495E-B1D9-499E44C792FC}"/>
    <dgm:cxn modelId="{70A954A2-3ABC-4D01-9E04-ABB8ADCB9B40}" type="presOf" srcId="{334DE4E7-4D41-40D9-8626-FA9F13DDF2B9}" destId="{0C96C7D7-AD6A-42AE-94F1-BFE6E3317138}" srcOrd="0" destOrd="0" presId="urn:microsoft.com/office/officeart/2005/8/layout/radial5"/>
    <dgm:cxn modelId="{2878D4A4-95C9-4544-989E-18E0C229ED2A}" type="presOf" srcId="{FB884C99-D398-44A7-9AC0-5E565CCF12F6}" destId="{7BC51492-386D-4B16-BD5A-3ACA90365752}" srcOrd="1" destOrd="0" presId="urn:microsoft.com/office/officeart/2005/8/layout/radial5"/>
    <dgm:cxn modelId="{19A5D6C5-E8C2-4786-A2C1-5F5998EC171B}" type="presOf" srcId="{89E802CA-D1EA-4765-A4C7-087B0EBF7140}" destId="{C98E410F-1FA1-4407-8E1B-171E4D7CB457}" srcOrd="0" destOrd="0" presId="urn:microsoft.com/office/officeart/2005/8/layout/radial5"/>
    <dgm:cxn modelId="{EC2D0CC9-1AF2-4B1F-B03D-CEA8E807668D}" type="presOf" srcId="{8885F200-414A-443A-A344-969F1B094C25}" destId="{CCB7FFE6-88FC-49CB-954B-3803F48CCCD5}" srcOrd="1" destOrd="0" presId="urn:microsoft.com/office/officeart/2005/8/layout/radial5"/>
    <dgm:cxn modelId="{4B598BD2-E7CF-4542-9966-573247B5DCC5}" srcId="{BB3BBFDA-F58C-49DE-B584-734AD9F6EFD5}" destId="{334DE4E7-4D41-40D9-8626-FA9F13DDF2B9}" srcOrd="1" destOrd="0" parTransId="{FB884C99-D398-44A7-9AC0-5E565CCF12F6}" sibTransId="{BC2A4B27-D9EC-407E-9E94-BE4F8DF4E684}"/>
    <dgm:cxn modelId="{86F4FFDB-B23A-4A55-88B7-29A31F2FC233}" type="presOf" srcId="{FB884C99-D398-44A7-9AC0-5E565CCF12F6}" destId="{E63099AF-772A-45FE-A758-F7A35AA9AAAE}" srcOrd="0" destOrd="0" presId="urn:microsoft.com/office/officeart/2005/8/layout/radial5"/>
    <dgm:cxn modelId="{175765F7-5EEB-4DB5-866B-0520F00BAB98}" type="presOf" srcId="{41F93AB4-6412-4B05-B00B-489C926BF6B4}" destId="{5CE88FFF-2F87-4CA7-AC9C-311C61BF3E01}" srcOrd="0" destOrd="0" presId="urn:microsoft.com/office/officeart/2005/8/layout/radial5"/>
    <dgm:cxn modelId="{EC572BFD-3621-416E-865F-FB6B03CFBEB4}" type="presOf" srcId="{E3604A1F-DD05-4C7F-AF81-FFEDDABF9D79}" destId="{840ED8CF-8A8F-4BAB-B8E1-0E1A1F40CAD4}" srcOrd="0" destOrd="0" presId="urn:microsoft.com/office/officeart/2005/8/layout/radial5"/>
    <dgm:cxn modelId="{DE3079A1-2FE2-4565-9A04-0A6B8B10FA21}" type="presParOf" srcId="{C98E410F-1FA1-4407-8E1B-171E4D7CB457}" destId="{46FE1932-76D9-4BE1-AB03-3C16649D592D}" srcOrd="0" destOrd="0" presId="urn:microsoft.com/office/officeart/2005/8/layout/radial5"/>
    <dgm:cxn modelId="{3027B235-1610-4FEF-8647-E73D2555F8C2}" type="presParOf" srcId="{C98E410F-1FA1-4407-8E1B-171E4D7CB457}" destId="{5CE88FFF-2F87-4CA7-AC9C-311C61BF3E01}" srcOrd="1" destOrd="0" presId="urn:microsoft.com/office/officeart/2005/8/layout/radial5"/>
    <dgm:cxn modelId="{6A007395-977C-4EAD-9FE5-4C0F8BEE9DF5}" type="presParOf" srcId="{5CE88FFF-2F87-4CA7-AC9C-311C61BF3E01}" destId="{D44AC4C9-F423-4ADF-9A83-7ADF252F47C6}" srcOrd="0" destOrd="0" presId="urn:microsoft.com/office/officeart/2005/8/layout/radial5"/>
    <dgm:cxn modelId="{682B3338-B1C4-4BCD-8D83-426483243BD8}" type="presParOf" srcId="{C98E410F-1FA1-4407-8E1B-171E4D7CB457}" destId="{A43E120E-C7B5-4FF7-854C-53941010FFF7}" srcOrd="2" destOrd="0" presId="urn:microsoft.com/office/officeart/2005/8/layout/radial5"/>
    <dgm:cxn modelId="{0459EB6C-A5FA-4A21-909B-144ACC8A36BF}" type="presParOf" srcId="{C98E410F-1FA1-4407-8E1B-171E4D7CB457}" destId="{E63099AF-772A-45FE-A758-F7A35AA9AAAE}" srcOrd="3" destOrd="0" presId="urn:microsoft.com/office/officeart/2005/8/layout/radial5"/>
    <dgm:cxn modelId="{59E94684-8688-4AD4-A410-80819268B98B}" type="presParOf" srcId="{E63099AF-772A-45FE-A758-F7A35AA9AAAE}" destId="{7BC51492-386D-4B16-BD5A-3ACA90365752}" srcOrd="0" destOrd="0" presId="urn:microsoft.com/office/officeart/2005/8/layout/radial5"/>
    <dgm:cxn modelId="{9F9EDD97-3D33-4B5D-8E9C-55E61EB35984}" type="presParOf" srcId="{C98E410F-1FA1-4407-8E1B-171E4D7CB457}" destId="{0C96C7D7-AD6A-42AE-94F1-BFE6E3317138}" srcOrd="4" destOrd="0" presId="urn:microsoft.com/office/officeart/2005/8/layout/radial5"/>
    <dgm:cxn modelId="{0CE1741E-380B-462D-8B6A-25A0F405AC24}" type="presParOf" srcId="{C98E410F-1FA1-4407-8E1B-171E4D7CB457}" destId="{840ED8CF-8A8F-4BAB-B8E1-0E1A1F40CAD4}" srcOrd="5" destOrd="0" presId="urn:microsoft.com/office/officeart/2005/8/layout/radial5"/>
    <dgm:cxn modelId="{20BF77D9-72BB-4A6D-A9F2-0A252C9D8261}" type="presParOf" srcId="{840ED8CF-8A8F-4BAB-B8E1-0E1A1F40CAD4}" destId="{07D52E18-90A2-4ADB-9313-4D2970BC4510}" srcOrd="0" destOrd="0" presId="urn:microsoft.com/office/officeart/2005/8/layout/radial5"/>
    <dgm:cxn modelId="{4F0475A2-C35F-482E-8662-756FF7E8A5C1}" type="presParOf" srcId="{C98E410F-1FA1-4407-8E1B-171E4D7CB457}" destId="{547BD12A-D868-4CFB-BD80-57A9F6D0468D}" srcOrd="6" destOrd="0" presId="urn:microsoft.com/office/officeart/2005/8/layout/radial5"/>
    <dgm:cxn modelId="{13B94A66-A899-4D76-B6BB-220BB0818423}" type="presParOf" srcId="{C98E410F-1FA1-4407-8E1B-171E4D7CB457}" destId="{688E00B6-8E86-4C29-A231-C41050095FEE}" srcOrd="7" destOrd="0" presId="urn:microsoft.com/office/officeart/2005/8/layout/radial5"/>
    <dgm:cxn modelId="{07CAC159-F4CB-4A6E-8F17-787E632869FE}" type="presParOf" srcId="{688E00B6-8E86-4C29-A231-C41050095FEE}" destId="{CCB7FFE6-88FC-49CB-954B-3803F48CCCD5}" srcOrd="0" destOrd="0" presId="urn:microsoft.com/office/officeart/2005/8/layout/radial5"/>
    <dgm:cxn modelId="{5C65F951-6010-4FFC-90F0-DA34C809CA43}" type="presParOf" srcId="{C98E410F-1FA1-4407-8E1B-171E4D7CB457}" destId="{B22EBF2D-7ED2-455D-AD6B-533FD4C2CB2B}"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8C7805-D2C1-4832-99D1-556C775F655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1948AB5-1C07-4905-9721-3A81FBC324AB}">
      <dgm:prSet phldrT="[Text]" custT="1"/>
      <dgm:spPr>
        <a:solidFill>
          <a:schemeClr val="accent3"/>
        </a:solidFill>
      </dgm:spPr>
      <dgm:t>
        <a:bodyPr/>
        <a:lstStyle/>
        <a:p>
          <a:r>
            <a:rPr lang="en-US" sz="2400" dirty="0"/>
            <a:t>Get summaries and stay informed</a:t>
          </a:r>
        </a:p>
      </dgm:t>
    </dgm:pt>
    <dgm:pt modelId="{7B45B80A-1A52-4BC0-9ABF-92A51925106A}" type="parTrans" cxnId="{3BA5354A-E419-45CC-B57C-69C58F1D1EF6}">
      <dgm:prSet/>
      <dgm:spPr/>
      <dgm:t>
        <a:bodyPr/>
        <a:lstStyle/>
        <a:p>
          <a:endParaRPr lang="en-US"/>
        </a:p>
      </dgm:t>
    </dgm:pt>
    <dgm:pt modelId="{4F99E846-ECAE-45B4-B806-E09C4BAA0F0F}" type="sibTrans" cxnId="{3BA5354A-E419-45CC-B57C-69C58F1D1EF6}">
      <dgm:prSet/>
      <dgm:spPr/>
      <dgm:t>
        <a:bodyPr/>
        <a:lstStyle/>
        <a:p>
          <a:endParaRPr lang="en-US"/>
        </a:p>
      </dgm:t>
    </dgm:pt>
    <dgm:pt modelId="{3FE98E4D-07E8-4D42-A98D-F26DFC9E316C}">
      <dgm:prSet phldrT="[Text]" custT="1"/>
      <dgm:spPr>
        <a:solidFill>
          <a:schemeClr val="accent3">
            <a:lumMod val="75000"/>
          </a:schemeClr>
        </a:solidFill>
      </dgm:spPr>
      <dgm:t>
        <a:bodyPr/>
        <a:lstStyle/>
        <a:p>
          <a:r>
            <a:rPr lang="en-US" sz="2400" dirty="0"/>
            <a:t>Brainstorm and draft content quickly</a:t>
          </a:r>
        </a:p>
      </dgm:t>
    </dgm:pt>
    <dgm:pt modelId="{F5754728-CE7A-4958-B75D-FE7E81E98C08}" type="parTrans" cxnId="{FDC01E12-A91C-4DEC-B03B-564DC48746C8}">
      <dgm:prSet/>
      <dgm:spPr/>
      <dgm:t>
        <a:bodyPr/>
        <a:lstStyle/>
        <a:p>
          <a:endParaRPr lang="en-US"/>
        </a:p>
      </dgm:t>
    </dgm:pt>
    <dgm:pt modelId="{BD086495-09A4-42FB-A3ED-F860E46FBE94}" type="sibTrans" cxnId="{FDC01E12-A91C-4DEC-B03B-564DC48746C8}">
      <dgm:prSet/>
      <dgm:spPr/>
      <dgm:t>
        <a:bodyPr/>
        <a:lstStyle/>
        <a:p>
          <a:endParaRPr lang="en-US"/>
        </a:p>
      </dgm:t>
    </dgm:pt>
    <dgm:pt modelId="{540B1AAD-55EE-42B4-89CE-716DEDDEC58F}">
      <dgm:prSet phldrT="[Text]" custT="1"/>
      <dgm:spPr>
        <a:solidFill>
          <a:srgbClr val="D8388C"/>
        </a:solidFill>
      </dgm:spPr>
      <dgm:t>
        <a:bodyPr/>
        <a:lstStyle/>
        <a:p>
          <a:r>
            <a:rPr lang="en-US" sz="2400" dirty="0"/>
            <a:t>Gather insights based on your files</a:t>
          </a:r>
        </a:p>
      </dgm:t>
    </dgm:pt>
    <dgm:pt modelId="{4ACC097A-9815-43A0-849C-46578EE3827C}" type="parTrans" cxnId="{3D8E87C4-E11A-47C2-BF53-8BF2CA7C7AB0}">
      <dgm:prSet/>
      <dgm:spPr/>
      <dgm:t>
        <a:bodyPr/>
        <a:lstStyle/>
        <a:p>
          <a:endParaRPr lang="en-US"/>
        </a:p>
      </dgm:t>
    </dgm:pt>
    <dgm:pt modelId="{E2322A63-F63E-4341-9840-BB52E953A340}" type="sibTrans" cxnId="{3D8E87C4-E11A-47C2-BF53-8BF2CA7C7AB0}">
      <dgm:prSet/>
      <dgm:spPr/>
      <dgm:t>
        <a:bodyPr/>
        <a:lstStyle/>
        <a:p>
          <a:endParaRPr lang="en-US"/>
        </a:p>
      </dgm:t>
    </dgm:pt>
    <dgm:pt modelId="{38834D6F-A007-4B5C-A4CE-202B909E3647}">
      <dgm:prSet phldrT="[Text]" custT="1"/>
      <dgm:spPr>
        <a:solidFill>
          <a:schemeClr val="accent2">
            <a:lumMod val="75000"/>
          </a:schemeClr>
        </a:solidFill>
      </dgm:spPr>
      <dgm:t>
        <a:bodyPr/>
        <a:lstStyle/>
        <a:p>
          <a:r>
            <a:rPr lang="en-US" sz="2400" dirty="0"/>
            <a:t>Visualize your data</a:t>
          </a:r>
        </a:p>
      </dgm:t>
    </dgm:pt>
    <dgm:pt modelId="{EBD6633A-A89C-4901-9918-1F2C4A6723A0}" type="parTrans" cxnId="{B1E694A4-D040-4ACB-8335-B1FB3BA44AA1}">
      <dgm:prSet/>
      <dgm:spPr/>
      <dgm:t>
        <a:bodyPr/>
        <a:lstStyle/>
        <a:p>
          <a:endParaRPr lang="en-US"/>
        </a:p>
      </dgm:t>
    </dgm:pt>
    <dgm:pt modelId="{21EBE4D5-9515-4884-A00C-FEB5596BDAC2}" type="sibTrans" cxnId="{B1E694A4-D040-4ACB-8335-B1FB3BA44AA1}">
      <dgm:prSet/>
      <dgm:spPr/>
      <dgm:t>
        <a:bodyPr/>
        <a:lstStyle/>
        <a:p>
          <a:endParaRPr lang="en-US"/>
        </a:p>
      </dgm:t>
    </dgm:pt>
    <dgm:pt modelId="{4803B2E0-2B92-4C09-9F65-FCA3C98B643A}">
      <dgm:prSet phldrT="[Text]" custT="1"/>
      <dgm:spPr>
        <a:solidFill>
          <a:schemeClr val="tx2">
            <a:lumMod val="75000"/>
            <a:lumOff val="25000"/>
          </a:schemeClr>
        </a:solidFill>
      </dgm:spPr>
      <dgm:t>
        <a:bodyPr/>
        <a:lstStyle/>
        <a:p>
          <a:r>
            <a:rPr lang="en-US" sz="2400" dirty="0"/>
            <a:t>Generate code and formulas</a:t>
          </a:r>
        </a:p>
      </dgm:t>
    </dgm:pt>
    <dgm:pt modelId="{5018A231-4E1E-4DA0-88DB-378B8324F2DC}" type="parTrans" cxnId="{71AAF20E-FAB9-482D-A286-EBDA4F52EAEA}">
      <dgm:prSet/>
      <dgm:spPr/>
      <dgm:t>
        <a:bodyPr/>
        <a:lstStyle/>
        <a:p>
          <a:endParaRPr lang="en-US"/>
        </a:p>
      </dgm:t>
    </dgm:pt>
    <dgm:pt modelId="{AF630599-48CA-4367-A264-2C5CA4A49067}" type="sibTrans" cxnId="{71AAF20E-FAB9-482D-A286-EBDA4F52EAEA}">
      <dgm:prSet/>
      <dgm:spPr/>
      <dgm:t>
        <a:bodyPr/>
        <a:lstStyle/>
        <a:p>
          <a:endParaRPr lang="en-US"/>
        </a:p>
      </dgm:t>
    </dgm:pt>
    <dgm:pt modelId="{B3B05959-1264-4E5B-8429-A2A8BEC88527}">
      <dgm:prSet phldrT="[Text]" custT="1"/>
      <dgm:spPr/>
      <dgm:t>
        <a:bodyPr/>
        <a:lstStyle/>
        <a:p>
          <a:pPr marL="0" algn="l">
            <a:buFontTx/>
            <a:buNone/>
          </a:pPr>
          <a:r>
            <a:rPr lang="en-US" sz="1800" dirty="0"/>
            <a:t>Summarize large amounts of data, gather and analyze market trends, competitor strategies, product development or customer insights.</a:t>
          </a:r>
        </a:p>
      </dgm:t>
    </dgm:pt>
    <dgm:pt modelId="{3412E0F2-7148-4E12-A9D0-BC2FF15888B0}" type="parTrans" cxnId="{2DB41EFE-BBCB-46DF-95A3-D02FD6DB870B}">
      <dgm:prSet/>
      <dgm:spPr/>
      <dgm:t>
        <a:bodyPr/>
        <a:lstStyle/>
        <a:p>
          <a:endParaRPr lang="en-US"/>
        </a:p>
      </dgm:t>
    </dgm:pt>
    <dgm:pt modelId="{A3DFBB78-E405-4354-9DEE-C9770EC864B1}" type="sibTrans" cxnId="{2DB41EFE-BBCB-46DF-95A3-D02FD6DB870B}">
      <dgm:prSet/>
      <dgm:spPr/>
      <dgm:t>
        <a:bodyPr/>
        <a:lstStyle/>
        <a:p>
          <a:endParaRPr lang="en-US"/>
        </a:p>
      </dgm:t>
    </dgm:pt>
    <dgm:pt modelId="{48C12278-7EC0-4F0E-91CE-15BDFA59237B}">
      <dgm:prSet phldrT="[Text]" custT="1"/>
      <dgm:spPr/>
      <dgm:t>
        <a:bodyPr/>
        <a:lstStyle/>
        <a:p>
          <a:pPr algn="l">
            <a:buFontTx/>
            <a:buNone/>
          </a:pPr>
          <a:r>
            <a:rPr lang="en-US" sz="1800" b="0" i="0" u="none" dirty="0"/>
            <a:t>Generate and refine ideas for presentations, reports, or proposals. Draft, rewrite, or polish content in different styles and formats</a:t>
          </a:r>
          <a:r>
            <a:rPr lang="en-US" sz="1800" dirty="0"/>
            <a:t>.</a:t>
          </a:r>
        </a:p>
      </dgm:t>
    </dgm:pt>
    <dgm:pt modelId="{A806F7E5-3A2C-4AC3-A30E-51BEF8B5ACAD}" type="parTrans" cxnId="{9782460D-41AE-410B-B65A-FBC920F05F9E}">
      <dgm:prSet/>
      <dgm:spPr/>
      <dgm:t>
        <a:bodyPr/>
        <a:lstStyle/>
        <a:p>
          <a:endParaRPr lang="en-US"/>
        </a:p>
      </dgm:t>
    </dgm:pt>
    <dgm:pt modelId="{E1CC6F4B-4CD7-4CC9-906B-3CA7A59E5BE6}" type="sibTrans" cxnId="{9782460D-41AE-410B-B65A-FBC920F05F9E}">
      <dgm:prSet/>
      <dgm:spPr/>
      <dgm:t>
        <a:bodyPr/>
        <a:lstStyle/>
        <a:p>
          <a:endParaRPr lang="en-US"/>
        </a:p>
      </dgm:t>
    </dgm:pt>
    <dgm:pt modelId="{810C5E1D-C11D-4950-ADF4-D563123FD5F5}">
      <dgm:prSet phldrT="[Text]" custT="1"/>
      <dgm:spPr/>
      <dgm:t>
        <a:bodyPr/>
        <a:lstStyle/>
        <a:p>
          <a:pPr algn="l">
            <a:buFontTx/>
            <a:buNone/>
          </a:pPr>
          <a:r>
            <a:rPr lang="en-US" sz="1800" dirty="0"/>
            <a:t>Upload or reference any file to the chat and ask Copilot to provide insights, summarize key points, or generate new content based on the file. </a:t>
          </a:r>
        </a:p>
      </dgm:t>
    </dgm:pt>
    <dgm:pt modelId="{B52CA75B-DD91-41AB-92EE-92AAAC7C3062}" type="parTrans" cxnId="{9D032674-3BAA-4719-9CA7-0EF67D75E28E}">
      <dgm:prSet/>
      <dgm:spPr/>
      <dgm:t>
        <a:bodyPr/>
        <a:lstStyle/>
        <a:p>
          <a:endParaRPr lang="en-US"/>
        </a:p>
      </dgm:t>
    </dgm:pt>
    <dgm:pt modelId="{5AAD340A-D6A6-4858-A854-C498B39D0F50}" type="sibTrans" cxnId="{9D032674-3BAA-4719-9CA7-0EF67D75E28E}">
      <dgm:prSet/>
      <dgm:spPr/>
      <dgm:t>
        <a:bodyPr/>
        <a:lstStyle/>
        <a:p>
          <a:endParaRPr lang="en-US"/>
        </a:p>
      </dgm:t>
    </dgm:pt>
    <dgm:pt modelId="{80248CBF-C76B-4DA1-B766-96B01B14DBBC}">
      <dgm:prSet phldrT="[Text]" custT="1"/>
      <dgm:spPr/>
      <dgm:t>
        <a:bodyPr/>
        <a:lstStyle/>
        <a:p>
          <a:pPr algn="l">
            <a:buFontTx/>
            <a:buNone/>
          </a:pPr>
          <a:r>
            <a:rPr lang="en-US" sz="1800" dirty="0"/>
            <a:t>Transform your data and ideas into a unique, AI-generated image, chart or infographic.</a:t>
          </a:r>
        </a:p>
      </dgm:t>
    </dgm:pt>
    <dgm:pt modelId="{06F3B6DC-E18B-4B18-88DF-04C44E3AD2B9}" type="parTrans" cxnId="{B4D78336-D926-436A-B7CE-8FF90B578929}">
      <dgm:prSet/>
      <dgm:spPr/>
      <dgm:t>
        <a:bodyPr/>
        <a:lstStyle/>
        <a:p>
          <a:endParaRPr lang="en-US"/>
        </a:p>
      </dgm:t>
    </dgm:pt>
    <dgm:pt modelId="{03F91ADB-CF09-4E30-8B25-198023A62078}" type="sibTrans" cxnId="{B4D78336-D926-436A-B7CE-8FF90B578929}">
      <dgm:prSet/>
      <dgm:spPr/>
      <dgm:t>
        <a:bodyPr/>
        <a:lstStyle/>
        <a:p>
          <a:endParaRPr lang="en-US"/>
        </a:p>
      </dgm:t>
    </dgm:pt>
    <dgm:pt modelId="{1A4FAD83-5E43-4061-8CCC-BC77ACF95301}">
      <dgm:prSet phldrT="[Text]" custT="1"/>
      <dgm:spPr/>
      <dgm:t>
        <a:bodyPr/>
        <a:lstStyle/>
        <a:p>
          <a:pPr marL="0" algn="l">
            <a:buFontTx/>
            <a:buNone/>
          </a:pPr>
          <a:r>
            <a:rPr lang="en-US" sz="1800" dirty="0"/>
            <a:t>Save time, reduce errors, and adapt code or formulas to your specific needs and tools.</a:t>
          </a:r>
        </a:p>
      </dgm:t>
    </dgm:pt>
    <dgm:pt modelId="{A54A7390-4E0B-4CF6-9BD6-954082AB842B}" type="parTrans" cxnId="{282EECB0-0A95-447D-A5E3-FA36A00D4695}">
      <dgm:prSet/>
      <dgm:spPr/>
      <dgm:t>
        <a:bodyPr/>
        <a:lstStyle/>
        <a:p>
          <a:endParaRPr lang="en-US"/>
        </a:p>
      </dgm:t>
    </dgm:pt>
    <dgm:pt modelId="{DA13C222-F1C8-4B5A-8E20-47B251E68F0A}" type="sibTrans" cxnId="{282EECB0-0A95-447D-A5E3-FA36A00D4695}">
      <dgm:prSet/>
      <dgm:spPr/>
      <dgm:t>
        <a:bodyPr/>
        <a:lstStyle/>
        <a:p>
          <a:endParaRPr lang="en-US"/>
        </a:p>
      </dgm:t>
    </dgm:pt>
    <dgm:pt modelId="{4325B03A-EBE4-41A4-92EB-F46095E65683}" type="pres">
      <dgm:prSet presAssocID="{9C8C7805-D2C1-4832-99D1-556C775F6559}" presName="linear" presStyleCnt="0">
        <dgm:presLayoutVars>
          <dgm:dir/>
          <dgm:animLvl val="lvl"/>
          <dgm:resizeHandles val="exact"/>
        </dgm:presLayoutVars>
      </dgm:prSet>
      <dgm:spPr/>
    </dgm:pt>
    <dgm:pt modelId="{29ADD690-DFE3-4A70-8F9A-F5A514FF089C}" type="pres">
      <dgm:prSet presAssocID="{31948AB5-1C07-4905-9721-3A81FBC324AB}" presName="parentLin" presStyleCnt="0"/>
      <dgm:spPr/>
    </dgm:pt>
    <dgm:pt modelId="{5046819B-068F-4428-8CC4-74F03BEEB031}" type="pres">
      <dgm:prSet presAssocID="{31948AB5-1C07-4905-9721-3A81FBC324AB}" presName="parentLeftMargin" presStyleLbl="node1" presStyleIdx="0" presStyleCnt="5"/>
      <dgm:spPr/>
    </dgm:pt>
    <dgm:pt modelId="{0ED3712D-46FE-4ACD-BF12-59E6C4DB26F9}" type="pres">
      <dgm:prSet presAssocID="{31948AB5-1C07-4905-9721-3A81FBC324AB}" presName="parentText" presStyleLbl="node1" presStyleIdx="0" presStyleCnt="5" custScaleX="71129" custLinFactNeighborX="-99836" custLinFactNeighborY="8850">
        <dgm:presLayoutVars>
          <dgm:chMax val="0"/>
          <dgm:bulletEnabled val="1"/>
        </dgm:presLayoutVars>
      </dgm:prSet>
      <dgm:spPr/>
    </dgm:pt>
    <dgm:pt modelId="{8164C7CA-B3AD-4964-BD25-2187169599AC}" type="pres">
      <dgm:prSet presAssocID="{31948AB5-1C07-4905-9721-3A81FBC324AB}" presName="negativeSpace" presStyleCnt="0"/>
      <dgm:spPr/>
    </dgm:pt>
    <dgm:pt modelId="{855B6D92-C851-4511-A64A-62B8EB12B92D}" type="pres">
      <dgm:prSet presAssocID="{31948AB5-1C07-4905-9721-3A81FBC324AB}" presName="childText" presStyleLbl="conFgAcc1" presStyleIdx="0" presStyleCnt="5">
        <dgm:presLayoutVars>
          <dgm:bulletEnabled val="1"/>
        </dgm:presLayoutVars>
      </dgm:prSet>
      <dgm:spPr/>
    </dgm:pt>
    <dgm:pt modelId="{9A84A4E4-00AF-4EED-883F-083584B0DAE1}" type="pres">
      <dgm:prSet presAssocID="{4F99E846-ECAE-45B4-B806-E09C4BAA0F0F}" presName="spaceBetweenRectangles" presStyleCnt="0"/>
      <dgm:spPr/>
    </dgm:pt>
    <dgm:pt modelId="{4E93742B-7DA8-4470-8263-6C40BB188FEB}" type="pres">
      <dgm:prSet presAssocID="{3FE98E4D-07E8-4D42-A98D-F26DFC9E316C}" presName="parentLin" presStyleCnt="0"/>
      <dgm:spPr/>
    </dgm:pt>
    <dgm:pt modelId="{A9D7F041-00C9-476B-BB7B-84145E625005}" type="pres">
      <dgm:prSet presAssocID="{3FE98E4D-07E8-4D42-A98D-F26DFC9E316C}" presName="parentLeftMargin" presStyleLbl="node1" presStyleIdx="0" presStyleCnt="5"/>
      <dgm:spPr/>
    </dgm:pt>
    <dgm:pt modelId="{D5FFFDAC-9BA4-4F92-95AA-F64A126E23DD}" type="pres">
      <dgm:prSet presAssocID="{3FE98E4D-07E8-4D42-A98D-F26DFC9E316C}" presName="parentText" presStyleLbl="node1" presStyleIdx="1" presStyleCnt="5" custScaleX="71129" custLinFactNeighborX="-99836" custLinFactNeighborY="8850">
        <dgm:presLayoutVars>
          <dgm:chMax val="0"/>
          <dgm:bulletEnabled val="1"/>
        </dgm:presLayoutVars>
      </dgm:prSet>
      <dgm:spPr/>
    </dgm:pt>
    <dgm:pt modelId="{6658BEAA-69D7-43C9-B864-757807D5B263}" type="pres">
      <dgm:prSet presAssocID="{3FE98E4D-07E8-4D42-A98D-F26DFC9E316C}" presName="negativeSpace" presStyleCnt="0"/>
      <dgm:spPr/>
    </dgm:pt>
    <dgm:pt modelId="{CB80160A-D545-4669-8206-2E9656721B27}" type="pres">
      <dgm:prSet presAssocID="{3FE98E4D-07E8-4D42-A98D-F26DFC9E316C}" presName="childText" presStyleLbl="conFgAcc1" presStyleIdx="1" presStyleCnt="5">
        <dgm:presLayoutVars>
          <dgm:bulletEnabled val="1"/>
        </dgm:presLayoutVars>
      </dgm:prSet>
      <dgm:spPr/>
    </dgm:pt>
    <dgm:pt modelId="{51D26D0B-A836-4408-8722-5277AB3CE099}" type="pres">
      <dgm:prSet presAssocID="{BD086495-09A4-42FB-A3ED-F860E46FBE94}" presName="spaceBetweenRectangles" presStyleCnt="0"/>
      <dgm:spPr/>
    </dgm:pt>
    <dgm:pt modelId="{EBF1390D-2D65-426C-8617-CDF35BD4AF6D}" type="pres">
      <dgm:prSet presAssocID="{540B1AAD-55EE-42B4-89CE-716DEDDEC58F}" presName="parentLin" presStyleCnt="0"/>
      <dgm:spPr/>
    </dgm:pt>
    <dgm:pt modelId="{65F94B97-6DD6-4141-ACD9-91BAB9B2F83D}" type="pres">
      <dgm:prSet presAssocID="{540B1AAD-55EE-42B4-89CE-716DEDDEC58F}" presName="parentLeftMargin" presStyleLbl="node1" presStyleIdx="1" presStyleCnt="5"/>
      <dgm:spPr/>
    </dgm:pt>
    <dgm:pt modelId="{06846B4C-172A-4EC9-83A3-5F197E2161C7}" type="pres">
      <dgm:prSet presAssocID="{540B1AAD-55EE-42B4-89CE-716DEDDEC58F}" presName="parentText" presStyleLbl="node1" presStyleIdx="2" presStyleCnt="5" custScaleX="71129" custLinFactNeighborX="-99836" custLinFactNeighborY="8850">
        <dgm:presLayoutVars>
          <dgm:chMax val="0"/>
          <dgm:bulletEnabled val="1"/>
        </dgm:presLayoutVars>
      </dgm:prSet>
      <dgm:spPr/>
    </dgm:pt>
    <dgm:pt modelId="{9D66CFDF-9B23-4E4B-A988-1204AA086139}" type="pres">
      <dgm:prSet presAssocID="{540B1AAD-55EE-42B4-89CE-716DEDDEC58F}" presName="negativeSpace" presStyleCnt="0"/>
      <dgm:spPr/>
    </dgm:pt>
    <dgm:pt modelId="{B6125DA8-5A35-434C-BD33-CA37BEA8DBEC}" type="pres">
      <dgm:prSet presAssocID="{540B1AAD-55EE-42B4-89CE-716DEDDEC58F}" presName="childText" presStyleLbl="conFgAcc1" presStyleIdx="2" presStyleCnt="5">
        <dgm:presLayoutVars>
          <dgm:bulletEnabled val="1"/>
        </dgm:presLayoutVars>
      </dgm:prSet>
      <dgm:spPr/>
    </dgm:pt>
    <dgm:pt modelId="{546974DE-8128-44A9-A98A-0E731D83DDAA}" type="pres">
      <dgm:prSet presAssocID="{E2322A63-F63E-4341-9840-BB52E953A340}" presName="spaceBetweenRectangles" presStyleCnt="0"/>
      <dgm:spPr/>
    </dgm:pt>
    <dgm:pt modelId="{A30934C1-C86E-4008-9B97-DEA80038DFC6}" type="pres">
      <dgm:prSet presAssocID="{38834D6F-A007-4B5C-A4CE-202B909E3647}" presName="parentLin" presStyleCnt="0"/>
      <dgm:spPr/>
    </dgm:pt>
    <dgm:pt modelId="{395819A0-4C06-478C-A7F0-46634678DCE4}" type="pres">
      <dgm:prSet presAssocID="{38834D6F-A007-4B5C-A4CE-202B909E3647}" presName="parentLeftMargin" presStyleLbl="node1" presStyleIdx="2" presStyleCnt="5"/>
      <dgm:spPr/>
    </dgm:pt>
    <dgm:pt modelId="{5CBB0A67-0592-4D71-B025-98FC80ADF4DD}" type="pres">
      <dgm:prSet presAssocID="{38834D6F-A007-4B5C-A4CE-202B909E3647}" presName="parentText" presStyleLbl="node1" presStyleIdx="3" presStyleCnt="5" custScaleX="71129" custLinFactNeighborX="-99836" custLinFactNeighborY="8850">
        <dgm:presLayoutVars>
          <dgm:chMax val="0"/>
          <dgm:bulletEnabled val="1"/>
        </dgm:presLayoutVars>
      </dgm:prSet>
      <dgm:spPr/>
    </dgm:pt>
    <dgm:pt modelId="{C51C08BB-FC06-407F-B304-CB029C3B99EA}" type="pres">
      <dgm:prSet presAssocID="{38834D6F-A007-4B5C-A4CE-202B909E3647}" presName="negativeSpace" presStyleCnt="0"/>
      <dgm:spPr/>
    </dgm:pt>
    <dgm:pt modelId="{6A1DD614-DB7C-4838-976D-A35DF228BDCC}" type="pres">
      <dgm:prSet presAssocID="{38834D6F-A007-4B5C-A4CE-202B909E3647}" presName="childText" presStyleLbl="conFgAcc1" presStyleIdx="3" presStyleCnt="5">
        <dgm:presLayoutVars>
          <dgm:bulletEnabled val="1"/>
        </dgm:presLayoutVars>
      </dgm:prSet>
      <dgm:spPr/>
    </dgm:pt>
    <dgm:pt modelId="{0B09AF20-F7EF-4DB4-A8C6-6D7831D41A0C}" type="pres">
      <dgm:prSet presAssocID="{21EBE4D5-9515-4884-A00C-FEB5596BDAC2}" presName="spaceBetweenRectangles" presStyleCnt="0"/>
      <dgm:spPr/>
    </dgm:pt>
    <dgm:pt modelId="{67526932-C631-4F03-85BA-068144835AA5}" type="pres">
      <dgm:prSet presAssocID="{4803B2E0-2B92-4C09-9F65-FCA3C98B643A}" presName="parentLin" presStyleCnt="0"/>
      <dgm:spPr/>
    </dgm:pt>
    <dgm:pt modelId="{1455BB3A-C721-4A90-9523-006C35AABEB3}" type="pres">
      <dgm:prSet presAssocID="{4803B2E0-2B92-4C09-9F65-FCA3C98B643A}" presName="parentLeftMargin" presStyleLbl="node1" presStyleIdx="3" presStyleCnt="5"/>
      <dgm:spPr/>
    </dgm:pt>
    <dgm:pt modelId="{F142BF7B-A6B0-453B-9855-BB0D22A51F46}" type="pres">
      <dgm:prSet presAssocID="{4803B2E0-2B92-4C09-9F65-FCA3C98B643A}" presName="parentText" presStyleLbl="node1" presStyleIdx="4" presStyleCnt="5" custScaleX="71129" custLinFactNeighborX="-99836" custLinFactNeighborY="8850">
        <dgm:presLayoutVars>
          <dgm:chMax val="0"/>
          <dgm:bulletEnabled val="1"/>
        </dgm:presLayoutVars>
      </dgm:prSet>
      <dgm:spPr/>
    </dgm:pt>
    <dgm:pt modelId="{AD5ABBF1-8153-4863-BC01-09D81FD9905C}" type="pres">
      <dgm:prSet presAssocID="{4803B2E0-2B92-4C09-9F65-FCA3C98B643A}" presName="negativeSpace" presStyleCnt="0"/>
      <dgm:spPr/>
    </dgm:pt>
    <dgm:pt modelId="{A1B5160A-2436-4387-9674-4E5807A783A6}" type="pres">
      <dgm:prSet presAssocID="{4803B2E0-2B92-4C09-9F65-FCA3C98B643A}" presName="childText" presStyleLbl="conFgAcc1" presStyleIdx="4" presStyleCnt="5">
        <dgm:presLayoutVars>
          <dgm:bulletEnabled val="1"/>
        </dgm:presLayoutVars>
      </dgm:prSet>
      <dgm:spPr/>
    </dgm:pt>
  </dgm:ptLst>
  <dgm:cxnLst>
    <dgm:cxn modelId="{4EF65604-19F0-4CA5-8FD0-80A96CB21574}" type="presOf" srcId="{540B1AAD-55EE-42B4-89CE-716DEDDEC58F}" destId="{06846B4C-172A-4EC9-83A3-5F197E2161C7}" srcOrd="1" destOrd="0" presId="urn:microsoft.com/office/officeart/2005/8/layout/list1"/>
    <dgm:cxn modelId="{EA3ECD07-4961-4B13-A67E-96AFC233ABF7}" type="presOf" srcId="{4803B2E0-2B92-4C09-9F65-FCA3C98B643A}" destId="{F142BF7B-A6B0-453B-9855-BB0D22A51F46}" srcOrd="1" destOrd="0" presId="urn:microsoft.com/office/officeart/2005/8/layout/list1"/>
    <dgm:cxn modelId="{9782460D-41AE-410B-B65A-FBC920F05F9E}" srcId="{3FE98E4D-07E8-4D42-A98D-F26DFC9E316C}" destId="{48C12278-7EC0-4F0E-91CE-15BDFA59237B}" srcOrd="0" destOrd="0" parTransId="{A806F7E5-3A2C-4AC3-A30E-51BEF8B5ACAD}" sibTransId="{E1CC6F4B-4CD7-4CC9-906B-3CA7A59E5BE6}"/>
    <dgm:cxn modelId="{71AAF20E-FAB9-482D-A286-EBDA4F52EAEA}" srcId="{9C8C7805-D2C1-4832-99D1-556C775F6559}" destId="{4803B2E0-2B92-4C09-9F65-FCA3C98B643A}" srcOrd="4" destOrd="0" parTransId="{5018A231-4E1E-4DA0-88DB-378B8324F2DC}" sibTransId="{AF630599-48CA-4367-A264-2C5CA4A49067}"/>
    <dgm:cxn modelId="{FDC01E12-A91C-4DEC-B03B-564DC48746C8}" srcId="{9C8C7805-D2C1-4832-99D1-556C775F6559}" destId="{3FE98E4D-07E8-4D42-A98D-F26DFC9E316C}" srcOrd="1" destOrd="0" parTransId="{F5754728-CE7A-4958-B75D-FE7E81E98C08}" sibTransId="{BD086495-09A4-42FB-A3ED-F860E46FBE94}"/>
    <dgm:cxn modelId="{0D1E3A26-3456-4DE8-A007-1E3938AC721D}" type="presOf" srcId="{4803B2E0-2B92-4C09-9F65-FCA3C98B643A}" destId="{1455BB3A-C721-4A90-9523-006C35AABEB3}" srcOrd="0" destOrd="0" presId="urn:microsoft.com/office/officeart/2005/8/layout/list1"/>
    <dgm:cxn modelId="{B4D78336-D926-436A-B7CE-8FF90B578929}" srcId="{38834D6F-A007-4B5C-A4CE-202B909E3647}" destId="{80248CBF-C76B-4DA1-B766-96B01B14DBBC}" srcOrd="0" destOrd="0" parTransId="{06F3B6DC-E18B-4B18-88DF-04C44E3AD2B9}" sibTransId="{03F91ADB-CF09-4E30-8B25-198023A62078}"/>
    <dgm:cxn modelId="{4A300043-79A9-4101-967B-EC03BC5A4F20}" type="presOf" srcId="{48C12278-7EC0-4F0E-91CE-15BDFA59237B}" destId="{CB80160A-D545-4669-8206-2E9656721B27}" srcOrd="0" destOrd="0" presId="urn:microsoft.com/office/officeart/2005/8/layout/list1"/>
    <dgm:cxn modelId="{3BA5354A-E419-45CC-B57C-69C58F1D1EF6}" srcId="{9C8C7805-D2C1-4832-99D1-556C775F6559}" destId="{31948AB5-1C07-4905-9721-3A81FBC324AB}" srcOrd="0" destOrd="0" parTransId="{7B45B80A-1A52-4BC0-9ABF-92A51925106A}" sibTransId="{4F99E846-ECAE-45B4-B806-E09C4BAA0F0F}"/>
    <dgm:cxn modelId="{1641794F-4131-4668-81B3-70B5598A42A4}" type="presOf" srcId="{31948AB5-1C07-4905-9721-3A81FBC324AB}" destId="{5046819B-068F-4428-8CC4-74F03BEEB031}" srcOrd="0" destOrd="0" presId="urn:microsoft.com/office/officeart/2005/8/layout/list1"/>
    <dgm:cxn modelId="{9D032674-3BAA-4719-9CA7-0EF67D75E28E}" srcId="{540B1AAD-55EE-42B4-89CE-716DEDDEC58F}" destId="{810C5E1D-C11D-4950-ADF4-D563123FD5F5}" srcOrd="0" destOrd="0" parTransId="{B52CA75B-DD91-41AB-92EE-92AAAC7C3062}" sibTransId="{5AAD340A-D6A6-4858-A854-C498B39D0F50}"/>
    <dgm:cxn modelId="{5EC76E7C-8966-4BE8-92C2-3EDB7F1C3E88}" type="presOf" srcId="{38834D6F-A007-4B5C-A4CE-202B909E3647}" destId="{395819A0-4C06-478C-A7F0-46634678DCE4}" srcOrd="0" destOrd="0" presId="urn:microsoft.com/office/officeart/2005/8/layout/list1"/>
    <dgm:cxn modelId="{737FC47F-5E72-4144-95E8-1054ACFFD37E}" type="presOf" srcId="{31948AB5-1C07-4905-9721-3A81FBC324AB}" destId="{0ED3712D-46FE-4ACD-BF12-59E6C4DB26F9}" srcOrd="1" destOrd="0" presId="urn:microsoft.com/office/officeart/2005/8/layout/list1"/>
    <dgm:cxn modelId="{34E8E596-CE26-4ADB-8C50-37E69F3CF2C2}" type="presOf" srcId="{B3B05959-1264-4E5B-8429-A2A8BEC88527}" destId="{855B6D92-C851-4511-A64A-62B8EB12B92D}" srcOrd="0" destOrd="0" presId="urn:microsoft.com/office/officeart/2005/8/layout/list1"/>
    <dgm:cxn modelId="{3F19E998-6BB3-45B1-9685-303FB30B6F4B}" type="presOf" srcId="{38834D6F-A007-4B5C-A4CE-202B909E3647}" destId="{5CBB0A67-0592-4D71-B025-98FC80ADF4DD}" srcOrd="1" destOrd="0" presId="urn:microsoft.com/office/officeart/2005/8/layout/list1"/>
    <dgm:cxn modelId="{33A0DE9B-9DEF-413A-8420-82FBB6803766}" type="presOf" srcId="{3FE98E4D-07E8-4D42-A98D-F26DFC9E316C}" destId="{D5FFFDAC-9BA4-4F92-95AA-F64A126E23DD}" srcOrd="1" destOrd="0" presId="urn:microsoft.com/office/officeart/2005/8/layout/list1"/>
    <dgm:cxn modelId="{B1E694A4-D040-4ACB-8335-B1FB3BA44AA1}" srcId="{9C8C7805-D2C1-4832-99D1-556C775F6559}" destId="{38834D6F-A007-4B5C-A4CE-202B909E3647}" srcOrd="3" destOrd="0" parTransId="{EBD6633A-A89C-4901-9918-1F2C4A6723A0}" sibTransId="{21EBE4D5-9515-4884-A00C-FEB5596BDAC2}"/>
    <dgm:cxn modelId="{282EECB0-0A95-447D-A5E3-FA36A00D4695}" srcId="{4803B2E0-2B92-4C09-9F65-FCA3C98B643A}" destId="{1A4FAD83-5E43-4061-8CCC-BC77ACF95301}" srcOrd="0" destOrd="0" parTransId="{A54A7390-4E0B-4CF6-9BD6-954082AB842B}" sibTransId="{DA13C222-F1C8-4B5A-8E20-47B251E68F0A}"/>
    <dgm:cxn modelId="{A0F6C1B6-5115-4720-AF6D-75C24B8BBB12}" type="presOf" srcId="{1A4FAD83-5E43-4061-8CCC-BC77ACF95301}" destId="{A1B5160A-2436-4387-9674-4E5807A783A6}" srcOrd="0" destOrd="0" presId="urn:microsoft.com/office/officeart/2005/8/layout/list1"/>
    <dgm:cxn modelId="{2E6152C3-9C1F-4B7E-AF5E-51FA3BBD1A13}" type="presOf" srcId="{3FE98E4D-07E8-4D42-A98D-F26DFC9E316C}" destId="{A9D7F041-00C9-476B-BB7B-84145E625005}" srcOrd="0" destOrd="0" presId="urn:microsoft.com/office/officeart/2005/8/layout/list1"/>
    <dgm:cxn modelId="{3D8E87C4-E11A-47C2-BF53-8BF2CA7C7AB0}" srcId="{9C8C7805-D2C1-4832-99D1-556C775F6559}" destId="{540B1AAD-55EE-42B4-89CE-716DEDDEC58F}" srcOrd="2" destOrd="0" parTransId="{4ACC097A-9815-43A0-849C-46578EE3827C}" sibTransId="{E2322A63-F63E-4341-9840-BB52E953A340}"/>
    <dgm:cxn modelId="{860214CB-C4FA-45D8-9C8F-01588EA7FE62}" type="presOf" srcId="{80248CBF-C76B-4DA1-B766-96B01B14DBBC}" destId="{6A1DD614-DB7C-4838-976D-A35DF228BDCC}" srcOrd="0" destOrd="0" presId="urn:microsoft.com/office/officeart/2005/8/layout/list1"/>
    <dgm:cxn modelId="{3BA163D8-235F-4138-A1D2-E7587C3D7DC6}" type="presOf" srcId="{810C5E1D-C11D-4950-ADF4-D563123FD5F5}" destId="{B6125DA8-5A35-434C-BD33-CA37BEA8DBEC}" srcOrd="0" destOrd="0" presId="urn:microsoft.com/office/officeart/2005/8/layout/list1"/>
    <dgm:cxn modelId="{DDBE1DDB-42C1-4E16-8A29-9392B460EE0B}" type="presOf" srcId="{540B1AAD-55EE-42B4-89CE-716DEDDEC58F}" destId="{65F94B97-6DD6-4141-ACD9-91BAB9B2F83D}" srcOrd="0" destOrd="0" presId="urn:microsoft.com/office/officeart/2005/8/layout/list1"/>
    <dgm:cxn modelId="{FFA8D6FC-6DFA-47B0-9120-1FDDCF9214D4}" type="presOf" srcId="{9C8C7805-D2C1-4832-99D1-556C775F6559}" destId="{4325B03A-EBE4-41A4-92EB-F46095E65683}" srcOrd="0" destOrd="0" presId="urn:microsoft.com/office/officeart/2005/8/layout/list1"/>
    <dgm:cxn modelId="{2DB41EFE-BBCB-46DF-95A3-D02FD6DB870B}" srcId="{31948AB5-1C07-4905-9721-3A81FBC324AB}" destId="{B3B05959-1264-4E5B-8429-A2A8BEC88527}" srcOrd="0" destOrd="0" parTransId="{3412E0F2-7148-4E12-A9D0-BC2FF15888B0}" sibTransId="{A3DFBB78-E405-4354-9DEE-C9770EC864B1}"/>
    <dgm:cxn modelId="{C31BB9DB-D7F4-4BBA-BB0C-3707B9B82D90}" type="presParOf" srcId="{4325B03A-EBE4-41A4-92EB-F46095E65683}" destId="{29ADD690-DFE3-4A70-8F9A-F5A514FF089C}" srcOrd="0" destOrd="0" presId="urn:microsoft.com/office/officeart/2005/8/layout/list1"/>
    <dgm:cxn modelId="{B915AE6C-8E9E-4ABE-89AD-9E3ADA681D1A}" type="presParOf" srcId="{29ADD690-DFE3-4A70-8F9A-F5A514FF089C}" destId="{5046819B-068F-4428-8CC4-74F03BEEB031}" srcOrd="0" destOrd="0" presId="urn:microsoft.com/office/officeart/2005/8/layout/list1"/>
    <dgm:cxn modelId="{A6A6B1E1-42E3-40E5-946D-E3CA4DC601DE}" type="presParOf" srcId="{29ADD690-DFE3-4A70-8F9A-F5A514FF089C}" destId="{0ED3712D-46FE-4ACD-BF12-59E6C4DB26F9}" srcOrd="1" destOrd="0" presId="urn:microsoft.com/office/officeart/2005/8/layout/list1"/>
    <dgm:cxn modelId="{55508E53-0E04-4885-B3F1-F162AEEC67C0}" type="presParOf" srcId="{4325B03A-EBE4-41A4-92EB-F46095E65683}" destId="{8164C7CA-B3AD-4964-BD25-2187169599AC}" srcOrd="1" destOrd="0" presId="urn:microsoft.com/office/officeart/2005/8/layout/list1"/>
    <dgm:cxn modelId="{EAE0528F-67AE-4E1E-8FA9-F7A53948ED01}" type="presParOf" srcId="{4325B03A-EBE4-41A4-92EB-F46095E65683}" destId="{855B6D92-C851-4511-A64A-62B8EB12B92D}" srcOrd="2" destOrd="0" presId="urn:microsoft.com/office/officeart/2005/8/layout/list1"/>
    <dgm:cxn modelId="{924C645F-EA77-4811-BBC0-D40A4D987485}" type="presParOf" srcId="{4325B03A-EBE4-41A4-92EB-F46095E65683}" destId="{9A84A4E4-00AF-4EED-883F-083584B0DAE1}" srcOrd="3" destOrd="0" presId="urn:microsoft.com/office/officeart/2005/8/layout/list1"/>
    <dgm:cxn modelId="{E07645C7-1F9D-421C-9803-B72B93C708E9}" type="presParOf" srcId="{4325B03A-EBE4-41A4-92EB-F46095E65683}" destId="{4E93742B-7DA8-4470-8263-6C40BB188FEB}" srcOrd="4" destOrd="0" presId="urn:microsoft.com/office/officeart/2005/8/layout/list1"/>
    <dgm:cxn modelId="{046B3BFD-1E80-4FC8-80B1-20168C7080CB}" type="presParOf" srcId="{4E93742B-7DA8-4470-8263-6C40BB188FEB}" destId="{A9D7F041-00C9-476B-BB7B-84145E625005}" srcOrd="0" destOrd="0" presId="urn:microsoft.com/office/officeart/2005/8/layout/list1"/>
    <dgm:cxn modelId="{1D26F515-D1E7-4C07-BB21-2B756A595E98}" type="presParOf" srcId="{4E93742B-7DA8-4470-8263-6C40BB188FEB}" destId="{D5FFFDAC-9BA4-4F92-95AA-F64A126E23DD}" srcOrd="1" destOrd="0" presId="urn:microsoft.com/office/officeart/2005/8/layout/list1"/>
    <dgm:cxn modelId="{75DF15A2-FF3C-4FF3-A371-137AF957E73D}" type="presParOf" srcId="{4325B03A-EBE4-41A4-92EB-F46095E65683}" destId="{6658BEAA-69D7-43C9-B864-757807D5B263}" srcOrd="5" destOrd="0" presId="urn:microsoft.com/office/officeart/2005/8/layout/list1"/>
    <dgm:cxn modelId="{0A1A590C-1AAA-4AED-B892-70C6EFF90513}" type="presParOf" srcId="{4325B03A-EBE4-41A4-92EB-F46095E65683}" destId="{CB80160A-D545-4669-8206-2E9656721B27}" srcOrd="6" destOrd="0" presId="urn:microsoft.com/office/officeart/2005/8/layout/list1"/>
    <dgm:cxn modelId="{05BE0B8B-9CAD-4998-8528-E13A86918204}" type="presParOf" srcId="{4325B03A-EBE4-41A4-92EB-F46095E65683}" destId="{51D26D0B-A836-4408-8722-5277AB3CE099}" srcOrd="7" destOrd="0" presId="urn:microsoft.com/office/officeart/2005/8/layout/list1"/>
    <dgm:cxn modelId="{639124B3-2456-4AA4-9BFD-9F56F9EF19BB}" type="presParOf" srcId="{4325B03A-EBE4-41A4-92EB-F46095E65683}" destId="{EBF1390D-2D65-426C-8617-CDF35BD4AF6D}" srcOrd="8" destOrd="0" presId="urn:microsoft.com/office/officeart/2005/8/layout/list1"/>
    <dgm:cxn modelId="{C7CF6F98-71E2-4573-AC8E-3D87B7B05C9C}" type="presParOf" srcId="{EBF1390D-2D65-426C-8617-CDF35BD4AF6D}" destId="{65F94B97-6DD6-4141-ACD9-91BAB9B2F83D}" srcOrd="0" destOrd="0" presId="urn:microsoft.com/office/officeart/2005/8/layout/list1"/>
    <dgm:cxn modelId="{9189B969-8D83-49B2-88DC-E99F0A9E4671}" type="presParOf" srcId="{EBF1390D-2D65-426C-8617-CDF35BD4AF6D}" destId="{06846B4C-172A-4EC9-83A3-5F197E2161C7}" srcOrd="1" destOrd="0" presId="urn:microsoft.com/office/officeart/2005/8/layout/list1"/>
    <dgm:cxn modelId="{E7EE013A-51A9-4AB7-A971-87F7F9827655}" type="presParOf" srcId="{4325B03A-EBE4-41A4-92EB-F46095E65683}" destId="{9D66CFDF-9B23-4E4B-A988-1204AA086139}" srcOrd="9" destOrd="0" presId="urn:microsoft.com/office/officeart/2005/8/layout/list1"/>
    <dgm:cxn modelId="{9D120057-4935-4EC2-BAC5-8AA06188BCA6}" type="presParOf" srcId="{4325B03A-EBE4-41A4-92EB-F46095E65683}" destId="{B6125DA8-5A35-434C-BD33-CA37BEA8DBEC}" srcOrd="10" destOrd="0" presId="urn:microsoft.com/office/officeart/2005/8/layout/list1"/>
    <dgm:cxn modelId="{69503379-3A2E-45A4-8921-98FEDBA8F06D}" type="presParOf" srcId="{4325B03A-EBE4-41A4-92EB-F46095E65683}" destId="{546974DE-8128-44A9-A98A-0E731D83DDAA}" srcOrd="11" destOrd="0" presId="urn:microsoft.com/office/officeart/2005/8/layout/list1"/>
    <dgm:cxn modelId="{D6FD1C63-B4EC-412A-BB86-F11F063CC486}" type="presParOf" srcId="{4325B03A-EBE4-41A4-92EB-F46095E65683}" destId="{A30934C1-C86E-4008-9B97-DEA80038DFC6}" srcOrd="12" destOrd="0" presId="urn:microsoft.com/office/officeart/2005/8/layout/list1"/>
    <dgm:cxn modelId="{B18E6977-58BF-414E-8E9B-0F7577125C7E}" type="presParOf" srcId="{A30934C1-C86E-4008-9B97-DEA80038DFC6}" destId="{395819A0-4C06-478C-A7F0-46634678DCE4}" srcOrd="0" destOrd="0" presId="urn:microsoft.com/office/officeart/2005/8/layout/list1"/>
    <dgm:cxn modelId="{401C502E-D16F-49DE-8736-7EB2AFAF2303}" type="presParOf" srcId="{A30934C1-C86E-4008-9B97-DEA80038DFC6}" destId="{5CBB0A67-0592-4D71-B025-98FC80ADF4DD}" srcOrd="1" destOrd="0" presId="urn:microsoft.com/office/officeart/2005/8/layout/list1"/>
    <dgm:cxn modelId="{DE55E617-237D-402F-8B8C-48449DDD0551}" type="presParOf" srcId="{4325B03A-EBE4-41A4-92EB-F46095E65683}" destId="{C51C08BB-FC06-407F-B304-CB029C3B99EA}" srcOrd="13" destOrd="0" presId="urn:microsoft.com/office/officeart/2005/8/layout/list1"/>
    <dgm:cxn modelId="{58B0D7D0-B9AD-45F8-84B5-5B6E45444924}" type="presParOf" srcId="{4325B03A-EBE4-41A4-92EB-F46095E65683}" destId="{6A1DD614-DB7C-4838-976D-A35DF228BDCC}" srcOrd="14" destOrd="0" presId="urn:microsoft.com/office/officeart/2005/8/layout/list1"/>
    <dgm:cxn modelId="{FEEEB320-F9CB-4A93-B00D-C0BA99C62598}" type="presParOf" srcId="{4325B03A-EBE4-41A4-92EB-F46095E65683}" destId="{0B09AF20-F7EF-4DB4-A8C6-6D7831D41A0C}" srcOrd="15" destOrd="0" presId="urn:microsoft.com/office/officeart/2005/8/layout/list1"/>
    <dgm:cxn modelId="{C2423EC9-EF56-415D-8488-6FFFF8CA545D}" type="presParOf" srcId="{4325B03A-EBE4-41A4-92EB-F46095E65683}" destId="{67526932-C631-4F03-85BA-068144835AA5}" srcOrd="16" destOrd="0" presId="urn:microsoft.com/office/officeart/2005/8/layout/list1"/>
    <dgm:cxn modelId="{DA9AED5A-ED13-4BD1-A852-12CB412B732C}" type="presParOf" srcId="{67526932-C631-4F03-85BA-068144835AA5}" destId="{1455BB3A-C721-4A90-9523-006C35AABEB3}" srcOrd="0" destOrd="0" presId="urn:microsoft.com/office/officeart/2005/8/layout/list1"/>
    <dgm:cxn modelId="{F5723449-5B9B-4546-9CA6-0E9B137E13D1}" type="presParOf" srcId="{67526932-C631-4F03-85BA-068144835AA5}" destId="{F142BF7B-A6B0-453B-9855-BB0D22A51F46}" srcOrd="1" destOrd="0" presId="urn:microsoft.com/office/officeart/2005/8/layout/list1"/>
    <dgm:cxn modelId="{4232BC70-43C3-489C-8CEA-73A6F682D6AD}" type="presParOf" srcId="{4325B03A-EBE4-41A4-92EB-F46095E65683}" destId="{AD5ABBF1-8153-4863-BC01-09D81FD9905C}" srcOrd="17" destOrd="0" presId="urn:microsoft.com/office/officeart/2005/8/layout/list1"/>
    <dgm:cxn modelId="{8499808C-3C1F-4C31-B4B5-B198729CAA60}" type="presParOf" srcId="{4325B03A-EBE4-41A4-92EB-F46095E65683}" destId="{A1B5160A-2436-4387-9674-4E5807A783A6}"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061838-B14D-4330-B137-049D387F767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3B357333-8271-44BF-A9CE-DB3F2F7F50B2}">
      <dgm:prSet phldrT="[Text]" custT="1"/>
      <dgm:spPr>
        <a:solidFill>
          <a:srgbClr val="FE5B38"/>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r>
            <a:rPr lang="en-US" sz="2000" b="1" dirty="0"/>
            <a:t>Web-grounded chat</a:t>
          </a:r>
        </a:p>
      </dgm:t>
    </dgm:pt>
    <dgm:pt modelId="{FDF396B2-4916-4B4D-B72A-591CAAAF9FE6}" type="parTrans" cxnId="{9144F797-866F-457E-9DE5-828B79870F98}">
      <dgm:prSet/>
      <dgm:spPr/>
      <dgm:t>
        <a:bodyPr/>
        <a:lstStyle/>
        <a:p>
          <a:endParaRPr lang="en-US"/>
        </a:p>
      </dgm:t>
    </dgm:pt>
    <dgm:pt modelId="{C1853305-A526-498D-8259-B6F5103D6B48}" type="sibTrans" cxnId="{9144F797-866F-457E-9DE5-828B79870F98}">
      <dgm:prSet/>
      <dgm:spPr/>
      <dgm:t>
        <a:bodyPr/>
        <a:lstStyle/>
        <a:p>
          <a:endParaRPr lang="en-US"/>
        </a:p>
      </dgm:t>
    </dgm:pt>
    <dgm:pt modelId="{3B8F6EEF-D91F-4008-AC28-B5DBDAB76974}">
      <dgm:prSet phldrT="[Text]" custT="1"/>
      <dgm:spPr>
        <a:solidFill>
          <a:schemeClr val="bg1">
            <a:alpha val="90000"/>
          </a:schemeClr>
        </a:solidFill>
      </dgm:spPr>
      <dgm:t>
        <a:bodyPr/>
        <a:lstStyle/>
        <a:p>
          <a:pPr algn="l">
            <a:buNone/>
          </a:pPr>
          <a:r>
            <a:rPr lang="en-US" sz="1800" b="0" i="0" dirty="0"/>
            <a:t>Answers from public web data.</a:t>
          </a:r>
          <a:endParaRPr lang="en-US" sz="1800" dirty="0"/>
        </a:p>
      </dgm:t>
    </dgm:pt>
    <dgm:pt modelId="{C0D1B45E-256B-4149-8F03-1E13BD7BAE2D}" type="parTrans" cxnId="{B8BA9C4D-7A8E-409C-BE37-8819EC94FE83}">
      <dgm:prSet/>
      <dgm:spPr/>
      <dgm:t>
        <a:bodyPr/>
        <a:lstStyle/>
        <a:p>
          <a:endParaRPr lang="en-US"/>
        </a:p>
      </dgm:t>
    </dgm:pt>
    <dgm:pt modelId="{1F34C9B3-944D-48A0-8FAF-0AB810EEB13A}" type="sibTrans" cxnId="{B8BA9C4D-7A8E-409C-BE37-8819EC94FE83}">
      <dgm:prSet/>
      <dgm:spPr/>
      <dgm:t>
        <a:bodyPr/>
        <a:lstStyle/>
        <a:p>
          <a:endParaRPr lang="en-US"/>
        </a:p>
      </dgm:t>
    </dgm:pt>
    <dgm:pt modelId="{934FB7C6-AA49-4DE0-B21A-61927654CF34}">
      <dgm:prSet phldrT="[Text]" custT="1"/>
      <dgm:spPr>
        <a:solidFill>
          <a:srgbClr val="D8388C"/>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pPr marL="0" lvl="0" indent="0" algn="ctr" defTabSz="800100">
            <a:lnSpc>
              <a:spcPct val="90000"/>
            </a:lnSpc>
            <a:spcBef>
              <a:spcPct val="0"/>
            </a:spcBef>
            <a:spcAft>
              <a:spcPct val="35000"/>
            </a:spcAft>
            <a:buNone/>
          </a:pPr>
          <a:r>
            <a:rPr lang="en-US" sz="2000" b="1" i="0" kern="1200" dirty="0">
              <a:solidFill>
                <a:srgbClr val="FFFFFF"/>
              </a:solidFill>
              <a:latin typeface="+mn-lt"/>
              <a:ea typeface="+mn-ea"/>
              <a:cs typeface="+mn-cs"/>
            </a:rPr>
            <a:t>Content awareness</a:t>
          </a:r>
        </a:p>
      </dgm:t>
    </dgm:pt>
    <dgm:pt modelId="{5F33E445-E689-47B3-85ED-A673DF1972A7}" type="parTrans" cxnId="{53D41E0C-A4BF-4314-B2D0-7D12D25236C5}">
      <dgm:prSet/>
      <dgm:spPr/>
      <dgm:t>
        <a:bodyPr/>
        <a:lstStyle/>
        <a:p>
          <a:endParaRPr lang="en-US"/>
        </a:p>
      </dgm:t>
    </dgm:pt>
    <dgm:pt modelId="{374D3697-95B1-43E6-9C0F-E98B6F78A2C5}" type="sibTrans" cxnId="{53D41E0C-A4BF-4314-B2D0-7D12D25236C5}">
      <dgm:prSet/>
      <dgm:spPr/>
      <dgm:t>
        <a:bodyPr/>
        <a:lstStyle/>
        <a:p>
          <a:endParaRPr lang="en-US"/>
        </a:p>
      </dgm:t>
    </dgm:pt>
    <dgm:pt modelId="{25CC0834-8D20-45DB-972C-CF9AC63E5D92}">
      <dgm:prSet phldrT="[Text]" custT="1"/>
      <dgm:spPr>
        <a:solidFill>
          <a:schemeClr val="bg1">
            <a:alpha val="90000"/>
          </a:schemeClr>
        </a:solidFill>
      </dgm:spPr>
      <dgm:t>
        <a:bodyPr/>
        <a:lstStyle/>
        <a:p>
          <a:pPr>
            <a:buNone/>
          </a:pPr>
          <a:r>
            <a:rPr lang="en-US" sz="1800" b="0" i="0" dirty="0"/>
            <a:t>Understands your open file/page/email.</a:t>
          </a:r>
          <a:endParaRPr lang="en-US" sz="1800" dirty="0"/>
        </a:p>
      </dgm:t>
    </dgm:pt>
    <dgm:pt modelId="{7B29859D-A9A0-4EED-BB06-32709D72387D}" type="parTrans" cxnId="{6E8A5CB5-719D-46DD-9E1E-4076F4F5C921}">
      <dgm:prSet/>
      <dgm:spPr/>
      <dgm:t>
        <a:bodyPr/>
        <a:lstStyle/>
        <a:p>
          <a:endParaRPr lang="en-US"/>
        </a:p>
      </dgm:t>
    </dgm:pt>
    <dgm:pt modelId="{5B15C82F-DB33-4E89-9B15-CFBB6CB8C6FA}" type="sibTrans" cxnId="{6E8A5CB5-719D-46DD-9E1E-4076F4F5C921}">
      <dgm:prSet/>
      <dgm:spPr/>
      <dgm:t>
        <a:bodyPr/>
        <a:lstStyle/>
        <a:p>
          <a:endParaRPr lang="en-US"/>
        </a:p>
      </dgm:t>
    </dgm:pt>
    <dgm:pt modelId="{83A62BD1-3E24-4321-AADF-742FD503A94D}">
      <dgm:prSet phldrT="[Text]" custT="1"/>
      <dgm:spPr>
        <a:solidFill>
          <a:srgbClr val="BF3AC4">
            <a:lumMod val="75000"/>
          </a:srgbClr>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r>
            <a:rPr lang="en-US" sz="2000" b="1" kern="1200" dirty="0"/>
            <a:t>Global history &amp; memory</a:t>
          </a:r>
          <a:endParaRPr lang="en-US" sz="2000" kern="1200" dirty="0">
            <a:latin typeface="+mn-lt"/>
          </a:endParaRPr>
        </a:p>
      </dgm:t>
    </dgm:pt>
    <dgm:pt modelId="{3154C6E8-B5EE-46B5-BC57-538777E786C0}" type="parTrans" cxnId="{D899FE80-D55A-4E90-AFF8-1C0AD34E7224}">
      <dgm:prSet/>
      <dgm:spPr/>
      <dgm:t>
        <a:bodyPr/>
        <a:lstStyle/>
        <a:p>
          <a:endParaRPr lang="en-US"/>
        </a:p>
      </dgm:t>
    </dgm:pt>
    <dgm:pt modelId="{487C2344-0F33-43D6-8EDB-82AE3EB11A03}" type="sibTrans" cxnId="{D899FE80-D55A-4E90-AFF8-1C0AD34E7224}">
      <dgm:prSet/>
      <dgm:spPr/>
      <dgm:t>
        <a:bodyPr/>
        <a:lstStyle/>
        <a:p>
          <a:endParaRPr lang="en-US"/>
        </a:p>
      </dgm:t>
    </dgm:pt>
    <dgm:pt modelId="{33E7CFB7-B258-402A-A9FE-B99717F6C6AE}">
      <dgm:prSet phldrT="[Text]" custT="1"/>
      <dgm:spPr>
        <a:solidFill>
          <a:srgbClr val="091F2E">
            <a:lumMod val="75000"/>
            <a:lumOff val="25000"/>
          </a:srgbClr>
        </a:solidFill>
        <a:ln w="10795" cap="flat" cmpd="sng" algn="ctr">
          <a:solidFill>
            <a:srgbClr val="FFFFFF">
              <a:hueOff val="0"/>
              <a:satOff val="0"/>
              <a:lumOff val="0"/>
              <a:alphaOff val="0"/>
            </a:srgbClr>
          </a:solidFill>
          <a:prstDash val="solid"/>
        </a:ln>
        <a:effectLst/>
      </dgm:spPr>
      <dgm:t>
        <a:bodyPr spcFirstLastPara="0" vert="horz" wrap="square" lIns="294277" tIns="0" rIns="294277" bIns="0" numCol="1" spcCol="1270" anchor="ctr" anchorCtr="0"/>
        <a:lstStyle/>
        <a:p>
          <a:r>
            <a:rPr lang="en-US" sz="2000" b="1" kern="1200" dirty="0">
              <a:solidFill>
                <a:srgbClr val="FFFFFF"/>
              </a:solidFill>
              <a:latin typeface="+mn-lt"/>
              <a:ea typeface="+mn-ea"/>
              <a:cs typeface="+mn-cs"/>
            </a:rPr>
            <a:t>Pay-as-you-go agents</a:t>
          </a:r>
          <a:endParaRPr lang="en-US" sz="2000" b="1" kern="1200" dirty="0">
            <a:latin typeface="+mn-lt"/>
          </a:endParaRPr>
        </a:p>
      </dgm:t>
    </dgm:pt>
    <dgm:pt modelId="{E707D06B-4E6F-4A2B-B377-55453831B920}" type="parTrans" cxnId="{D662B976-DD38-45DB-A98F-39B588FCAE27}">
      <dgm:prSet/>
      <dgm:spPr/>
      <dgm:t>
        <a:bodyPr/>
        <a:lstStyle/>
        <a:p>
          <a:endParaRPr lang="en-US"/>
        </a:p>
      </dgm:t>
    </dgm:pt>
    <dgm:pt modelId="{E2B7C400-5267-483F-A0C0-8966ECAACD8E}" type="sibTrans" cxnId="{D662B976-DD38-45DB-A98F-39B588FCAE27}">
      <dgm:prSet/>
      <dgm:spPr/>
      <dgm:t>
        <a:bodyPr/>
        <a:lstStyle/>
        <a:p>
          <a:endParaRPr lang="en-US"/>
        </a:p>
      </dgm:t>
    </dgm:pt>
    <dgm:pt modelId="{0CDC4E00-1325-4BB4-B21B-4C49698E2EDE}">
      <dgm:prSet phldrT="[Text]" custT="1"/>
      <dgm:spPr>
        <a:solidFill>
          <a:schemeClr val="bg1">
            <a:alpha val="90000"/>
          </a:schemeClr>
        </a:solidFill>
      </dgm:spPr>
      <dgm:t>
        <a:bodyPr/>
        <a:lstStyle/>
        <a:p>
          <a:pPr>
            <a:buNone/>
          </a:pPr>
          <a:r>
            <a:rPr lang="en-US" sz="1800" dirty="0"/>
            <a:t>Picks up where you left off across apps for seamless work.</a:t>
          </a:r>
        </a:p>
      </dgm:t>
    </dgm:pt>
    <dgm:pt modelId="{A77A97AD-990C-4DA5-8944-66F642B549A5}" type="parTrans" cxnId="{41B1C0F6-2D99-4D91-AB1F-FFD714BB612A}">
      <dgm:prSet/>
      <dgm:spPr/>
      <dgm:t>
        <a:bodyPr/>
        <a:lstStyle/>
        <a:p>
          <a:endParaRPr lang="en-US"/>
        </a:p>
      </dgm:t>
    </dgm:pt>
    <dgm:pt modelId="{30E08CEF-330E-4028-A06F-B617AC0CF8DB}" type="sibTrans" cxnId="{41B1C0F6-2D99-4D91-AB1F-FFD714BB612A}">
      <dgm:prSet/>
      <dgm:spPr/>
      <dgm:t>
        <a:bodyPr/>
        <a:lstStyle/>
        <a:p>
          <a:endParaRPr lang="en-US"/>
        </a:p>
      </dgm:t>
    </dgm:pt>
    <dgm:pt modelId="{63AFE45E-215B-4B7A-9D17-3B1D5F81BA3A}">
      <dgm:prSet phldrT="[Text]" custT="1"/>
      <dgm:spPr>
        <a:solidFill>
          <a:schemeClr val="bg1">
            <a:alpha val="90000"/>
          </a:schemeClr>
        </a:solidFill>
      </dgm:spPr>
      <dgm:t>
        <a:bodyPr/>
        <a:lstStyle/>
        <a:p>
          <a:pPr>
            <a:buNone/>
          </a:pPr>
          <a:r>
            <a:rPr lang="en-US" sz="1800" b="0" i="0" dirty="0"/>
            <a:t>Automate business processes.</a:t>
          </a:r>
          <a:endParaRPr lang="en-US" sz="1800" dirty="0"/>
        </a:p>
      </dgm:t>
    </dgm:pt>
    <dgm:pt modelId="{6DFCB313-1DD0-4EE8-814C-B482CE88C6C5}" type="parTrans" cxnId="{93817849-3054-4295-9D8D-40E25820893C}">
      <dgm:prSet/>
      <dgm:spPr/>
      <dgm:t>
        <a:bodyPr/>
        <a:lstStyle/>
        <a:p>
          <a:endParaRPr lang="en-US"/>
        </a:p>
      </dgm:t>
    </dgm:pt>
    <dgm:pt modelId="{BFC2A552-BC81-48BB-A52D-42C5208885AD}" type="sibTrans" cxnId="{93817849-3054-4295-9D8D-40E25820893C}">
      <dgm:prSet/>
      <dgm:spPr/>
      <dgm:t>
        <a:bodyPr/>
        <a:lstStyle/>
        <a:p>
          <a:endParaRPr lang="en-US"/>
        </a:p>
      </dgm:t>
    </dgm:pt>
    <dgm:pt modelId="{74F68A2D-2543-4037-8580-10D524AF6DD7}">
      <dgm:prSet custT="1"/>
      <dgm:spPr/>
      <dgm:t>
        <a:bodyPr/>
        <a:lstStyle/>
        <a:p>
          <a:pPr>
            <a:buNone/>
          </a:pPr>
          <a:endParaRPr lang="en-US" sz="1800" dirty="0"/>
        </a:p>
      </dgm:t>
    </dgm:pt>
    <dgm:pt modelId="{406AA49C-6A5E-4E00-B36C-13F995D4EEA7}" type="parTrans" cxnId="{0FAA25EE-F030-4832-A9EB-3C3FF2B71A13}">
      <dgm:prSet/>
      <dgm:spPr/>
      <dgm:t>
        <a:bodyPr/>
        <a:lstStyle/>
        <a:p>
          <a:endParaRPr lang="en-US"/>
        </a:p>
      </dgm:t>
    </dgm:pt>
    <dgm:pt modelId="{E158CF8E-6B6A-4F74-99A7-6142A2CD3FC7}" type="sibTrans" cxnId="{0FAA25EE-F030-4832-A9EB-3C3FF2B71A13}">
      <dgm:prSet/>
      <dgm:spPr/>
      <dgm:t>
        <a:bodyPr/>
        <a:lstStyle/>
        <a:p>
          <a:endParaRPr lang="en-US"/>
        </a:p>
      </dgm:t>
    </dgm:pt>
    <dgm:pt modelId="{EFEBA513-BB74-41FE-B086-D026AA691849}">
      <dgm:prSet/>
      <dgm:spPr/>
      <dgm:t>
        <a:bodyPr/>
        <a:lstStyle/>
        <a:p>
          <a:pPr>
            <a:buNone/>
          </a:pPr>
          <a:endParaRPr lang="en-US" sz="1900" dirty="0"/>
        </a:p>
      </dgm:t>
    </dgm:pt>
    <dgm:pt modelId="{94D38D76-1291-4852-9B40-F8EDA775410C}" type="parTrans" cxnId="{EF0D8AED-D462-42C5-94BB-80396EDFD731}">
      <dgm:prSet/>
      <dgm:spPr/>
      <dgm:t>
        <a:bodyPr/>
        <a:lstStyle/>
        <a:p>
          <a:endParaRPr lang="en-US"/>
        </a:p>
      </dgm:t>
    </dgm:pt>
    <dgm:pt modelId="{75311993-474D-4A5E-8067-4531EF65B3D8}" type="sibTrans" cxnId="{EF0D8AED-D462-42C5-94BB-80396EDFD731}">
      <dgm:prSet/>
      <dgm:spPr/>
      <dgm:t>
        <a:bodyPr/>
        <a:lstStyle/>
        <a:p>
          <a:endParaRPr lang="en-US"/>
        </a:p>
      </dgm:t>
    </dgm:pt>
    <dgm:pt modelId="{0246ED48-BF9E-4A68-8737-BAB86FC585F8}">
      <dgm:prSet/>
      <dgm:spPr/>
      <dgm:t>
        <a:bodyPr/>
        <a:lstStyle/>
        <a:p>
          <a:pPr>
            <a:buNone/>
          </a:pPr>
          <a:endParaRPr lang="en-US" sz="2700"/>
        </a:p>
      </dgm:t>
    </dgm:pt>
    <dgm:pt modelId="{E386E968-23C7-472B-A4A1-24C55A44BBBE}" type="parTrans" cxnId="{520A04BD-6397-44C3-BFC1-20AEA28A6883}">
      <dgm:prSet/>
      <dgm:spPr/>
      <dgm:t>
        <a:bodyPr/>
        <a:lstStyle/>
        <a:p>
          <a:endParaRPr lang="en-US"/>
        </a:p>
      </dgm:t>
    </dgm:pt>
    <dgm:pt modelId="{E54D97D9-0781-4CFF-8359-A1D0A3148EF2}" type="sibTrans" cxnId="{520A04BD-6397-44C3-BFC1-20AEA28A6883}">
      <dgm:prSet/>
      <dgm:spPr/>
      <dgm:t>
        <a:bodyPr/>
        <a:lstStyle/>
        <a:p>
          <a:endParaRPr lang="en-US"/>
        </a:p>
      </dgm:t>
    </dgm:pt>
    <dgm:pt modelId="{90AC7229-B1ED-4069-B46F-1A6713428AB4}">
      <dgm:prSet/>
      <dgm:spPr/>
      <dgm:t>
        <a:bodyPr/>
        <a:lstStyle/>
        <a:p>
          <a:pPr>
            <a:buNone/>
          </a:pPr>
          <a:endParaRPr lang="en-US" sz="2700" dirty="0"/>
        </a:p>
      </dgm:t>
    </dgm:pt>
    <dgm:pt modelId="{14563896-1B0F-4E54-95A7-03AA62090319}" type="parTrans" cxnId="{447BC0EE-9D37-4648-B6A8-0034FE5BC06D}">
      <dgm:prSet/>
      <dgm:spPr/>
      <dgm:t>
        <a:bodyPr/>
        <a:lstStyle/>
        <a:p>
          <a:endParaRPr lang="en-US"/>
        </a:p>
      </dgm:t>
    </dgm:pt>
    <dgm:pt modelId="{DB63074B-E276-4CD4-9565-147D913079F5}" type="sibTrans" cxnId="{447BC0EE-9D37-4648-B6A8-0034FE5BC06D}">
      <dgm:prSet/>
      <dgm:spPr/>
      <dgm:t>
        <a:bodyPr/>
        <a:lstStyle/>
        <a:p>
          <a:endParaRPr lang="en-US"/>
        </a:p>
      </dgm:t>
    </dgm:pt>
    <dgm:pt modelId="{B5ABAE1F-EF97-415D-819F-58BC1D10F69E}">
      <dgm:prSet/>
      <dgm:spPr/>
      <dgm:t>
        <a:bodyPr/>
        <a:lstStyle/>
        <a:p>
          <a:pPr>
            <a:buNone/>
          </a:pPr>
          <a:endParaRPr lang="en-US" sz="2500" dirty="0"/>
        </a:p>
      </dgm:t>
    </dgm:pt>
    <dgm:pt modelId="{C764175C-128C-40BD-A822-AECC54A034C3}" type="parTrans" cxnId="{BA77A464-BACE-4083-9644-2844C5B33B36}">
      <dgm:prSet/>
      <dgm:spPr/>
      <dgm:t>
        <a:bodyPr/>
        <a:lstStyle/>
        <a:p>
          <a:endParaRPr lang="en-US"/>
        </a:p>
      </dgm:t>
    </dgm:pt>
    <dgm:pt modelId="{F8DC60AB-D173-4AEC-8699-D75AA7A2FC09}" type="sibTrans" cxnId="{BA77A464-BACE-4083-9644-2844C5B33B36}">
      <dgm:prSet/>
      <dgm:spPr/>
      <dgm:t>
        <a:bodyPr/>
        <a:lstStyle/>
        <a:p>
          <a:endParaRPr lang="en-US"/>
        </a:p>
      </dgm:t>
    </dgm:pt>
    <dgm:pt modelId="{C77D3A49-E934-47AB-8F23-19C3799D73AF}">
      <dgm:prSet/>
      <dgm:spPr/>
      <dgm:t>
        <a:bodyPr/>
        <a:lstStyle/>
        <a:p>
          <a:pPr>
            <a:buNone/>
          </a:pPr>
          <a:endParaRPr lang="en-US" sz="2500" dirty="0"/>
        </a:p>
      </dgm:t>
    </dgm:pt>
    <dgm:pt modelId="{7E650EB5-369B-4CF2-B53E-A379BAA14E47}" type="parTrans" cxnId="{633272A2-5504-4125-A0AD-CE60246C7417}">
      <dgm:prSet/>
      <dgm:spPr/>
      <dgm:t>
        <a:bodyPr/>
        <a:lstStyle/>
        <a:p>
          <a:endParaRPr lang="en-US"/>
        </a:p>
      </dgm:t>
    </dgm:pt>
    <dgm:pt modelId="{52BE600A-05A1-423E-B802-07EBDF24DFBE}" type="sibTrans" cxnId="{633272A2-5504-4125-A0AD-CE60246C7417}">
      <dgm:prSet/>
      <dgm:spPr/>
      <dgm:t>
        <a:bodyPr/>
        <a:lstStyle/>
        <a:p>
          <a:endParaRPr lang="en-US"/>
        </a:p>
      </dgm:t>
    </dgm:pt>
    <dgm:pt modelId="{D1F53E68-474A-467E-BE4C-D8BA839AF328}" type="pres">
      <dgm:prSet presAssocID="{A6061838-B14D-4330-B137-049D387F767F}" presName="Name0" presStyleCnt="0">
        <dgm:presLayoutVars>
          <dgm:dir/>
          <dgm:animLvl val="lvl"/>
          <dgm:resizeHandles val="exact"/>
        </dgm:presLayoutVars>
      </dgm:prSet>
      <dgm:spPr/>
    </dgm:pt>
    <dgm:pt modelId="{A158AB4D-D3A5-407A-9CC6-31E6085253E9}" type="pres">
      <dgm:prSet presAssocID="{3B357333-8271-44BF-A9CE-DB3F2F7F50B2}" presName="composite" presStyleCnt="0"/>
      <dgm:spPr/>
    </dgm:pt>
    <dgm:pt modelId="{C80D7091-4E49-401B-82E4-580965132627}" type="pres">
      <dgm:prSet presAssocID="{3B357333-8271-44BF-A9CE-DB3F2F7F50B2}" presName="parTx" presStyleLbl="alignNode1" presStyleIdx="0" presStyleCnt="4">
        <dgm:presLayoutVars>
          <dgm:chMax val="0"/>
          <dgm:chPref val="0"/>
          <dgm:bulletEnabled val="1"/>
        </dgm:presLayoutVars>
      </dgm:prSet>
      <dgm:spPr>
        <a:xfrm>
          <a:off x="3825" y="214395"/>
          <a:ext cx="2300092" cy="733618"/>
        </a:xfrm>
        <a:prstGeom prst="rect">
          <a:avLst/>
        </a:prstGeom>
      </dgm:spPr>
    </dgm:pt>
    <dgm:pt modelId="{EB66DFAE-4F03-4275-AD95-967359208F99}" type="pres">
      <dgm:prSet presAssocID="{3B357333-8271-44BF-A9CE-DB3F2F7F50B2}" presName="desTx" presStyleLbl="alignAccFollowNode1" presStyleIdx="0" presStyleCnt="4">
        <dgm:presLayoutVars>
          <dgm:bulletEnabled val="1"/>
        </dgm:presLayoutVars>
      </dgm:prSet>
      <dgm:spPr/>
    </dgm:pt>
    <dgm:pt modelId="{5DBEAFC8-CC1C-428D-BEA6-89F7862E79B6}" type="pres">
      <dgm:prSet presAssocID="{C1853305-A526-498D-8259-B6F5103D6B48}" presName="space" presStyleCnt="0"/>
      <dgm:spPr/>
    </dgm:pt>
    <dgm:pt modelId="{F4FEA1C7-4096-44FD-B370-E8320CD653C6}" type="pres">
      <dgm:prSet presAssocID="{934FB7C6-AA49-4DE0-B21A-61927654CF34}" presName="composite" presStyleCnt="0"/>
      <dgm:spPr/>
    </dgm:pt>
    <dgm:pt modelId="{B308B868-2B5E-4B1F-8ED7-EE2735825D91}" type="pres">
      <dgm:prSet presAssocID="{934FB7C6-AA49-4DE0-B21A-61927654CF34}" presName="parTx" presStyleLbl="alignNode1" presStyleIdx="1" presStyleCnt="4" custLinFactNeighborX="-61" custLinFactNeighborY="2530">
        <dgm:presLayoutVars>
          <dgm:chMax val="0"/>
          <dgm:chPref val="0"/>
          <dgm:bulletEnabled val="1"/>
        </dgm:presLayoutVars>
      </dgm:prSet>
      <dgm:spPr>
        <a:xfrm>
          <a:off x="2625930" y="210936"/>
          <a:ext cx="2300092" cy="740536"/>
        </a:xfrm>
        <a:prstGeom prst="rect">
          <a:avLst/>
        </a:prstGeom>
      </dgm:spPr>
    </dgm:pt>
    <dgm:pt modelId="{F555352C-AEA4-4C62-959C-03CB24940907}" type="pres">
      <dgm:prSet presAssocID="{934FB7C6-AA49-4DE0-B21A-61927654CF34}" presName="desTx" presStyleLbl="alignAccFollowNode1" presStyleIdx="1" presStyleCnt="4">
        <dgm:presLayoutVars>
          <dgm:bulletEnabled val="1"/>
        </dgm:presLayoutVars>
      </dgm:prSet>
      <dgm:spPr/>
    </dgm:pt>
    <dgm:pt modelId="{6335D823-0F2A-4D7D-8BBE-A49B269261C6}" type="pres">
      <dgm:prSet presAssocID="{374D3697-95B1-43E6-9C0F-E98B6F78A2C5}" presName="space" presStyleCnt="0"/>
      <dgm:spPr/>
    </dgm:pt>
    <dgm:pt modelId="{D22365E6-5744-4021-9310-B5E09C5FFFFB}" type="pres">
      <dgm:prSet presAssocID="{83A62BD1-3E24-4321-AADF-742FD503A94D}" presName="composite" presStyleCnt="0"/>
      <dgm:spPr/>
    </dgm:pt>
    <dgm:pt modelId="{031BF229-5715-49CB-B6FA-E68187ACDBEF}" type="pres">
      <dgm:prSet presAssocID="{83A62BD1-3E24-4321-AADF-742FD503A94D}" presName="parTx" presStyleLbl="alignNode1" presStyleIdx="2" presStyleCnt="4">
        <dgm:presLayoutVars>
          <dgm:chMax val="0"/>
          <dgm:chPref val="0"/>
          <dgm:bulletEnabled val="1"/>
        </dgm:presLayoutVars>
      </dgm:prSet>
      <dgm:spPr>
        <a:xfrm>
          <a:off x="5248036" y="210936"/>
          <a:ext cx="2300092" cy="740536"/>
        </a:xfrm>
        <a:prstGeom prst="rect">
          <a:avLst/>
        </a:prstGeom>
      </dgm:spPr>
    </dgm:pt>
    <dgm:pt modelId="{A069A84F-A6BC-4A92-96FD-138C9FD130C1}" type="pres">
      <dgm:prSet presAssocID="{83A62BD1-3E24-4321-AADF-742FD503A94D}" presName="desTx" presStyleLbl="alignAccFollowNode1" presStyleIdx="2" presStyleCnt="4">
        <dgm:presLayoutVars>
          <dgm:bulletEnabled val="1"/>
        </dgm:presLayoutVars>
      </dgm:prSet>
      <dgm:spPr/>
    </dgm:pt>
    <dgm:pt modelId="{74E76FF3-0E4A-4750-AAE0-31509C676E00}" type="pres">
      <dgm:prSet presAssocID="{487C2344-0F33-43D6-8EDB-82AE3EB11A03}" presName="space" presStyleCnt="0"/>
      <dgm:spPr/>
    </dgm:pt>
    <dgm:pt modelId="{E7556F3D-456B-49EF-9A7B-AF10872100D3}" type="pres">
      <dgm:prSet presAssocID="{33E7CFB7-B258-402A-A9FE-B99717F6C6AE}" presName="composite" presStyleCnt="0"/>
      <dgm:spPr/>
    </dgm:pt>
    <dgm:pt modelId="{E1E25E75-E23E-41EB-9D60-DF64FC2A6236}" type="pres">
      <dgm:prSet presAssocID="{33E7CFB7-B258-402A-A9FE-B99717F6C6AE}" presName="parTx" presStyleLbl="alignNode1" presStyleIdx="3" presStyleCnt="4">
        <dgm:presLayoutVars>
          <dgm:chMax val="0"/>
          <dgm:chPref val="0"/>
          <dgm:bulletEnabled val="1"/>
        </dgm:presLayoutVars>
      </dgm:prSet>
      <dgm:spPr>
        <a:xfrm>
          <a:off x="7870142" y="210936"/>
          <a:ext cx="2300092" cy="740536"/>
        </a:xfrm>
        <a:prstGeom prst="rect">
          <a:avLst/>
        </a:prstGeom>
      </dgm:spPr>
    </dgm:pt>
    <dgm:pt modelId="{9EF2C008-F8AC-42CB-8233-06E038FC3EE3}" type="pres">
      <dgm:prSet presAssocID="{33E7CFB7-B258-402A-A9FE-B99717F6C6AE}" presName="desTx" presStyleLbl="alignAccFollowNode1" presStyleIdx="3" presStyleCnt="4">
        <dgm:presLayoutVars>
          <dgm:bulletEnabled val="1"/>
        </dgm:presLayoutVars>
      </dgm:prSet>
      <dgm:spPr/>
    </dgm:pt>
  </dgm:ptLst>
  <dgm:cxnLst>
    <dgm:cxn modelId="{53D41E0C-A4BF-4314-B2D0-7D12D25236C5}" srcId="{A6061838-B14D-4330-B137-049D387F767F}" destId="{934FB7C6-AA49-4DE0-B21A-61927654CF34}" srcOrd="1" destOrd="0" parTransId="{5F33E445-E689-47B3-85ED-A673DF1972A7}" sibTransId="{374D3697-95B1-43E6-9C0F-E98B6F78A2C5}"/>
    <dgm:cxn modelId="{AF07E72D-EDE7-4281-9CE6-7B6B076F823F}" type="presOf" srcId="{74F68A2D-2543-4037-8580-10D524AF6DD7}" destId="{F555352C-AEA4-4C62-959C-03CB24940907}" srcOrd="0" destOrd="1" presId="urn:microsoft.com/office/officeart/2005/8/layout/hList1"/>
    <dgm:cxn modelId="{712D0E3A-14CC-490E-B8C9-508E737ACE2A}" type="presOf" srcId="{63AFE45E-215B-4B7A-9D17-3B1D5F81BA3A}" destId="{9EF2C008-F8AC-42CB-8233-06E038FC3EE3}" srcOrd="0" destOrd="0" presId="urn:microsoft.com/office/officeart/2005/8/layout/hList1"/>
    <dgm:cxn modelId="{C81AD940-E680-4ED0-8A0A-374BA6B9A8E6}" type="presOf" srcId="{0CDC4E00-1325-4BB4-B21B-4C49698E2EDE}" destId="{A069A84F-A6BC-4A92-96FD-138C9FD130C1}" srcOrd="0" destOrd="0" presId="urn:microsoft.com/office/officeart/2005/8/layout/hList1"/>
    <dgm:cxn modelId="{BA77A464-BACE-4083-9644-2844C5B33B36}" srcId="{33E7CFB7-B258-402A-A9FE-B99717F6C6AE}" destId="{B5ABAE1F-EF97-415D-819F-58BC1D10F69E}" srcOrd="1" destOrd="0" parTransId="{C764175C-128C-40BD-A822-AECC54A034C3}" sibTransId="{F8DC60AB-D173-4AEC-8699-D75AA7A2FC09}"/>
    <dgm:cxn modelId="{93817849-3054-4295-9D8D-40E25820893C}" srcId="{33E7CFB7-B258-402A-A9FE-B99717F6C6AE}" destId="{63AFE45E-215B-4B7A-9D17-3B1D5F81BA3A}" srcOrd="0" destOrd="0" parTransId="{6DFCB313-1DD0-4EE8-814C-B482CE88C6C5}" sibTransId="{BFC2A552-BC81-48BB-A52D-42C5208885AD}"/>
    <dgm:cxn modelId="{B519206D-E4E8-44A4-917C-17B3CBEAF645}" type="presOf" srcId="{83A62BD1-3E24-4321-AADF-742FD503A94D}" destId="{031BF229-5715-49CB-B6FA-E68187ACDBEF}" srcOrd="0" destOrd="0" presId="urn:microsoft.com/office/officeart/2005/8/layout/hList1"/>
    <dgm:cxn modelId="{B8BA9C4D-7A8E-409C-BE37-8819EC94FE83}" srcId="{3B357333-8271-44BF-A9CE-DB3F2F7F50B2}" destId="{3B8F6EEF-D91F-4008-AC28-B5DBDAB76974}" srcOrd="0" destOrd="0" parTransId="{C0D1B45E-256B-4149-8F03-1E13BD7BAE2D}" sibTransId="{1F34C9B3-944D-48A0-8FAF-0AB810EEB13A}"/>
    <dgm:cxn modelId="{091BF56D-0343-41BC-8A7B-60E127CB70F1}" type="presOf" srcId="{3B8F6EEF-D91F-4008-AC28-B5DBDAB76974}" destId="{EB66DFAE-4F03-4275-AD95-967359208F99}" srcOrd="0" destOrd="0" presId="urn:microsoft.com/office/officeart/2005/8/layout/hList1"/>
    <dgm:cxn modelId="{426B1672-B2D7-4C27-AA87-B9403BAE4614}" type="presOf" srcId="{3B357333-8271-44BF-A9CE-DB3F2F7F50B2}" destId="{C80D7091-4E49-401B-82E4-580965132627}" srcOrd="0" destOrd="0" presId="urn:microsoft.com/office/officeart/2005/8/layout/hList1"/>
    <dgm:cxn modelId="{AA259C54-EA35-4302-B959-4DB5324CD100}" type="presOf" srcId="{C77D3A49-E934-47AB-8F23-19C3799D73AF}" destId="{9EF2C008-F8AC-42CB-8233-06E038FC3EE3}" srcOrd="0" destOrd="2" presId="urn:microsoft.com/office/officeart/2005/8/layout/hList1"/>
    <dgm:cxn modelId="{D662B976-DD38-45DB-A98F-39B588FCAE27}" srcId="{A6061838-B14D-4330-B137-049D387F767F}" destId="{33E7CFB7-B258-402A-A9FE-B99717F6C6AE}" srcOrd="3" destOrd="0" parTransId="{E707D06B-4E6F-4A2B-B377-55453831B920}" sibTransId="{E2B7C400-5267-483F-A0C0-8966ECAACD8E}"/>
    <dgm:cxn modelId="{37CBDB7B-1FB2-44C3-99E1-94D7E8273927}" type="presOf" srcId="{934FB7C6-AA49-4DE0-B21A-61927654CF34}" destId="{B308B868-2B5E-4B1F-8ED7-EE2735825D91}" srcOrd="0" destOrd="0" presId="urn:microsoft.com/office/officeart/2005/8/layout/hList1"/>
    <dgm:cxn modelId="{87FB3E7E-1AB2-42D0-B6FC-4AEECC22E231}" type="presOf" srcId="{90AC7229-B1ED-4069-B46F-1A6713428AB4}" destId="{EB66DFAE-4F03-4275-AD95-967359208F99}" srcOrd="0" destOrd="2" presId="urn:microsoft.com/office/officeart/2005/8/layout/hList1"/>
    <dgm:cxn modelId="{D899FE80-D55A-4E90-AFF8-1C0AD34E7224}" srcId="{A6061838-B14D-4330-B137-049D387F767F}" destId="{83A62BD1-3E24-4321-AADF-742FD503A94D}" srcOrd="2" destOrd="0" parTransId="{3154C6E8-B5EE-46B5-BC57-538777E786C0}" sibTransId="{487C2344-0F33-43D6-8EDB-82AE3EB11A03}"/>
    <dgm:cxn modelId="{FB7F288D-59B7-4A22-B3B9-ACF7F4EA7582}" type="presOf" srcId="{EFEBA513-BB74-41FE-B086-D026AA691849}" destId="{F555352C-AEA4-4C62-959C-03CB24940907}" srcOrd="0" destOrd="2" presId="urn:microsoft.com/office/officeart/2005/8/layout/hList1"/>
    <dgm:cxn modelId="{9144F797-866F-457E-9DE5-828B79870F98}" srcId="{A6061838-B14D-4330-B137-049D387F767F}" destId="{3B357333-8271-44BF-A9CE-DB3F2F7F50B2}" srcOrd="0" destOrd="0" parTransId="{FDF396B2-4916-4B4D-B72A-591CAAAF9FE6}" sibTransId="{C1853305-A526-498D-8259-B6F5103D6B48}"/>
    <dgm:cxn modelId="{633272A2-5504-4125-A0AD-CE60246C7417}" srcId="{33E7CFB7-B258-402A-A9FE-B99717F6C6AE}" destId="{C77D3A49-E934-47AB-8F23-19C3799D73AF}" srcOrd="2" destOrd="0" parTransId="{7E650EB5-369B-4CF2-B53E-A379BAA14E47}" sibTransId="{52BE600A-05A1-423E-B802-07EBDF24DFBE}"/>
    <dgm:cxn modelId="{244EFDA8-43B2-4EA0-B1AE-448C63AC9F83}" type="presOf" srcId="{25CC0834-8D20-45DB-972C-CF9AC63E5D92}" destId="{F555352C-AEA4-4C62-959C-03CB24940907}" srcOrd="0" destOrd="0" presId="urn:microsoft.com/office/officeart/2005/8/layout/hList1"/>
    <dgm:cxn modelId="{339CEBB2-C14F-4449-B8AC-5A2742B70E2B}" type="presOf" srcId="{0246ED48-BF9E-4A68-8737-BAB86FC585F8}" destId="{EB66DFAE-4F03-4275-AD95-967359208F99}" srcOrd="0" destOrd="1" presId="urn:microsoft.com/office/officeart/2005/8/layout/hList1"/>
    <dgm:cxn modelId="{6E8A5CB5-719D-46DD-9E1E-4076F4F5C921}" srcId="{934FB7C6-AA49-4DE0-B21A-61927654CF34}" destId="{25CC0834-8D20-45DB-972C-CF9AC63E5D92}" srcOrd="0" destOrd="0" parTransId="{7B29859D-A9A0-4EED-BB06-32709D72387D}" sibTransId="{5B15C82F-DB33-4E89-9B15-CFBB6CB8C6FA}"/>
    <dgm:cxn modelId="{B3D2BABB-6046-4D5F-BD9E-E4D5C407770C}" type="presOf" srcId="{B5ABAE1F-EF97-415D-819F-58BC1D10F69E}" destId="{9EF2C008-F8AC-42CB-8233-06E038FC3EE3}" srcOrd="0" destOrd="1" presId="urn:microsoft.com/office/officeart/2005/8/layout/hList1"/>
    <dgm:cxn modelId="{520A04BD-6397-44C3-BFC1-20AEA28A6883}" srcId="{3B357333-8271-44BF-A9CE-DB3F2F7F50B2}" destId="{0246ED48-BF9E-4A68-8737-BAB86FC585F8}" srcOrd="1" destOrd="0" parTransId="{E386E968-23C7-472B-A4A1-24C55A44BBBE}" sibTransId="{E54D97D9-0781-4CFF-8359-A1D0A3148EF2}"/>
    <dgm:cxn modelId="{A4E97AE1-E176-4D9C-ADC2-47751C4B0A19}" type="presOf" srcId="{33E7CFB7-B258-402A-A9FE-B99717F6C6AE}" destId="{E1E25E75-E23E-41EB-9D60-DF64FC2A6236}" srcOrd="0" destOrd="0" presId="urn:microsoft.com/office/officeart/2005/8/layout/hList1"/>
    <dgm:cxn modelId="{2C86D8E8-6073-431B-9E13-A66DA8A54AE2}" type="presOf" srcId="{A6061838-B14D-4330-B137-049D387F767F}" destId="{D1F53E68-474A-467E-BE4C-D8BA839AF328}" srcOrd="0" destOrd="0" presId="urn:microsoft.com/office/officeart/2005/8/layout/hList1"/>
    <dgm:cxn modelId="{EF0D8AED-D462-42C5-94BB-80396EDFD731}" srcId="{934FB7C6-AA49-4DE0-B21A-61927654CF34}" destId="{EFEBA513-BB74-41FE-B086-D026AA691849}" srcOrd="2" destOrd="0" parTransId="{94D38D76-1291-4852-9B40-F8EDA775410C}" sibTransId="{75311993-474D-4A5E-8067-4531EF65B3D8}"/>
    <dgm:cxn modelId="{0FAA25EE-F030-4832-A9EB-3C3FF2B71A13}" srcId="{934FB7C6-AA49-4DE0-B21A-61927654CF34}" destId="{74F68A2D-2543-4037-8580-10D524AF6DD7}" srcOrd="1" destOrd="0" parTransId="{406AA49C-6A5E-4E00-B36C-13F995D4EEA7}" sibTransId="{E158CF8E-6B6A-4F74-99A7-6142A2CD3FC7}"/>
    <dgm:cxn modelId="{447BC0EE-9D37-4648-B6A8-0034FE5BC06D}" srcId="{3B357333-8271-44BF-A9CE-DB3F2F7F50B2}" destId="{90AC7229-B1ED-4069-B46F-1A6713428AB4}" srcOrd="2" destOrd="0" parTransId="{14563896-1B0F-4E54-95A7-03AA62090319}" sibTransId="{DB63074B-E276-4CD4-9565-147D913079F5}"/>
    <dgm:cxn modelId="{41B1C0F6-2D99-4D91-AB1F-FFD714BB612A}" srcId="{83A62BD1-3E24-4321-AADF-742FD503A94D}" destId="{0CDC4E00-1325-4BB4-B21B-4C49698E2EDE}" srcOrd="0" destOrd="0" parTransId="{A77A97AD-990C-4DA5-8944-66F642B549A5}" sibTransId="{30E08CEF-330E-4028-A06F-B617AC0CF8DB}"/>
    <dgm:cxn modelId="{8CF435CE-08AB-4B22-9452-C7EC939A7420}" type="presParOf" srcId="{D1F53E68-474A-467E-BE4C-D8BA839AF328}" destId="{A158AB4D-D3A5-407A-9CC6-31E6085253E9}" srcOrd="0" destOrd="0" presId="urn:microsoft.com/office/officeart/2005/8/layout/hList1"/>
    <dgm:cxn modelId="{5418BCA0-74FD-42D5-89B9-37DD95F21E5A}" type="presParOf" srcId="{A158AB4D-D3A5-407A-9CC6-31E6085253E9}" destId="{C80D7091-4E49-401B-82E4-580965132627}" srcOrd="0" destOrd="0" presId="urn:microsoft.com/office/officeart/2005/8/layout/hList1"/>
    <dgm:cxn modelId="{626AADFD-74F5-4E9B-A95B-9CB849E4D239}" type="presParOf" srcId="{A158AB4D-D3A5-407A-9CC6-31E6085253E9}" destId="{EB66DFAE-4F03-4275-AD95-967359208F99}" srcOrd="1" destOrd="0" presId="urn:microsoft.com/office/officeart/2005/8/layout/hList1"/>
    <dgm:cxn modelId="{E4477065-6635-4DBC-997D-9448DE457F73}" type="presParOf" srcId="{D1F53E68-474A-467E-BE4C-D8BA839AF328}" destId="{5DBEAFC8-CC1C-428D-BEA6-89F7862E79B6}" srcOrd="1" destOrd="0" presId="urn:microsoft.com/office/officeart/2005/8/layout/hList1"/>
    <dgm:cxn modelId="{EF03DBDC-F2B5-4AFF-82F6-B7B5451EF5A5}" type="presParOf" srcId="{D1F53E68-474A-467E-BE4C-D8BA839AF328}" destId="{F4FEA1C7-4096-44FD-B370-E8320CD653C6}" srcOrd="2" destOrd="0" presId="urn:microsoft.com/office/officeart/2005/8/layout/hList1"/>
    <dgm:cxn modelId="{C33CFC44-EA8E-474A-BACA-78489E4DB37C}" type="presParOf" srcId="{F4FEA1C7-4096-44FD-B370-E8320CD653C6}" destId="{B308B868-2B5E-4B1F-8ED7-EE2735825D91}" srcOrd="0" destOrd="0" presId="urn:microsoft.com/office/officeart/2005/8/layout/hList1"/>
    <dgm:cxn modelId="{F7706EC8-227A-4CF1-B809-A3F318684694}" type="presParOf" srcId="{F4FEA1C7-4096-44FD-B370-E8320CD653C6}" destId="{F555352C-AEA4-4C62-959C-03CB24940907}" srcOrd="1" destOrd="0" presId="urn:microsoft.com/office/officeart/2005/8/layout/hList1"/>
    <dgm:cxn modelId="{DB246AF6-19B6-400D-8A1A-23A9F5560F65}" type="presParOf" srcId="{D1F53E68-474A-467E-BE4C-D8BA839AF328}" destId="{6335D823-0F2A-4D7D-8BBE-A49B269261C6}" srcOrd="3" destOrd="0" presId="urn:microsoft.com/office/officeart/2005/8/layout/hList1"/>
    <dgm:cxn modelId="{964EAB15-3F00-483F-9A4D-4016A188E17A}" type="presParOf" srcId="{D1F53E68-474A-467E-BE4C-D8BA839AF328}" destId="{D22365E6-5744-4021-9310-B5E09C5FFFFB}" srcOrd="4" destOrd="0" presId="urn:microsoft.com/office/officeart/2005/8/layout/hList1"/>
    <dgm:cxn modelId="{DB24AA4A-E1BE-47F7-885A-80C35B8404F4}" type="presParOf" srcId="{D22365E6-5744-4021-9310-B5E09C5FFFFB}" destId="{031BF229-5715-49CB-B6FA-E68187ACDBEF}" srcOrd="0" destOrd="0" presId="urn:microsoft.com/office/officeart/2005/8/layout/hList1"/>
    <dgm:cxn modelId="{12CAF9E1-33C5-4B4E-BBB4-84AE5D369070}" type="presParOf" srcId="{D22365E6-5744-4021-9310-B5E09C5FFFFB}" destId="{A069A84F-A6BC-4A92-96FD-138C9FD130C1}" srcOrd="1" destOrd="0" presId="urn:microsoft.com/office/officeart/2005/8/layout/hList1"/>
    <dgm:cxn modelId="{F27AE669-5C09-4734-B216-D9B482817774}" type="presParOf" srcId="{D1F53E68-474A-467E-BE4C-D8BA839AF328}" destId="{74E76FF3-0E4A-4750-AAE0-31509C676E00}" srcOrd="5" destOrd="0" presId="urn:microsoft.com/office/officeart/2005/8/layout/hList1"/>
    <dgm:cxn modelId="{1C790DDA-0F85-49AF-8152-2879B845F7FA}" type="presParOf" srcId="{D1F53E68-474A-467E-BE4C-D8BA839AF328}" destId="{E7556F3D-456B-49EF-9A7B-AF10872100D3}" srcOrd="6" destOrd="0" presId="urn:microsoft.com/office/officeart/2005/8/layout/hList1"/>
    <dgm:cxn modelId="{CE30463A-A83C-4666-8CBB-3B8E4867D2A3}" type="presParOf" srcId="{E7556F3D-456B-49EF-9A7B-AF10872100D3}" destId="{E1E25E75-E23E-41EB-9D60-DF64FC2A6236}" srcOrd="0" destOrd="0" presId="urn:microsoft.com/office/officeart/2005/8/layout/hList1"/>
    <dgm:cxn modelId="{3F3F0802-CCA3-4963-B67D-D3AEE7692F96}" type="presParOf" srcId="{E7556F3D-456B-49EF-9A7B-AF10872100D3}" destId="{9EF2C008-F8AC-42CB-8233-06E038FC3E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0D7091-4E49-401B-82E4-580965132627}">
      <dsp:nvSpPr>
        <dsp:cNvPr id="0" name=""/>
        <dsp:cNvSpPr/>
      </dsp:nvSpPr>
      <dsp:spPr>
        <a:xfrm>
          <a:off x="3825" y="49463"/>
          <a:ext cx="2300092" cy="608253"/>
        </a:xfrm>
        <a:prstGeom prst="rect">
          <a:avLst/>
        </a:prstGeom>
        <a:solidFill>
          <a:srgbClr val="FE5B38"/>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89000">
            <a:lnSpc>
              <a:spcPct val="90000"/>
            </a:lnSpc>
            <a:spcBef>
              <a:spcPct val="0"/>
            </a:spcBef>
            <a:spcAft>
              <a:spcPct val="35000"/>
            </a:spcAft>
            <a:buNone/>
          </a:pPr>
          <a:r>
            <a:rPr lang="en-US" sz="2000" kern="1200" dirty="0"/>
            <a:t>Encryption &amp; data isolation</a:t>
          </a:r>
        </a:p>
      </dsp:txBody>
      <dsp:txXfrm>
        <a:off x="3825" y="49463"/>
        <a:ext cx="2300092" cy="608253"/>
      </dsp:txXfrm>
    </dsp:sp>
    <dsp:sp modelId="{EB66DFAE-4F03-4275-AD95-967359208F99}">
      <dsp:nvSpPr>
        <dsp:cNvPr id="0" name=""/>
        <dsp:cNvSpPr/>
      </dsp:nvSpPr>
      <dsp:spPr>
        <a:xfrm>
          <a:off x="3825" y="657716"/>
          <a:ext cx="2300092" cy="2741086"/>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None/>
          </a:pPr>
          <a:r>
            <a:rPr lang="en-US" sz="2000" kern="1200" dirty="0"/>
            <a:t>Protects data at rest and in transit.</a:t>
          </a:r>
        </a:p>
      </dsp:txBody>
      <dsp:txXfrm>
        <a:off x="3825" y="657716"/>
        <a:ext cx="2300092" cy="2741086"/>
      </dsp:txXfrm>
    </dsp:sp>
    <dsp:sp modelId="{B308B868-2B5E-4B1F-8ED7-EE2735825D91}">
      <dsp:nvSpPr>
        <dsp:cNvPr id="0" name=""/>
        <dsp:cNvSpPr/>
      </dsp:nvSpPr>
      <dsp:spPr>
        <a:xfrm>
          <a:off x="2625930" y="49463"/>
          <a:ext cx="2300092" cy="608253"/>
        </a:xfrm>
        <a:prstGeom prst="rect">
          <a:avLst/>
        </a:prstGeom>
        <a:solidFill>
          <a:srgbClr val="D8388C"/>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mn-lt"/>
              <a:ea typeface="+mn-ea"/>
              <a:cs typeface="+mn-cs"/>
            </a:rPr>
            <a:t>Privacy by design</a:t>
          </a:r>
        </a:p>
      </dsp:txBody>
      <dsp:txXfrm>
        <a:off x="2625930" y="49463"/>
        <a:ext cx="2300092" cy="608253"/>
      </dsp:txXfrm>
    </dsp:sp>
    <dsp:sp modelId="{F555352C-AEA4-4C62-959C-03CB24940907}">
      <dsp:nvSpPr>
        <dsp:cNvPr id="0" name=""/>
        <dsp:cNvSpPr/>
      </dsp:nvSpPr>
      <dsp:spPr>
        <a:xfrm>
          <a:off x="2625930" y="657716"/>
          <a:ext cx="2300092" cy="2741086"/>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None/>
          </a:pPr>
          <a:r>
            <a:rPr lang="en-US" sz="2000" kern="1200" dirty="0"/>
            <a:t>Your data remains private. It is not used to train AI models.</a:t>
          </a:r>
        </a:p>
      </dsp:txBody>
      <dsp:txXfrm>
        <a:off x="2625930" y="657716"/>
        <a:ext cx="2300092" cy="2741086"/>
      </dsp:txXfrm>
    </dsp:sp>
    <dsp:sp modelId="{031BF229-5715-49CB-B6FA-E68187ACDBEF}">
      <dsp:nvSpPr>
        <dsp:cNvPr id="0" name=""/>
        <dsp:cNvSpPr/>
      </dsp:nvSpPr>
      <dsp:spPr>
        <a:xfrm>
          <a:off x="5248036" y="49463"/>
          <a:ext cx="2300092" cy="608253"/>
        </a:xfrm>
        <a:prstGeom prst="rect">
          <a:avLst/>
        </a:prstGeom>
        <a:solidFill>
          <a:srgbClr val="BF3AC4">
            <a:lumMod val="75000"/>
          </a:srgbClr>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mn-lt"/>
              <a:ea typeface="+mn-ea"/>
              <a:cs typeface="+mn-cs"/>
            </a:rPr>
            <a:t>Access</a:t>
          </a:r>
          <a:r>
            <a:rPr lang="en-US" sz="1800" kern="1200" dirty="0">
              <a:latin typeface="+mn-lt"/>
            </a:rPr>
            <a:t> controls</a:t>
          </a:r>
        </a:p>
      </dsp:txBody>
      <dsp:txXfrm>
        <a:off x="5248036" y="49463"/>
        <a:ext cx="2300092" cy="608253"/>
      </dsp:txXfrm>
    </dsp:sp>
    <dsp:sp modelId="{A069A84F-A6BC-4A92-96FD-138C9FD130C1}">
      <dsp:nvSpPr>
        <dsp:cNvPr id="0" name=""/>
        <dsp:cNvSpPr/>
      </dsp:nvSpPr>
      <dsp:spPr>
        <a:xfrm>
          <a:off x="5248036" y="657716"/>
          <a:ext cx="2300092" cy="2741086"/>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None/>
          </a:pPr>
          <a:r>
            <a:rPr lang="en-US" sz="2000" kern="1200" dirty="0"/>
            <a:t>Copilot respects your organization’s permissions, sensitivity labels, and retention policies.</a:t>
          </a:r>
        </a:p>
      </dsp:txBody>
      <dsp:txXfrm>
        <a:off x="5248036" y="657716"/>
        <a:ext cx="2300092" cy="2741086"/>
      </dsp:txXfrm>
    </dsp:sp>
    <dsp:sp modelId="{E1E25E75-E23E-41EB-9D60-DF64FC2A6236}">
      <dsp:nvSpPr>
        <dsp:cNvPr id="0" name=""/>
        <dsp:cNvSpPr/>
      </dsp:nvSpPr>
      <dsp:spPr>
        <a:xfrm>
          <a:off x="7870142" y="49463"/>
          <a:ext cx="2300092" cy="608253"/>
        </a:xfrm>
        <a:prstGeom prst="rect">
          <a:avLst/>
        </a:prstGeom>
        <a:solidFill>
          <a:srgbClr val="091F2E">
            <a:lumMod val="75000"/>
            <a:lumOff val="25000"/>
          </a:srgbClr>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rgbClr val="FFFFFF"/>
              </a:solidFill>
              <a:latin typeface="+mn-lt"/>
              <a:ea typeface="+mn-ea"/>
              <a:cs typeface="+mn-cs"/>
            </a:rPr>
            <a:t>Regional</a:t>
          </a:r>
          <a:r>
            <a:rPr lang="en-US" sz="1800" kern="1200" dirty="0">
              <a:latin typeface="+mn-lt"/>
            </a:rPr>
            <a:t> compliance</a:t>
          </a:r>
        </a:p>
      </dsp:txBody>
      <dsp:txXfrm>
        <a:off x="7870142" y="49463"/>
        <a:ext cx="2300092" cy="608253"/>
      </dsp:txXfrm>
    </dsp:sp>
    <dsp:sp modelId="{9EF2C008-F8AC-42CB-8233-06E038FC3EE3}">
      <dsp:nvSpPr>
        <dsp:cNvPr id="0" name=""/>
        <dsp:cNvSpPr/>
      </dsp:nvSpPr>
      <dsp:spPr>
        <a:xfrm>
          <a:off x="7870142" y="657716"/>
          <a:ext cx="2300092" cy="2741086"/>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None/>
          </a:pPr>
          <a:r>
            <a:rPr lang="en-US" sz="2000" kern="1200" dirty="0"/>
            <a:t>Data stays within your geographical region, following Microsoft’s processing commitments.</a:t>
          </a:r>
        </a:p>
      </dsp:txBody>
      <dsp:txXfrm>
        <a:off x="7870142" y="657716"/>
        <a:ext cx="2300092" cy="27410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FE1932-76D9-4BE1-AB03-3C16649D592D}">
      <dsp:nvSpPr>
        <dsp:cNvPr id="0" name=""/>
        <dsp:cNvSpPr/>
      </dsp:nvSpPr>
      <dsp:spPr>
        <a:xfrm>
          <a:off x="3751991" y="112413"/>
          <a:ext cx="3171189" cy="3080105"/>
        </a:xfrm>
        <a:prstGeom prst="ellipse">
          <a:avLst/>
        </a:prstGeom>
        <a:solidFill>
          <a:schemeClr val="accent1">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Prompt Repository</a:t>
          </a:r>
        </a:p>
      </dsp:txBody>
      <dsp:txXfrm>
        <a:off x="4216401" y="563484"/>
        <a:ext cx="2242369" cy="2177963"/>
      </dsp:txXfrm>
    </dsp:sp>
    <dsp:sp modelId="{5CE88FFF-2F87-4CA7-AC9C-311C61BF3E01}">
      <dsp:nvSpPr>
        <dsp:cNvPr id="0" name=""/>
        <dsp:cNvSpPr/>
      </dsp:nvSpPr>
      <dsp:spPr>
        <a:xfrm rot="7564148">
          <a:off x="3993617" y="2972574"/>
          <a:ext cx="412232" cy="484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rot="10800000">
        <a:off x="4091858" y="3019410"/>
        <a:ext cx="288562" cy="290453"/>
      </dsp:txXfrm>
    </dsp:sp>
    <dsp:sp modelId="{A43E120E-C7B5-4FF7-854C-53941010FFF7}">
      <dsp:nvSpPr>
        <dsp:cNvPr id="0" name=""/>
        <dsp:cNvSpPr/>
      </dsp:nvSpPr>
      <dsp:spPr>
        <a:xfrm>
          <a:off x="2545469" y="3379605"/>
          <a:ext cx="1800214" cy="1740785"/>
        </a:xfrm>
        <a:prstGeom prst="ellipse">
          <a:avLst/>
        </a:prstGeom>
        <a:solidFill>
          <a:schemeClr val="accent3"/>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Edit prompts </a:t>
          </a:r>
        </a:p>
      </dsp:txBody>
      <dsp:txXfrm>
        <a:off x="2809104" y="3634537"/>
        <a:ext cx="1272944" cy="1230921"/>
      </dsp:txXfrm>
    </dsp:sp>
    <dsp:sp modelId="{E63099AF-772A-45FE-A758-F7A35AA9AAAE}">
      <dsp:nvSpPr>
        <dsp:cNvPr id="0" name=""/>
        <dsp:cNvSpPr/>
      </dsp:nvSpPr>
      <dsp:spPr>
        <a:xfrm rot="3319834">
          <a:off x="6229654" y="2977689"/>
          <a:ext cx="383848" cy="484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6254479" y="3027153"/>
        <a:ext cx="268694" cy="290453"/>
      </dsp:txXfrm>
    </dsp:sp>
    <dsp:sp modelId="{0C96C7D7-AD6A-42AE-94F1-BFE6E3317138}">
      <dsp:nvSpPr>
        <dsp:cNvPr id="0" name=""/>
        <dsp:cNvSpPr/>
      </dsp:nvSpPr>
      <dsp:spPr>
        <a:xfrm>
          <a:off x="6234039" y="3379595"/>
          <a:ext cx="1800214" cy="1740785"/>
        </a:xfrm>
        <a:prstGeom prst="ellipse">
          <a:avLst/>
        </a:prstGeom>
        <a:solidFill>
          <a:schemeClr val="accent3">
            <a:lumMod val="75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Save, reuse, and share</a:t>
          </a:r>
        </a:p>
      </dsp:txBody>
      <dsp:txXfrm>
        <a:off x="6497674" y="3634527"/>
        <a:ext cx="1272944" cy="1230921"/>
      </dsp:txXfrm>
    </dsp:sp>
    <dsp:sp modelId="{840ED8CF-8A8F-4BAB-B8E1-0E1A1F40CAD4}">
      <dsp:nvSpPr>
        <dsp:cNvPr id="0" name=""/>
        <dsp:cNvSpPr/>
      </dsp:nvSpPr>
      <dsp:spPr>
        <a:xfrm rot="10673985">
          <a:off x="3162863" y="1482522"/>
          <a:ext cx="417296" cy="484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rot="10800000">
        <a:off x="3288010" y="1577046"/>
        <a:ext cx="292107" cy="290453"/>
      </dsp:txXfrm>
    </dsp:sp>
    <dsp:sp modelId="{547BD12A-D868-4CFB-BD80-57A9F6D0468D}">
      <dsp:nvSpPr>
        <dsp:cNvPr id="0" name=""/>
        <dsp:cNvSpPr/>
      </dsp:nvSpPr>
      <dsp:spPr>
        <a:xfrm>
          <a:off x="1166729" y="902020"/>
          <a:ext cx="1800214" cy="1740785"/>
        </a:xfrm>
        <a:prstGeom prst="ellipse">
          <a:avLst/>
        </a:prstGeom>
        <a:solidFill>
          <a:schemeClr val="tx2">
            <a:lumMod val="75000"/>
            <a:lumOff val="25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rPr>
            <a:t>Curated prompts</a:t>
          </a:r>
          <a:endParaRPr lang="en-US" sz="1800" kern="1200" dirty="0">
            <a:solidFill>
              <a:schemeClr val="bg1"/>
            </a:solidFill>
          </a:endParaRPr>
        </a:p>
      </dsp:txBody>
      <dsp:txXfrm>
        <a:off x="1430364" y="1156952"/>
        <a:ext cx="1272944" cy="1230921"/>
      </dsp:txXfrm>
    </dsp:sp>
    <dsp:sp modelId="{688E00B6-8E86-4C29-A231-C41050095FEE}">
      <dsp:nvSpPr>
        <dsp:cNvPr id="0" name=""/>
        <dsp:cNvSpPr/>
      </dsp:nvSpPr>
      <dsp:spPr>
        <a:xfrm rot="91199">
          <a:off x="7106938" y="1463267"/>
          <a:ext cx="444456" cy="4840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7106961" y="1558317"/>
        <a:ext cx="311119" cy="290453"/>
      </dsp:txXfrm>
    </dsp:sp>
    <dsp:sp modelId="{B22EBF2D-7ED2-455D-AD6B-533FD4C2CB2B}">
      <dsp:nvSpPr>
        <dsp:cNvPr id="0" name=""/>
        <dsp:cNvSpPr/>
      </dsp:nvSpPr>
      <dsp:spPr>
        <a:xfrm>
          <a:off x="7760553" y="870250"/>
          <a:ext cx="1800214" cy="1740785"/>
        </a:xfrm>
        <a:prstGeom prst="ellipse">
          <a:avLst/>
        </a:prstGeom>
        <a:solidFill>
          <a:srgbClr val="07641D"/>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Enhance productivity</a:t>
          </a:r>
        </a:p>
      </dsp:txBody>
      <dsp:txXfrm>
        <a:off x="8024188" y="1125182"/>
        <a:ext cx="1272944" cy="12309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5B6D92-C851-4511-A64A-62B8EB12B92D}">
      <dsp:nvSpPr>
        <dsp:cNvPr id="0" name=""/>
        <dsp:cNvSpPr/>
      </dsp:nvSpPr>
      <dsp:spPr>
        <a:xfrm>
          <a:off x="0" y="228501"/>
          <a:ext cx="11122297" cy="864675"/>
        </a:xfrm>
        <a:prstGeom prst="rect">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3214" tIns="187452" rIns="863214" bIns="128016" numCol="1" spcCol="1270" anchor="t" anchorCtr="0">
          <a:noAutofit/>
        </a:bodyPr>
        <a:lstStyle/>
        <a:p>
          <a:pPr marL="0" lvl="1" indent="-171450" algn="l" defTabSz="800100">
            <a:lnSpc>
              <a:spcPct val="90000"/>
            </a:lnSpc>
            <a:spcBef>
              <a:spcPct val="0"/>
            </a:spcBef>
            <a:spcAft>
              <a:spcPct val="15000"/>
            </a:spcAft>
            <a:buFontTx/>
            <a:buNone/>
          </a:pPr>
          <a:r>
            <a:rPr lang="en-US" sz="1800" kern="1200" dirty="0"/>
            <a:t>Summarize large amounts of data, gather and analyze market trends, competitor strategies, product development or customer insights.</a:t>
          </a:r>
        </a:p>
      </dsp:txBody>
      <dsp:txXfrm>
        <a:off x="0" y="228501"/>
        <a:ext cx="11122297" cy="864675"/>
      </dsp:txXfrm>
    </dsp:sp>
    <dsp:sp modelId="{0ED3712D-46FE-4ACD-BF12-59E6C4DB26F9}">
      <dsp:nvSpPr>
        <dsp:cNvPr id="0" name=""/>
        <dsp:cNvSpPr/>
      </dsp:nvSpPr>
      <dsp:spPr>
        <a:xfrm>
          <a:off x="912" y="119174"/>
          <a:ext cx="5537825" cy="265680"/>
        </a:xfrm>
        <a:prstGeom prst="roundRect">
          <a:avLst/>
        </a:prstGeom>
        <a:solidFill>
          <a:schemeClr val="accent3"/>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l" defTabSz="1066800">
            <a:lnSpc>
              <a:spcPct val="90000"/>
            </a:lnSpc>
            <a:spcBef>
              <a:spcPct val="0"/>
            </a:spcBef>
            <a:spcAft>
              <a:spcPct val="35000"/>
            </a:spcAft>
            <a:buNone/>
          </a:pPr>
          <a:r>
            <a:rPr lang="en-US" sz="2400" kern="1200" dirty="0"/>
            <a:t>Get summaries and stay informed</a:t>
          </a:r>
        </a:p>
      </dsp:txBody>
      <dsp:txXfrm>
        <a:off x="13881" y="132143"/>
        <a:ext cx="5511887" cy="239742"/>
      </dsp:txXfrm>
    </dsp:sp>
    <dsp:sp modelId="{CB80160A-D545-4669-8206-2E9656721B27}">
      <dsp:nvSpPr>
        <dsp:cNvPr id="0" name=""/>
        <dsp:cNvSpPr/>
      </dsp:nvSpPr>
      <dsp:spPr>
        <a:xfrm>
          <a:off x="0" y="1274616"/>
          <a:ext cx="11122297" cy="864675"/>
        </a:xfrm>
        <a:prstGeom prst="rect">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3214" tIns="187452" rIns="863214" bIns="128016" numCol="1" spcCol="1270" anchor="t" anchorCtr="0">
          <a:noAutofit/>
        </a:bodyPr>
        <a:lstStyle/>
        <a:p>
          <a:pPr marL="171450" lvl="1" indent="-171450" algn="l" defTabSz="800100">
            <a:lnSpc>
              <a:spcPct val="90000"/>
            </a:lnSpc>
            <a:spcBef>
              <a:spcPct val="0"/>
            </a:spcBef>
            <a:spcAft>
              <a:spcPct val="15000"/>
            </a:spcAft>
            <a:buFontTx/>
            <a:buNone/>
          </a:pPr>
          <a:r>
            <a:rPr lang="en-US" sz="1800" b="0" i="0" u="none" kern="1200" dirty="0"/>
            <a:t>Generate and refine ideas for presentations, reports, or proposals. Draft, rewrite, or polish content in different styles and formats</a:t>
          </a:r>
          <a:r>
            <a:rPr lang="en-US" sz="1800" kern="1200" dirty="0"/>
            <a:t>.</a:t>
          </a:r>
        </a:p>
      </dsp:txBody>
      <dsp:txXfrm>
        <a:off x="0" y="1274616"/>
        <a:ext cx="11122297" cy="864675"/>
      </dsp:txXfrm>
    </dsp:sp>
    <dsp:sp modelId="{D5FFFDAC-9BA4-4F92-95AA-F64A126E23DD}">
      <dsp:nvSpPr>
        <dsp:cNvPr id="0" name=""/>
        <dsp:cNvSpPr/>
      </dsp:nvSpPr>
      <dsp:spPr>
        <a:xfrm>
          <a:off x="912" y="1165289"/>
          <a:ext cx="5537825" cy="265680"/>
        </a:xfrm>
        <a:prstGeom prst="roundRect">
          <a:avLst/>
        </a:prstGeom>
        <a:solidFill>
          <a:schemeClr val="accent3">
            <a:lumMod val="75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l" defTabSz="1066800">
            <a:lnSpc>
              <a:spcPct val="90000"/>
            </a:lnSpc>
            <a:spcBef>
              <a:spcPct val="0"/>
            </a:spcBef>
            <a:spcAft>
              <a:spcPct val="35000"/>
            </a:spcAft>
            <a:buNone/>
          </a:pPr>
          <a:r>
            <a:rPr lang="en-US" sz="2400" kern="1200" dirty="0"/>
            <a:t>Brainstorm and draft content quickly</a:t>
          </a:r>
        </a:p>
      </dsp:txBody>
      <dsp:txXfrm>
        <a:off x="13881" y="1178258"/>
        <a:ext cx="5511887" cy="239742"/>
      </dsp:txXfrm>
    </dsp:sp>
    <dsp:sp modelId="{B6125DA8-5A35-434C-BD33-CA37BEA8DBEC}">
      <dsp:nvSpPr>
        <dsp:cNvPr id="0" name=""/>
        <dsp:cNvSpPr/>
      </dsp:nvSpPr>
      <dsp:spPr>
        <a:xfrm>
          <a:off x="0" y="2320731"/>
          <a:ext cx="11122297" cy="864675"/>
        </a:xfrm>
        <a:prstGeom prst="rect">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3214" tIns="187452" rIns="863214" bIns="128016" numCol="1" spcCol="1270" anchor="t" anchorCtr="0">
          <a:noAutofit/>
        </a:bodyPr>
        <a:lstStyle/>
        <a:p>
          <a:pPr marL="171450" lvl="1" indent="-171450" algn="l" defTabSz="800100">
            <a:lnSpc>
              <a:spcPct val="90000"/>
            </a:lnSpc>
            <a:spcBef>
              <a:spcPct val="0"/>
            </a:spcBef>
            <a:spcAft>
              <a:spcPct val="15000"/>
            </a:spcAft>
            <a:buFontTx/>
            <a:buNone/>
          </a:pPr>
          <a:r>
            <a:rPr lang="en-US" sz="1800" kern="1200" dirty="0"/>
            <a:t>Upload or reference any file to the chat and ask Copilot to provide insights, summarize key points, or generate new content based on the file. </a:t>
          </a:r>
        </a:p>
      </dsp:txBody>
      <dsp:txXfrm>
        <a:off x="0" y="2320731"/>
        <a:ext cx="11122297" cy="864675"/>
      </dsp:txXfrm>
    </dsp:sp>
    <dsp:sp modelId="{06846B4C-172A-4EC9-83A3-5F197E2161C7}">
      <dsp:nvSpPr>
        <dsp:cNvPr id="0" name=""/>
        <dsp:cNvSpPr/>
      </dsp:nvSpPr>
      <dsp:spPr>
        <a:xfrm>
          <a:off x="912" y="2211404"/>
          <a:ext cx="5537825" cy="265680"/>
        </a:xfrm>
        <a:prstGeom prst="roundRect">
          <a:avLst/>
        </a:prstGeom>
        <a:solidFill>
          <a:srgbClr val="D8388C"/>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l" defTabSz="1066800">
            <a:lnSpc>
              <a:spcPct val="90000"/>
            </a:lnSpc>
            <a:spcBef>
              <a:spcPct val="0"/>
            </a:spcBef>
            <a:spcAft>
              <a:spcPct val="35000"/>
            </a:spcAft>
            <a:buNone/>
          </a:pPr>
          <a:r>
            <a:rPr lang="en-US" sz="2400" kern="1200" dirty="0"/>
            <a:t>Gather insights based on your files</a:t>
          </a:r>
        </a:p>
      </dsp:txBody>
      <dsp:txXfrm>
        <a:off x="13881" y="2224373"/>
        <a:ext cx="5511887" cy="239742"/>
      </dsp:txXfrm>
    </dsp:sp>
    <dsp:sp modelId="{6A1DD614-DB7C-4838-976D-A35DF228BDCC}">
      <dsp:nvSpPr>
        <dsp:cNvPr id="0" name=""/>
        <dsp:cNvSpPr/>
      </dsp:nvSpPr>
      <dsp:spPr>
        <a:xfrm>
          <a:off x="0" y="3366846"/>
          <a:ext cx="11122297" cy="595350"/>
        </a:xfrm>
        <a:prstGeom prst="rect">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3214" tIns="187452" rIns="863214" bIns="128016" numCol="1" spcCol="1270" anchor="t" anchorCtr="0">
          <a:noAutofit/>
        </a:bodyPr>
        <a:lstStyle/>
        <a:p>
          <a:pPr marL="171450" lvl="1" indent="-171450" algn="l" defTabSz="800100">
            <a:lnSpc>
              <a:spcPct val="90000"/>
            </a:lnSpc>
            <a:spcBef>
              <a:spcPct val="0"/>
            </a:spcBef>
            <a:spcAft>
              <a:spcPct val="15000"/>
            </a:spcAft>
            <a:buFontTx/>
            <a:buNone/>
          </a:pPr>
          <a:r>
            <a:rPr lang="en-US" sz="1800" kern="1200" dirty="0"/>
            <a:t>Transform your data and ideas into a unique, AI-generated image, chart or infographic.</a:t>
          </a:r>
        </a:p>
      </dsp:txBody>
      <dsp:txXfrm>
        <a:off x="0" y="3366846"/>
        <a:ext cx="11122297" cy="595350"/>
      </dsp:txXfrm>
    </dsp:sp>
    <dsp:sp modelId="{5CBB0A67-0592-4D71-B025-98FC80ADF4DD}">
      <dsp:nvSpPr>
        <dsp:cNvPr id="0" name=""/>
        <dsp:cNvSpPr/>
      </dsp:nvSpPr>
      <dsp:spPr>
        <a:xfrm>
          <a:off x="912" y="3257519"/>
          <a:ext cx="5537825" cy="265680"/>
        </a:xfrm>
        <a:prstGeom prst="roundRect">
          <a:avLst/>
        </a:prstGeom>
        <a:solidFill>
          <a:schemeClr val="accent2">
            <a:lumMod val="75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l" defTabSz="1066800">
            <a:lnSpc>
              <a:spcPct val="90000"/>
            </a:lnSpc>
            <a:spcBef>
              <a:spcPct val="0"/>
            </a:spcBef>
            <a:spcAft>
              <a:spcPct val="35000"/>
            </a:spcAft>
            <a:buNone/>
          </a:pPr>
          <a:r>
            <a:rPr lang="en-US" sz="2400" kern="1200" dirty="0"/>
            <a:t>Visualize your data</a:t>
          </a:r>
        </a:p>
      </dsp:txBody>
      <dsp:txXfrm>
        <a:off x="13881" y="3270488"/>
        <a:ext cx="5511887" cy="239742"/>
      </dsp:txXfrm>
    </dsp:sp>
    <dsp:sp modelId="{A1B5160A-2436-4387-9674-4E5807A783A6}">
      <dsp:nvSpPr>
        <dsp:cNvPr id="0" name=""/>
        <dsp:cNvSpPr/>
      </dsp:nvSpPr>
      <dsp:spPr>
        <a:xfrm>
          <a:off x="0" y="4143636"/>
          <a:ext cx="11122297" cy="595350"/>
        </a:xfrm>
        <a:prstGeom prst="rect">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3214" tIns="187452" rIns="863214" bIns="128016" numCol="1" spcCol="1270" anchor="t" anchorCtr="0">
          <a:noAutofit/>
        </a:bodyPr>
        <a:lstStyle/>
        <a:p>
          <a:pPr marL="0" lvl="1" indent="-171450" algn="l" defTabSz="800100">
            <a:lnSpc>
              <a:spcPct val="90000"/>
            </a:lnSpc>
            <a:spcBef>
              <a:spcPct val="0"/>
            </a:spcBef>
            <a:spcAft>
              <a:spcPct val="15000"/>
            </a:spcAft>
            <a:buFontTx/>
            <a:buNone/>
          </a:pPr>
          <a:r>
            <a:rPr lang="en-US" sz="1800" kern="1200" dirty="0"/>
            <a:t>Save time, reduce errors, and adapt code or formulas to your specific needs and tools.</a:t>
          </a:r>
        </a:p>
      </dsp:txBody>
      <dsp:txXfrm>
        <a:off x="0" y="4143636"/>
        <a:ext cx="11122297" cy="595350"/>
      </dsp:txXfrm>
    </dsp:sp>
    <dsp:sp modelId="{F142BF7B-A6B0-453B-9855-BB0D22A51F46}">
      <dsp:nvSpPr>
        <dsp:cNvPr id="0" name=""/>
        <dsp:cNvSpPr/>
      </dsp:nvSpPr>
      <dsp:spPr>
        <a:xfrm>
          <a:off x="912" y="4034309"/>
          <a:ext cx="5537825" cy="265680"/>
        </a:xfrm>
        <a:prstGeom prst="roundRect">
          <a:avLst/>
        </a:prstGeom>
        <a:solidFill>
          <a:schemeClr val="tx2">
            <a:lumMod val="75000"/>
            <a:lumOff val="25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l" defTabSz="1066800">
            <a:lnSpc>
              <a:spcPct val="90000"/>
            </a:lnSpc>
            <a:spcBef>
              <a:spcPct val="0"/>
            </a:spcBef>
            <a:spcAft>
              <a:spcPct val="35000"/>
            </a:spcAft>
            <a:buNone/>
          </a:pPr>
          <a:r>
            <a:rPr lang="en-US" sz="2400" kern="1200" dirty="0"/>
            <a:t>Generate code and formulas</a:t>
          </a:r>
        </a:p>
      </dsp:txBody>
      <dsp:txXfrm>
        <a:off x="13881" y="4047278"/>
        <a:ext cx="5511887" cy="2397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0D7091-4E49-401B-82E4-580965132627}">
      <dsp:nvSpPr>
        <dsp:cNvPr id="0" name=""/>
        <dsp:cNvSpPr/>
      </dsp:nvSpPr>
      <dsp:spPr>
        <a:xfrm>
          <a:off x="3825" y="20304"/>
          <a:ext cx="2300092" cy="920037"/>
        </a:xfrm>
        <a:prstGeom prst="rect">
          <a:avLst/>
        </a:prstGeom>
        <a:solidFill>
          <a:srgbClr val="FE5B38"/>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89000">
            <a:lnSpc>
              <a:spcPct val="90000"/>
            </a:lnSpc>
            <a:spcBef>
              <a:spcPct val="0"/>
            </a:spcBef>
            <a:spcAft>
              <a:spcPct val="35000"/>
            </a:spcAft>
            <a:buNone/>
          </a:pPr>
          <a:r>
            <a:rPr lang="en-US" sz="2000" b="1" kern="1200" dirty="0"/>
            <a:t>Web-grounded chat</a:t>
          </a:r>
        </a:p>
      </dsp:txBody>
      <dsp:txXfrm>
        <a:off x="3825" y="20304"/>
        <a:ext cx="2300092" cy="920037"/>
      </dsp:txXfrm>
    </dsp:sp>
    <dsp:sp modelId="{EB66DFAE-4F03-4275-AD95-967359208F99}">
      <dsp:nvSpPr>
        <dsp:cNvPr id="0" name=""/>
        <dsp:cNvSpPr/>
      </dsp:nvSpPr>
      <dsp:spPr>
        <a:xfrm>
          <a:off x="3825" y="940342"/>
          <a:ext cx="2300092" cy="1756800"/>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Answers from public web data.</a:t>
          </a:r>
          <a:endParaRPr lang="en-US" sz="1800" kern="1200" dirty="0"/>
        </a:p>
        <a:p>
          <a:pPr marL="228600" lvl="1" indent="-228600" algn="l" defTabSz="1200150">
            <a:lnSpc>
              <a:spcPct val="90000"/>
            </a:lnSpc>
            <a:spcBef>
              <a:spcPct val="0"/>
            </a:spcBef>
            <a:spcAft>
              <a:spcPct val="15000"/>
            </a:spcAft>
            <a:buNone/>
          </a:pPr>
          <a:endParaRPr lang="en-US" sz="2700" kern="1200"/>
        </a:p>
        <a:p>
          <a:pPr marL="228600" lvl="1" indent="-228600" algn="l" defTabSz="1200150">
            <a:lnSpc>
              <a:spcPct val="90000"/>
            </a:lnSpc>
            <a:spcBef>
              <a:spcPct val="0"/>
            </a:spcBef>
            <a:spcAft>
              <a:spcPct val="15000"/>
            </a:spcAft>
            <a:buNone/>
          </a:pPr>
          <a:endParaRPr lang="en-US" sz="2700" kern="1200" dirty="0"/>
        </a:p>
      </dsp:txBody>
      <dsp:txXfrm>
        <a:off x="3825" y="940342"/>
        <a:ext cx="2300092" cy="1756800"/>
      </dsp:txXfrm>
    </dsp:sp>
    <dsp:sp modelId="{B308B868-2B5E-4B1F-8ED7-EE2735825D91}">
      <dsp:nvSpPr>
        <dsp:cNvPr id="0" name=""/>
        <dsp:cNvSpPr/>
      </dsp:nvSpPr>
      <dsp:spPr>
        <a:xfrm>
          <a:off x="2624527" y="43581"/>
          <a:ext cx="2300092" cy="920037"/>
        </a:xfrm>
        <a:prstGeom prst="rect">
          <a:avLst/>
        </a:prstGeom>
        <a:solidFill>
          <a:srgbClr val="D8388C"/>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00100">
            <a:lnSpc>
              <a:spcPct val="90000"/>
            </a:lnSpc>
            <a:spcBef>
              <a:spcPct val="0"/>
            </a:spcBef>
            <a:spcAft>
              <a:spcPct val="35000"/>
            </a:spcAft>
            <a:buNone/>
          </a:pPr>
          <a:r>
            <a:rPr lang="en-US" sz="2000" b="1" i="0" kern="1200" dirty="0">
              <a:solidFill>
                <a:srgbClr val="FFFFFF"/>
              </a:solidFill>
              <a:latin typeface="+mn-lt"/>
              <a:ea typeface="+mn-ea"/>
              <a:cs typeface="+mn-cs"/>
            </a:rPr>
            <a:t>Content awareness</a:t>
          </a:r>
        </a:p>
      </dsp:txBody>
      <dsp:txXfrm>
        <a:off x="2624527" y="43581"/>
        <a:ext cx="2300092" cy="920037"/>
      </dsp:txXfrm>
    </dsp:sp>
    <dsp:sp modelId="{F555352C-AEA4-4C62-959C-03CB24940907}">
      <dsp:nvSpPr>
        <dsp:cNvPr id="0" name=""/>
        <dsp:cNvSpPr/>
      </dsp:nvSpPr>
      <dsp:spPr>
        <a:xfrm>
          <a:off x="2625930" y="940342"/>
          <a:ext cx="2300092" cy="1756800"/>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Understands your open file/page/email.</a:t>
          </a:r>
          <a:endParaRPr lang="en-US" sz="1800" kern="1200" dirty="0"/>
        </a:p>
        <a:p>
          <a:pPr marL="171450" lvl="1" indent="-171450" algn="l" defTabSz="800100">
            <a:lnSpc>
              <a:spcPct val="90000"/>
            </a:lnSpc>
            <a:spcBef>
              <a:spcPct val="0"/>
            </a:spcBef>
            <a:spcAft>
              <a:spcPct val="15000"/>
            </a:spcAft>
            <a:buNone/>
          </a:pPr>
          <a:endParaRPr lang="en-US" sz="1800" kern="1200" dirty="0"/>
        </a:p>
        <a:p>
          <a:pPr marL="171450" lvl="1" indent="-171450" algn="l" defTabSz="844550">
            <a:lnSpc>
              <a:spcPct val="90000"/>
            </a:lnSpc>
            <a:spcBef>
              <a:spcPct val="0"/>
            </a:spcBef>
            <a:spcAft>
              <a:spcPct val="15000"/>
            </a:spcAft>
            <a:buNone/>
          </a:pPr>
          <a:endParaRPr lang="en-US" sz="1900" kern="1200" dirty="0"/>
        </a:p>
      </dsp:txBody>
      <dsp:txXfrm>
        <a:off x="2625930" y="940342"/>
        <a:ext cx="2300092" cy="1756800"/>
      </dsp:txXfrm>
    </dsp:sp>
    <dsp:sp modelId="{031BF229-5715-49CB-B6FA-E68187ACDBEF}">
      <dsp:nvSpPr>
        <dsp:cNvPr id="0" name=""/>
        <dsp:cNvSpPr/>
      </dsp:nvSpPr>
      <dsp:spPr>
        <a:xfrm>
          <a:off x="5248036" y="20304"/>
          <a:ext cx="2300092" cy="920037"/>
        </a:xfrm>
        <a:prstGeom prst="rect">
          <a:avLst/>
        </a:prstGeom>
        <a:solidFill>
          <a:srgbClr val="BF3AC4">
            <a:lumMod val="75000"/>
          </a:srgbClr>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89000">
            <a:lnSpc>
              <a:spcPct val="90000"/>
            </a:lnSpc>
            <a:spcBef>
              <a:spcPct val="0"/>
            </a:spcBef>
            <a:spcAft>
              <a:spcPct val="35000"/>
            </a:spcAft>
            <a:buNone/>
          </a:pPr>
          <a:r>
            <a:rPr lang="en-US" sz="2000" b="1" kern="1200" dirty="0"/>
            <a:t>Global history &amp; memory</a:t>
          </a:r>
          <a:endParaRPr lang="en-US" sz="2000" kern="1200" dirty="0">
            <a:latin typeface="+mn-lt"/>
          </a:endParaRPr>
        </a:p>
      </dsp:txBody>
      <dsp:txXfrm>
        <a:off x="5248036" y="20304"/>
        <a:ext cx="2300092" cy="920037"/>
      </dsp:txXfrm>
    </dsp:sp>
    <dsp:sp modelId="{A069A84F-A6BC-4A92-96FD-138C9FD130C1}">
      <dsp:nvSpPr>
        <dsp:cNvPr id="0" name=""/>
        <dsp:cNvSpPr/>
      </dsp:nvSpPr>
      <dsp:spPr>
        <a:xfrm>
          <a:off x="5248036" y="940342"/>
          <a:ext cx="2300092" cy="1756800"/>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kern="1200" dirty="0"/>
            <a:t>Picks up where you left off across apps for seamless work.</a:t>
          </a:r>
        </a:p>
      </dsp:txBody>
      <dsp:txXfrm>
        <a:off x="5248036" y="940342"/>
        <a:ext cx="2300092" cy="1756800"/>
      </dsp:txXfrm>
    </dsp:sp>
    <dsp:sp modelId="{E1E25E75-E23E-41EB-9D60-DF64FC2A6236}">
      <dsp:nvSpPr>
        <dsp:cNvPr id="0" name=""/>
        <dsp:cNvSpPr/>
      </dsp:nvSpPr>
      <dsp:spPr>
        <a:xfrm>
          <a:off x="7870142" y="20304"/>
          <a:ext cx="2300092" cy="920037"/>
        </a:xfrm>
        <a:prstGeom prst="rect">
          <a:avLst/>
        </a:prstGeom>
        <a:solidFill>
          <a:srgbClr val="091F2E">
            <a:lumMod val="75000"/>
            <a:lumOff val="25000"/>
          </a:srgbClr>
        </a:solidFill>
        <a:ln w="10795"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4277" tIns="0" rIns="294277" bIns="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FF"/>
              </a:solidFill>
              <a:latin typeface="+mn-lt"/>
              <a:ea typeface="+mn-ea"/>
              <a:cs typeface="+mn-cs"/>
            </a:rPr>
            <a:t>Pay-as-you-go agents</a:t>
          </a:r>
          <a:endParaRPr lang="en-US" sz="2000" b="1" kern="1200" dirty="0">
            <a:latin typeface="+mn-lt"/>
          </a:endParaRPr>
        </a:p>
      </dsp:txBody>
      <dsp:txXfrm>
        <a:off x="7870142" y="20304"/>
        <a:ext cx="2300092" cy="920037"/>
      </dsp:txXfrm>
    </dsp:sp>
    <dsp:sp modelId="{9EF2C008-F8AC-42CB-8233-06E038FC3EE3}">
      <dsp:nvSpPr>
        <dsp:cNvPr id="0" name=""/>
        <dsp:cNvSpPr/>
      </dsp:nvSpPr>
      <dsp:spPr>
        <a:xfrm>
          <a:off x="7870142" y="940342"/>
          <a:ext cx="2300092" cy="1756800"/>
        </a:xfrm>
        <a:prstGeom prst="rect">
          <a:avLst/>
        </a:prstGeom>
        <a:solidFill>
          <a:schemeClr val="bg1">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Automate business processes.</a:t>
          </a:r>
          <a:endParaRPr lang="en-US" sz="1800" kern="1200" dirty="0"/>
        </a:p>
        <a:p>
          <a:pPr marL="228600" lvl="1" indent="-228600" algn="l" defTabSz="1111250">
            <a:lnSpc>
              <a:spcPct val="90000"/>
            </a:lnSpc>
            <a:spcBef>
              <a:spcPct val="0"/>
            </a:spcBef>
            <a:spcAft>
              <a:spcPct val="15000"/>
            </a:spcAft>
            <a:buNone/>
          </a:pPr>
          <a:endParaRPr lang="en-US" sz="2500" kern="1200" dirty="0"/>
        </a:p>
        <a:p>
          <a:pPr marL="228600" lvl="1" indent="-228600" algn="l" defTabSz="1111250">
            <a:lnSpc>
              <a:spcPct val="90000"/>
            </a:lnSpc>
            <a:spcBef>
              <a:spcPct val="0"/>
            </a:spcBef>
            <a:spcAft>
              <a:spcPct val="15000"/>
            </a:spcAft>
            <a:buNone/>
          </a:pPr>
          <a:endParaRPr lang="en-US" sz="2500" kern="1200" dirty="0"/>
        </a:p>
      </dsp:txBody>
      <dsp:txXfrm>
        <a:off x="7870142" y="940342"/>
        <a:ext cx="2300092" cy="1756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F66B00-6144-45ED-BFDB-3936850BDA03}" type="datetime8">
              <a:rPr lang="en-US" smtClean="0">
                <a:latin typeface="Segoe UI" pitchFamily="34" charset="0"/>
              </a:rPr>
              <a:t>4/14/2026 10:36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61486BA7-839C-4D2B-BD52-EF0BBA8433FD}" type="datetime8">
              <a:rPr lang="en-US" smtClean="0"/>
              <a:t>4/14/2026 10:35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upport.microsoft.com/en-us/topic/get-started-with-microsoft-365-copilot-chat-5b00a52d-7296-48ee-b938-b95b7209f737"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earn.microsoft.com/microsoft-365/loop/loop-workspaces-storage-permission?view=o365-worldwide#copilot-pages"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s://learn.microsoft.com/en-us/microsoft-365/loop/loop-workspaces-storage-permission?view=o365-worldwide#copilot-pages"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learn.microsoft.com/en-us/training/paths/explore-microsoft-365-copilot-business-chat/"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github.com/MicrosoftLearning/MS-4023-Explore-Microsoft-365-Copilot-Chat/tree/master/Instructions/Labs" TargetMode="Externa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learn.microsoft.com/en-us/training/paths/explore-microsoft-365-copilot-business-chat/" TargetMode="External"/><Relationship Id="rId2" Type="http://schemas.openxmlformats.org/officeDocument/2006/relationships/slide" Target="../slides/slide37.xml"/><Relationship Id="rId1" Type="http://schemas.openxmlformats.org/officeDocument/2006/relationships/notesMaster" Target="../notesMasters/notesMaster1.xml"/><Relationship Id="rId4" Type="http://schemas.openxmlformats.org/officeDocument/2006/relationships/hyperlink" Target="https://github.com/MicrosoftLearning/MS-4023-Explore-Microsoft-365-Copilot-Chat/tree/master/Instructions/Labs"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E6B4-C6C7-8964-F450-5230951F9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21973-5160-DA35-3E1E-E3D1CD5D2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268EB-1B2C-F83F-2AF7-DC7543A68C71}"/>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a:extLst>
              <a:ext uri="{FF2B5EF4-FFF2-40B4-BE49-F238E27FC236}">
                <a16:creationId xmlns:a16="http://schemas.microsoft.com/office/drawing/2014/main" id="{0B12F1BF-BF8F-D771-1C2E-903A7F25D22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4B375EA6-C1FD-1C51-D212-EEF3082DA991}"/>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5075F406-CE41-CEBA-2ECD-D1F32D475668}"/>
              </a:ext>
            </a:extLst>
          </p:cNvPr>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311314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3A954-BF90-FD45-BE9B-95206E94D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A199D-A87B-CA31-6B46-19FBDF1BF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71517-EB25-D788-E0DA-EEF64C23FEBA}"/>
              </a:ext>
            </a:extLst>
          </p:cNvPr>
          <p:cNvSpPr>
            <a:spLocks noGrp="1"/>
          </p:cNvSpPr>
          <p:nvPr>
            <p:ph type="body" idx="1"/>
          </p:nvPr>
        </p:nvSpPr>
        <p:spPr/>
        <p:txBody>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Imagine you’re a business user looking for smarter, faster ways to manage your day, whether it's summarizing documents, brainstorming ideas, generating content or collaborating on team initiatives. You need a tool that empowers you to optimize your daily workflow and free up time for what matters most.</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Microsoft 365 Copilot Chat is your AI assistant for work, grounding Copilot conversations in both the latest large language models (LLM) and information from the web to help you get more done, spark your creativity and deepen your knowledge.</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this module, you'll explore how Microsoft 365 Copilot Chat serves as a powerful AI assistant designed to streamline work and boost productivity. You'll gain an understanding of its core capabilities, including secure, enterprise-ready AI chat that combines web and work-based insights, and learn how to access Copilot Chat across various platforms like Teams, Outlook, Microsoft 365 apps, and Edge. You will also become familiar with the chat interface, discover how to navigate between Work and Web modes, and learn how to engage with Copilot.</a:t>
            </a:r>
          </a:p>
          <a:p>
            <a:endParaRPr lang="en-US" dirty="0"/>
          </a:p>
        </p:txBody>
      </p:sp>
      <p:sp>
        <p:nvSpPr>
          <p:cNvPr id="4" name="Header Placeholder 3">
            <a:extLst>
              <a:ext uri="{FF2B5EF4-FFF2-40B4-BE49-F238E27FC236}">
                <a16:creationId xmlns:a16="http://schemas.microsoft.com/office/drawing/2014/main" id="{41AB1C22-A602-FA70-BE85-6CEA7000A19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B8AE7FD-CBBD-1CFA-9646-6491D628107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1E76657-E404-DEA3-721A-059BF7BAF0A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50C9532-B489-60F6-2D60-E7B9502DAFF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31839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lang="en-US" sz="800" b="1" u="none" kern="100" dirty="0">
                <a:effectLst/>
                <a:latin typeface="Aptos" panose="020B0004020202020204" pitchFamily="34" charset="0"/>
                <a:ea typeface="Aptos" panose="020B0004020202020204" pitchFamily="34" charset="0"/>
                <a:cs typeface="Times New Roman" panose="02020603050405020304" pitchFamily="18" charset="0"/>
              </a:rPr>
              <a:t>Microsoft 365 Copilot </a:t>
            </a:r>
            <a:r>
              <a:rPr lang="en-US" sz="800" b="1"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Chat </a:t>
            </a:r>
            <a:r>
              <a:rPr lang="en-US" sz="800"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is enterprise-ready AI chat available at no additional cost to your Microsoft 365 subscription. It’s </a:t>
            </a:r>
            <a:r>
              <a:rPr lang="en-US" sz="800" u="none" kern="100" dirty="0">
                <a:effectLst/>
                <a:latin typeface="Aptos" panose="020B0004020202020204" pitchFamily="34" charset="0"/>
                <a:ea typeface="Aptos" panose="020B0004020202020204" pitchFamily="34" charset="0"/>
                <a:cs typeface="Times New Roman" panose="02020603050405020304" pitchFamily="18" charset="0"/>
              </a:rPr>
              <a:t>your AI assistant for work, combining the power of the latest large language models (LLM) with web-based insights </a:t>
            </a:r>
            <a:r>
              <a:rPr lang="en-US" sz="800"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to help you with tasks like brainstorming, writing, coding, and searching. It provides intelligent suggestions and automates repetitive tasks to make your work easier.</a:t>
            </a:r>
            <a:r>
              <a:rPr lang="en-US" sz="800" u="none"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lvl="0" indent="0" algn="l" defTabSz="914367" rtl="0" eaLnBrk="1" fontAlgn="auto" latinLnBrk="0" hangingPunct="1">
              <a:lnSpc>
                <a:spcPct val="115000"/>
              </a:lnSpc>
              <a:spcBef>
                <a:spcPts val="0"/>
              </a:spcBef>
              <a:spcAft>
                <a:spcPts val="800"/>
              </a:spcAft>
              <a:buClrTx/>
              <a:buSzTx/>
              <a:buFontTx/>
              <a:buNone/>
              <a:tabLst/>
              <a:defRPr/>
            </a:pPr>
            <a:endParaRPr lang="en-US" sz="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600" b="1"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TIP: </a:t>
            </a:r>
            <a:r>
              <a:rPr lang="en-US" sz="1600"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"Grounding" is the data that the AI uses to do what you ask it to do.</a:t>
            </a:r>
            <a:r>
              <a:rPr lang="en-US" sz="1600" u="none"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NOTE:</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File upload and image generation limits apply. We may reduce the limit to keep Microsoft 365 Copilot Chat accessible to the widest number of people, such as during peak times. A SharePoint license is required to use Pages.</a:t>
            </a:r>
          </a:p>
          <a:p>
            <a:pPr marL="0" marR="0">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6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Get started with Microsoft 365 Copilot Chat - Microsoft Support</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115000"/>
              </a:lnSpc>
              <a:spcBef>
                <a:spcPts val="0"/>
              </a:spcBef>
              <a:spcAft>
                <a:spcPts val="800"/>
              </a:spcAft>
              <a:buClrTx/>
              <a:buSzTx/>
              <a:buFontTx/>
              <a:buNone/>
              <a:tabLst/>
              <a:defRPr/>
            </a:pPr>
            <a:endParaRPr lang="en-US" sz="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115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Times New Roman" panose="02020603050405020304" pitchFamily="18" charset="0"/>
              </a:rPr>
              <a:t>Whether researching industry insights, analyzing data, or looking for inspiration, Copilot Chat gives users access to better answers, greater efficiency, and new ways to get their work done through chat and agents.</a:t>
            </a:r>
          </a:p>
          <a:p>
            <a:pPr marL="0" marR="0" lvl="0" indent="0" algn="l" defTabSz="914367" rtl="0" eaLnBrk="1" fontAlgn="auto" latinLnBrk="0" hangingPunct="1">
              <a:lnSpc>
                <a:spcPct val="115000"/>
              </a:lnSpc>
              <a:spcBef>
                <a:spcPts val="0"/>
              </a:spcBef>
              <a:spcAft>
                <a:spcPts val="800"/>
              </a:spcAft>
              <a:buClrTx/>
              <a:buSzTx/>
              <a:buFontTx/>
              <a:buNone/>
              <a:tabLst/>
              <a:defRPr/>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115000"/>
              </a:lnSpc>
              <a:spcBef>
                <a:spcPts val="0"/>
              </a:spcBef>
              <a:spcAft>
                <a:spcPts val="800"/>
              </a:spcAft>
              <a:buClrTx/>
              <a:buSzTx/>
              <a:buFontTx/>
              <a:buNone/>
              <a:tabLst/>
              <a:defRPr/>
            </a:pPr>
            <a:r>
              <a:rPr lang="en-US" sz="800" b="1" kern="1200" dirty="0">
                <a:solidFill>
                  <a:schemeClr val="tx1"/>
                </a:solidFill>
                <a:effectLst/>
                <a:latin typeface="Segoe UI Light" pitchFamily="34" charset="0"/>
                <a:ea typeface="+mn-ea"/>
                <a:cs typeface="+mn-cs"/>
              </a:rPr>
              <a:t>GPT-5 in Copilot Chat:</a:t>
            </a:r>
            <a:r>
              <a:rPr lang="en-US" sz="800" kern="1200" dirty="0">
                <a:solidFill>
                  <a:schemeClr val="tx1"/>
                </a:solidFill>
                <a:effectLst/>
                <a:latin typeface="Segoe UI Light" pitchFamily="34" charset="0"/>
                <a:ea typeface="+mn-ea"/>
                <a:cs typeface="+mn-cs"/>
              </a:rPr>
              <a:t> GPT-5 is the latest and most advanced AI model from OpenAI, integrated into Microsoft 365 Copilot Chat. It’s enterprise-ready, maintaining your organization’s security, compliance, and privacy settings. Copilot uses GPT-5’s high-throughput model for fast answers to routine questions, and switches to a deep reasoning model for complex prompts. Copilot also dynamically selects the best GPT-5 model for your needs, ensuring optimal results.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00" u="none"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You can also choose to add a </a:t>
            </a:r>
            <a:r>
              <a:rPr lang="en-US" sz="800" b="1"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Copilot License</a:t>
            </a:r>
            <a:r>
              <a:rPr lang="en-US" sz="800"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 to your </a:t>
            </a:r>
            <a:r>
              <a:rPr lang="en-US" sz="800" b="1"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Microsoft 365 subscription </a:t>
            </a:r>
            <a:r>
              <a:rPr lang="en-US" sz="800" u="non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rPr>
              <a:t>to ground Copilot in your Microsoft 365 data such as files, emails and Teams meetings. This course focuses on the features available with your Microsoft 365 subscription.  The next slide shows a visual summary of the differences in feature availability.</a:t>
            </a:r>
            <a:endParaRPr lang="en-US" sz="800" u="none"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2190089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1" i="0" kern="1200" dirty="0">
                <a:solidFill>
                  <a:schemeClr val="tx1"/>
                </a:solidFill>
                <a:effectLst/>
                <a:latin typeface="Segoe UI Light" pitchFamily="34" charset="0"/>
                <a:ea typeface="+mn-ea"/>
                <a:cs typeface="+mn-cs"/>
              </a:rPr>
              <a:t>Copilot Chat </a:t>
            </a:r>
            <a:r>
              <a:rPr lang="en-US" sz="882" b="0" i="0" kern="1200" dirty="0">
                <a:solidFill>
                  <a:schemeClr val="tx1"/>
                </a:solidFill>
                <a:effectLst/>
                <a:latin typeface="Segoe UI Light" pitchFamily="34" charset="0"/>
                <a:ea typeface="+mn-ea"/>
                <a:cs typeface="+mn-cs"/>
              </a:rPr>
              <a:t>is AI chat grounded in data from the web and powered by the latest large language models (LLMs). Copilot Chat lets users access agents and create them in the Microsoft 365 Copilot app. Additionally, they can use features like Copilot Pages, file upload, and image generation.</a:t>
            </a:r>
          </a:p>
          <a:p>
            <a:endParaRPr lang="en-US" sz="882" b="0" i="0" kern="1200" dirty="0">
              <a:solidFill>
                <a:schemeClr val="tx1"/>
              </a:solidFill>
              <a:effectLst/>
              <a:latin typeface="Segoe UI Light" pitchFamily="34" charset="0"/>
              <a:ea typeface="+mn-ea"/>
              <a:cs typeface="+mn-cs"/>
            </a:endParaRPr>
          </a:p>
          <a:p>
            <a:r>
              <a:rPr lang="en-US" sz="882" b="0" i="0" kern="1200" dirty="0">
                <a:solidFill>
                  <a:schemeClr val="tx1"/>
                </a:solidFill>
                <a:effectLst/>
                <a:latin typeface="Segoe UI Light" pitchFamily="34" charset="0"/>
                <a:ea typeface="+mn-ea"/>
                <a:cs typeface="+mn-cs"/>
              </a:rPr>
              <a:t>Unlike Microsoft 365 Copilot, Copilot Chat is not grounded in organizational content like files, emails, or chats as part of the chat experience—it is grounded in data from the web only.</a:t>
            </a:r>
            <a:r>
              <a:rPr lang="en-US" dirty="0"/>
              <a:t>
</a:t>
            </a:r>
          </a:p>
          <a:p>
            <a:r>
              <a:rPr lang="en-US" sz="882" b="0" i="0" kern="1200" dirty="0">
                <a:solidFill>
                  <a:schemeClr val="tx1"/>
                </a:solidFill>
                <a:effectLst/>
                <a:latin typeface="Segoe UI Light" pitchFamily="34" charset="0"/>
                <a:ea typeface="+mn-ea"/>
                <a:cs typeface="+mn-cs"/>
              </a:rPr>
              <a:t>A </a:t>
            </a:r>
            <a:r>
              <a:rPr lang="en-US" sz="882" b="1" i="0" kern="1200" dirty="0">
                <a:solidFill>
                  <a:schemeClr val="tx1"/>
                </a:solidFill>
                <a:effectLst/>
                <a:latin typeface="Segoe UI Light" pitchFamily="34" charset="0"/>
                <a:ea typeface="+mn-ea"/>
                <a:cs typeface="+mn-cs"/>
              </a:rPr>
              <a:t>paid license for Microsoft 365 Copilot </a:t>
            </a:r>
            <a:r>
              <a:rPr lang="en-US" sz="882" b="0" i="0" kern="1200" dirty="0">
                <a:solidFill>
                  <a:schemeClr val="tx1"/>
                </a:solidFill>
                <a:effectLst/>
                <a:latin typeface="Segoe UI Light" pitchFamily="34" charset="0"/>
                <a:ea typeface="+mn-ea"/>
                <a:cs typeface="+mn-cs"/>
              </a:rPr>
              <a:t>includes </a:t>
            </a:r>
            <a:r>
              <a:rPr lang="en-US" sz="882" b="1" i="0" kern="1200" dirty="0">
                <a:solidFill>
                  <a:schemeClr val="tx1"/>
                </a:solidFill>
                <a:effectLst/>
                <a:latin typeface="Segoe UI Light" pitchFamily="34" charset="0"/>
                <a:ea typeface="+mn-ea"/>
                <a:cs typeface="+mn-cs"/>
              </a:rPr>
              <a:t>Copilot Chat plus other Copilot value </a:t>
            </a:r>
            <a:r>
              <a:rPr lang="en-US" sz="882" b="0" i="0" kern="1200" dirty="0">
                <a:solidFill>
                  <a:schemeClr val="tx1"/>
                </a:solidFill>
                <a:effectLst/>
                <a:latin typeface="Segoe UI Light" pitchFamily="34" charset="0"/>
                <a:ea typeface="+mn-ea"/>
                <a:cs typeface="+mn-cs"/>
              </a:rPr>
              <a:t>for users and admins. Microsoft 365 Copilot includes additional value like:</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Chat grounded in work sources (files, meetings, emails, and chats) and priority access to capabilities like file upload and image generation, and reasoning capabilities and models (like GPT-5)</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Integration in Microsoft 365 Copilot apps like Teams, Outlook, Word, Excel, PowerPoint, and more, with advanced skills and in-app editing</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Comprehensive access to agents, including Analyst &amp; Researcher advanced reasoning agents, prebuilt Microsoft agents, and custom agents grounded in your data</a:t>
            </a:r>
          </a:p>
          <a:p>
            <a:pPr marL="171450" indent="-171450">
              <a:buFont typeface="Arial" panose="020B0604020202020204" pitchFamily="34" charset="0"/>
              <a:buChar char="•"/>
            </a:pPr>
            <a:r>
              <a:rPr lang="en-US" sz="882" b="0" i="0" kern="1200" dirty="0">
                <a:solidFill>
                  <a:schemeClr val="tx1"/>
                </a:solidFill>
                <a:effectLst/>
                <a:latin typeface="Segoe UI Light" pitchFamily="34" charset="0"/>
                <a:ea typeface="+mn-ea"/>
                <a:cs typeface="+mn-cs"/>
              </a:rPr>
              <a:t>Additional Copilot Control System value like SharePoint Advanced Management and Copilot Analytics.</a:t>
            </a:r>
          </a:p>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64223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03C8-DC03-7B3E-A375-E82127397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05C98-4411-E699-9744-0A93EFACB9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54423-6A0D-396A-7753-4C50A0B21A43}"/>
              </a:ext>
            </a:extLst>
          </p:cNvPr>
          <p:cNvSpPr>
            <a:spLocks noGrp="1"/>
          </p:cNvSpPr>
          <p:nvPr>
            <p:ph type="body" idx="1"/>
          </p:nvPr>
        </p:nvSpPr>
        <p:spPr/>
        <p:txBody>
          <a:bodyPr/>
          <a:lstStyle/>
          <a:p>
            <a:pPr marL="0" marR="0">
              <a:lnSpc>
                <a:spcPct val="115000"/>
              </a:lnSpc>
              <a:spcAft>
                <a:spcPts val="800"/>
              </a:spcAft>
              <a:buNone/>
            </a:pPr>
            <a:r>
              <a:rPr lang="en-US" sz="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Microsoft 365 Copilot Chat offers a UI designed to boost productivity and facilitate learning in both professional and educational settings. Users can easily identify their protection status by the green shield icon located in the top right corner of the interface. The right panel provides quick access to agents and recent chats, while the center of the UI offers suggested prompts to help users get started efficiently. </a:t>
            </a:r>
          </a:p>
          <a:p>
            <a:pPr marL="0" marR="0">
              <a:lnSpc>
                <a:spcPct val="115000"/>
              </a:lnSpc>
              <a:spcAft>
                <a:spcPts val="800"/>
              </a:spcAft>
              <a:buNone/>
            </a:pPr>
            <a:endParaRPr lang="en-US" sz="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115000"/>
              </a:lnSpc>
              <a:spcBef>
                <a:spcPts val="0"/>
              </a:spcBef>
              <a:spcAft>
                <a:spcPts val="800"/>
              </a:spcAft>
              <a:buClrTx/>
              <a:buSzTx/>
              <a:buFontTx/>
              <a:buNone/>
              <a:tabLst/>
              <a:defRPr/>
            </a:pPr>
            <a:r>
              <a:rPr lang="en-US" sz="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The screen above shows the interface with a license. If you have a Microsoft 365 Copilot license,  you’ll see a toggle at the top of the screen for work mode and web mode. Without a license, this toggle will not appear.  </a:t>
            </a:r>
            <a:r>
              <a:rPr lang="en-US" sz="800" i="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Note that Agent creation is only available if your organization’s Admin has enabled this capability. </a:t>
            </a:r>
          </a:p>
          <a:p>
            <a:pPr marL="0" marR="0">
              <a:lnSpc>
                <a:spcPct val="115000"/>
              </a:lnSpc>
              <a:spcAft>
                <a:spcPts val="800"/>
              </a:spcAft>
              <a:buNone/>
            </a:pPr>
            <a:endParaRPr lang="en-US" sz="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endParaRPr>
          </a:p>
          <a:p>
            <a:pPr marL="0" marR="0">
              <a:spcAft>
                <a:spcPts val="800"/>
              </a:spcAft>
            </a:pPr>
            <a:endParaRPr lang="en-US" dirty="0"/>
          </a:p>
        </p:txBody>
      </p:sp>
      <p:sp>
        <p:nvSpPr>
          <p:cNvPr id="4" name="Header Placeholder 3">
            <a:extLst>
              <a:ext uri="{FF2B5EF4-FFF2-40B4-BE49-F238E27FC236}">
                <a16:creationId xmlns:a16="http://schemas.microsoft.com/office/drawing/2014/main" id="{64CD9EBF-D010-F9D6-5B5C-09B636F804A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C6C7558-DF08-3620-588E-5D53652A0E6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48FAB98-FD96-D235-F254-697491D5266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E0B304E-98DD-08B4-8EDC-672E4CF7B72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22523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CBF3-7396-CD06-6B21-7E96BD000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22839-635E-DC4F-7CD2-55A110DCE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09ECB-0E91-EF69-4CF4-4769A9DAEB30}"/>
              </a:ext>
            </a:extLst>
          </p:cNvPr>
          <p:cNvSpPr>
            <a:spLocks noGrp="1"/>
          </p:cNvSpPr>
          <p:nvPr>
            <p:ph type="body" idx="1"/>
          </p:nvPr>
        </p:nvSpPr>
        <p:spPr/>
        <p:txBody>
          <a:bodyPr/>
          <a:lstStyle/>
          <a:p>
            <a:pPr marL="0" marR="0">
              <a:spcAft>
                <a:spcPts val="800"/>
              </a:spcAft>
            </a:pPr>
            <a:r>
              <a:rPr lang="en-US" b="0" i="0" dirty="0">
                <a:solidFill>
                  <a:srgbClr val="424242"/>
                </a:solidFill>
                <a:effectLst/>
                <a:latin typeface="Segoe Sans"/>
              </a:rPr>
              <a:t>To chat using Copilot Chat, start by entering a clear and specific prompt to get accurate responses. </a:t>
            </a:r>
          </a:p>
          <a:p>
            <a:pPr marL="0" marR="0">
              <a:spcAft>
                <a:spcPts val="800"/>
              </a:spcAft>
            </a:pPr>
            <a:endParaRPr lang="en-US" b="0" i="0" dirty="0">
              <a:solidFill>
                <a:srgbClr val="424242"/>
              </a:solidFill>
              <a:effectLst/>
              <a:latin typeface="Segoe Sans"/>
            </a:endParaRPr>
          </a:p>
          <a:p>
            <a:pPr marL="0" marR="0" lvl="0" indent="0" algn="l" defTabSz="914367" rtl="0" eaLnBrk="1" fontAlgn="auto" latinLnBrk="0" hangingPunct="1">
              <a:lnSpc>
                <a:spcPct val="90000"/>
              </a:lnSpc>
              <a:spcBef>
                <a:spcPts val="0"/>
              </a:spcBef>
              <a:spcAft>
                <a:spcPts val="8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What is a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“prompt?”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Prompts are how you have a conversation with Copilot Chat. Use natural, plain, and clear language to ask Copilot questions or give instructions, while providing context as you would with an assistant. We’ll dive deeper into the art of prompting and how to structure a prompt to get the best outcome in Module 2. </a:t>
            </a:r>
          </a:p>
          <a:p>
            <a:pPr marL="0" marR="0">
              <a:spcAft>
                <a:spcPts val="800"/>
              </a:spcAft>
            </a:pPr>
            <a:endParaRPr lang="en-US" b="0" i="0" dirty="0">
              <a:solidFill>
                <a:srgbClr val="424242"/>
              </a:solidFill>
              <a:effectLst/>
              <a:latin typeface="Segoe Sans"/>
            </a:endParaRPr>
          </a:p>
          <a:p>
            <a:pPr marL="0" marR="0">
              <a:spcAft>
                <a:spcPts val="800"/>
              </a:spcAft>
            </a:pPr>
            <a:endParaRPr lang="en-US" b="0" i="0" dirty="0">
              <a:solidFill>
                <a:srgbClr val="424242"/>
              </a:solidFill>
              <a:effectLst/>
              <a:latin typeface="Segoe Sans"/>
            </a:endParaRPr>
          </a:p>
          <a:p>
            <a:pPr marL="0" marR="0">
              <a:spcAft>
                <a:spcPts val="800"/>
              </a:spcAft>
            </a:pPr>
            <a:r>
              <a:rPr lang="en-US" b="0" i="0" dirty="0">
                <a:solidFill>
                  <a:srgbClr val="424242"/>
                </a:solidFill>
                <a:effectLst/>
                <a:latin typeface="Segoe Sans"/>
              </a:rPr>
              <a:t>Next, verify the sources of the information provided to ensure reliability, especially for critical tasks. </a:t>
            </a:r>
          </a:p>
          <a:p>
            <a:pPr marL="0" marR="0">
              <a:spcAft>
                <a:spcPts val="800"/>
              </a:spcAft>
            </a:pPr>
            <a:endParaRPr lang="en-US" b="0" i="0" dirty="0">
              <a:solidFill>
                <a:srgbClr val="424242"/>
              </a:solidFill>
              <a:effectLst/>
              <a:latin typeface="Segoe Sans"/>
            </a:endParaRPr>
          </a:p>
          <a:p>
            <a:pPr marL="0" marR="0">
              <a:spcAft>
                <a:spcPts val="800"/>
              </a:spcAft>
            </a:pPr>
            <a:r>
              <a:rPr lang="en-US" b="0" i="0" dirty="0">
                <a:solidFill>
                  <a:srgbClr val="424242"/>
                </a:solidFill>
                <a:effectLst/>
                <a:latin typeface="Segoe Sans"/>
              </a:rPr>
              <a:t>Finally, continue the conversation by asking follow-up questions to refine the responses and obtain more detailed information. Think of Copilot Chat as a collaborative tool that supports you throughout your tasks by providing ongoing assistance and information. </a:t>
            </a:r>
            <a:endParaRPr lang="en-US" dirty="0"/>
          </a:p>
        </p:txBody>
      </p:sp>
      <p:sp>
        <p:nvSpPr>
          <p:cNvPr id="4" name="Header Placeholder 3">
            <a:extLst>
              <a:ext uri="{FF2B5EF4-FFF2-40B4-BE49-F238E27FC236}">
                <a16:creationId xmlns:a16="http://schemas.microsoft.com/office/drawing/2014/main" id="{8AC30A13-7AE7-5ACC-0B51-3B212851F4F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1DF0262-AA84-41C9-6103-8DD51A67AF1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80D0F0A-06EE-5BDA-0F3D-5D1CA75F176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C114F36-B971-7E41-3779-201B0C0229E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38225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B0AB-2EA5-60B1-67CE-9DC36D9AB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B2CFC-099E-2978-01D0-FB0E7EC1B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B362D-8351-7D3D-0113-1C4BEEEDC5BE}"/>
              </a:ext>
            </a:extLst>
          </p:cNvPr>
          <p:cNvSpPr>
            <a:spLocks noGrp="1"/>
          </p:cNvSpPr>
          <p:nvPr>
            <p:ph type="body" idx="1"/>
          </p:nvPr>
        </p:nvSpPr>
        <p:spPr/>
        <p:txBody>
          <a:bodyPr/>
          <a:lstStyle/>
          <a:p>
            <a:pPr marL="0" marR="0">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What is Enterprise Data Protection (EDP)?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Enterprise Data Protection (EDP) ensures that your organization's data is secure, private, and compliant when using Microsoft 365 services, including Microsoft 365 Copilot Chat. These protections are governed by Microsoft's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Data Protection Addendum (DPA)</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Product Terms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which outline the commitments to safeguard customer data.</a:t>
            </a:r>
          </a:p>
          <a:p>
            <a:pPr marL="0" marR="0">
              <a:lnSpc>
                <a:spcPct val="115000"/>
              </a:lnSpc>
              <a:spcAft>
                <a:spcPts val="800"/>
              </a:spcAft>
            </a:pPr>
            <a:endParaRPr lang="en-US" dirty="0"/>
          </a:p>
          <a:p>
            <a:pPr marL="0" marR="0">
              <a:lnSpc>
                <a:spcPct val="115000"/>
              </a:lnSpc>
              <a:spcAft>
                <a:spcPts val="800"/>
              </a:spcAft>
            </a:pPr>
            <a:r>
              <a:rPr lang="en-US" sz="900" kern="100" dirty="0">
                <a:effectLst/>
                <a:latin typeface="Aptos" panose="020B0004020202020204" pitchFamily="34" charset="0"/>
                <a:ea typeface="Aptos" panose="020B0004020202020204" pitchFamily="34" charset="0"/>
                <a:cs typeface="Times New Roman" panose="02020603050405020304" pitchFamily="18" charset="0"/>
              </a:rPr>
              <a:t>Microsoft 365 Copilot Chat </a:t>
            </a:r>
            <a:r>
              <a:rPr lang="en-US" sz="900" b="1" kern="100" dirty="0">
                <a:effectLst/>
                <a:latin typeface="Aptos" panose="020B0004020202020204" pitchFamily="34" charset="0"/>
                <a:ea typeface="Aptos" panose="020B0004020202020204" pitchFamily="34" charset="0"/>
                <a:cs typeface="Times New Roman" panose="02020603050405020304" pitchFamily="18" charset="0"/>
              </a:rPr>
              <a:t>keeps your data secure</a:t>
            </a:r>
            <a:r>
              <a:rPr lang="en-US" sz="900" kern="100" dirty="0">
                <a:effectLst/>
                <a:latin typeface="Aptos" panose="020B0004020202020204" pitchFamily="34" charset="0"/>
                <a:ea typeface="Aptos" panose="020B0004020202020204" pitchFamily="34" charset="0"/>
                <a:cs typeface="Times New Roman" panose="02020603050405020304" pitchFamily="18" charset="0"/>
              </a:rPr>
              <a:t> with built-in safeguards that align with your organization's security policies. It </a:t>
            </a:r>
            <a:r>
              <a:rPr lang="en-US" sz="900" b="1" kern="100" dirty="0">
                <a:effectLst/>
                <a:latin typeface="Aptos" panose="020B0004020202020204" pitchFamily="34" charset="0"/>
                <a:ea typeface="Aptos" panose="020B0004020202020204" pitchFamily="34" charset="0"/>
                <a:cs typeface="Times New Roman" panose="02020603050405020304" pitchFamily="18" charset="0"/>
              </a:rPr>
              <a:t>inherits your existing Microsoft 365 security and compliance settings</a:t>
            </a:r>
            <a:r>
              <a:rPr lang="en-US" sz="900" kern="100" dirty="0">
                <a:effectLst/>
                <a:latin typeface="Aptos" panose="020B0004020202020204" pitchFamily="34" charset="0"/>
                <a:ea typeface="Aptos" panose="020B0004020202020204" pitchFamily="34" charset="0"/>
                <a:cs typeface="Times New Roman" panose="02020603050405020304" pitchFamily="18" charset="0"/>
              </a:rPr>
              <a:t>, ensuring only authorized users can access generated content. </a:t>
            </a:r>
            <a:endParaRPr lang="en-US" dirty="0"/>
          </a:p>
        </p:txBody>
      </p:sp>
      <p:sp>
        <p:nvSpPr>
          <p:cNvPr id="4" name="Header Placeholder 3">
            <a:extLst>
              <a:ext uri="{FF2B5EF4-FFF2-40B4-BE49-F238E27FC236}">
                <a16:creationId xmlns:a16="http://schemas.microsoft.com/office/drawing/2014/main" id="{5AF986EA-E53C-860D-AB35-75A2F3946B0A}"/>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962C422C-9D74-8D7A-DD32-7BE937F70F61}"/>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258785A-935E-F06E-DFDE-A253EB8E1A28}"/>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42B55FE2-1A4D-7BD8-4321-26BF959396EA}"/>
              </a:ext>
            </a:extLst>
          </p:cNvPr>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446188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kern="1200" dirty="0">
                <a:solidFill>
                  <a:schemeClr val="tx1"/>
                </a:solidFill>
                <a:latin typeface="Segoe UI Light" pitchFamily="34" charset="0"/>
                <a:ea typeface="+mn-ea"/>
                <a:cs typeface="+mn-cs"/>
              </a:rPr>
              <a:t> Prompt Microsoft Copilot Chat: </a:t>
            </a:r>
          </a:p>
          <a:p>
            <a:endParaRPr lang="en-US" sz="900" kern="1200" dirty="0">
              <a:solidFill>
                <a:schemeClr val="tx1"/>
              </a:solidFill>
              <a:latin typeface="Segoe UI Light"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p>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09222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800" b="0" i="0" u="none" dirty="0">
                <a:solidFill>
                  <a:srgbClr val="D13438"/>
                </a:solidFill>
                <a:effectLst/>
                <a:latin typeface="Aptos" panose="020B0004020202020204" pitchFamily="34" charset="0"/>
              </a:rPr>
              <a:t>In this module, you explored how Microsoft 365 Copilot Chat functions as a secure, AI-powered assistant designed to enhance workplace productivity. You gained insight into its core functionalities and features, including enterprise-ready chat grounded in both web data and work data. You learned where and how to access Copilot Chat across Microsoft 365 platforms such as Microsoft 365 apps, Edge, and the Microsoft 365 app. You also became familiar with the user interface and discovered how to engage with Copilot through natural language all within a protected and intuitive environment. </a:t>
            </a:r>
            <a:endParaRPr lang="en-US" u="none"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792256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0EAB0-6B75-ADEF-FACC-9B5FCA99B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C9F14-3CFE-BB5C-DDAF-578A18D5A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445AC-5ECB-7C3E-F0BD-420C182F79D8}"/>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a:extLst>
              <a:ext uri="{FF2B5EF4-FFF2-40B4-BE49-F238E27FC236}">
                <a16:creationId xmlns:a16="http://schemas.microsoft.com/office/drawing/2014/main" id="{193F1206-82A1-CAC8-609C-9F37BCACD19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7311A89-643F-2851-C993-A55EBC9DF9D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5687BDFC-D2B9-5BC2-B176-B9A3808C802D}"/>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345032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E90E5-35DC-33E2-8052-BE1C8FBA8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8B578-BBC9-C5A6-6748-AC1F42AF8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A95B1-6720-8B2B-9FBB-3F0BE3466627}"/>
              </a:ext>
            </a:extLst>
          </p:cNvPr>
          <p:cNvSpPr>
            <a:spLocks noGrp="1"/>
          </p:cNvSpPr>
          <p:nvPr>
            <p:ph type="body" idx="1"/>
          </p:nvPr>
        </p:nvSpPr>
        <p:spPr/>
        <p:txBody>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Imagine you're a business user at a tech company that uses Copilot Chat to help with various tasks such as researching competitors, drafting new content, or analyzing data. However, sometimes you don’t know how to frame your request to Copilot to get the desired result. This module will help you navigate these challenges and make the most out of your interactions with Copilot.</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this module, you’ll delve into the art of writing effective prompts for Microsoft 365 Copilot Chat, ensuring you can communicate your needs clearly and concisely to achieve optimal results. You’ll explore the essential elements of crafting well-structured prompts, including the importance of context, goals, sources, and expectations. Additionally, you’ll review best practices and common pitfalls to avoid when prompting, ensuring high-quality, relevant responses from Copilot. Lastly, the module introduces the Microsoft Copilot Prompt Gallery, a valuable resource for discovering, saving, and sharing prompts to enhance daily workflows and inspire productivity across different roles and tasks.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p>
        </p:txBody>
      </p:sp>
      <p:sp>
        <p:nvSpPr>
          <p:cNvPr id="4" name="Header Placeholder 3">
            <a:extLst>
              <a:ext uri="{FF2B5EF4-FFF2-40B4-BE49-F238E27FC236}">
                <a16:creationId xmlns:a16="http://schemas.microsoft.com/office/drawing/2014/main" id="{A30F3427-35FB-ACD4-57CF-883845849B0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B40EC65-BD08-D970-476C-BD076374185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9856E72-CDD7-F752-766C-6446723BE5E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A1AD989-8CFC-489F-B0B7-8C5AF3B9D86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75662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4124-1E71-6611-7A7F-C4EB69617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8D747-EEE5-5DB4-1DA3-2BF5517B1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7299C-C7A8-0941-874C-8CF4A1FF855A}"/>
              </a:ext>
            </a:extLst>
          </p:cNvPr>
          <p:cNvSpPr>
            <a:spLocks noGrp="1"/>
          </p:cNvSpPr>
          <p:nvPr>
            <p:ph type="body" idx="1"/>
          </p:nvPr>
        </p:nvSpPr>
        <p:spPr/>
        <p:txBody>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Prompts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are your way of communicating with Microsoft 365 Copilot Chat, asking it to perform tasks such as creating, summarizing, editing, or transforming content. Think of prompting as having a conversation with an assistant, using clear and straightforward language while providing the necessary context.</a:t>
            </a:r>
            <a:endPar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endPar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The following steps highlight the most important things to consider when building an effective prompt.</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mj-lt"/>
              <a:buAutoNum type="arabicPeriod"/>
            </a:pP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Provide </a:t>
            </a: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context:</a:t>
            </a:r>
            <a:r>
              <a:rPr lang="en-US" sz="1800" u="none" kern="100" dirty="0">
                <a:solidFill>
                  <a:srgbClr val="008080"/>
                </a:solidFill>
                <a:effectLst/>
                <a:latin typeface="Arial" panose="020B0604020202020204" pitchFamily="34" charset="0"/>
                <a:ea typeface="Aptos" panose="020B0004020202020204" pitchFamily="34" charset="0"/>
                <a:cs typeface="Times New Roman" panose="02020603050405020304" pitchFamily="18" charset="0"/>
              </a:rPr>
              <a:t> </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Why do you need it and who is involved? Provide context and details about your goal, such as preparing for a client meeting or trying to write an all-hands speech. Specify the focus, like a particular client or topic. Unlike traditional search, Copilot responds best to detailed prompts.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mj-lt"/>
              <a:buAutoNum type="arabicPeriod"/>
            </a:pP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Describe a</a:t>
            </a: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goal:</a:t>
            </a:r>
            <a:r>
              <a:rPr lang="en-US" sz="1800" u="none" kern="100" dirty="0">
                <a:solidFill>
                  <a:srgbClr val="008080"/>
                </a:solidFill>
                <a:effectLst/>
                <a:latin typeface="Arial" panose="020B0604020202020204" pitchFamily="34" charset="0"/>
                <a:ea typeface="Aptos" panose="020B0004020202020204" pitchFamily="34" charset="0"/>
                <a:cs typeface="Times New Roman" panose="02020603050405020304" pitchFamily="18" charset="0"/>
              </a:rPr>
              <a:t> </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What do you want Copilot to do? Specify the desired output for Copilot, whether bullet points, an essay, an email, or a brainstorming draft. Generative AI excels at imitation, so provide examples to guide its response.</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mj-lt"/>
              <a:buAutoNum type="arabicPeriod"/>
            </a:pP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Define a </a:t>
            </a: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source:</a:t>
            </a:r>
            <a:r>
              <a:rPr lang="en-US" sz="1800" u="none" kern="100" dirty="0">
                <a:solidFill>
                  <a:srgbClr val="008080"/>
                </a:solidFill>
                <a:effectLst/>
                <a:latin typeface="Arial" panose="020B0604020202020204" pitchFamily="34" charset="0"/>
                <a:ea typeface="Aptos" panose="020B0004020202020204" pitchFamily="34" charset="0"/>
                <a:cs typeface="Times New Roman" panose="02020603050405020304" pitchFamily="18" charset="0"/>
              </a:rPr>
              <a:t> </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Where should Copilot look for information? If you specify the information Copilot should use, you’ll get better results. Upload specific files or detail the types of web sources that Copilot should focus on.</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mj-lt"/>
              <a:buAutoNum type="arabicPeriod"/>
            </a:pP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Set </a:t>
            </a: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expectations:</a:t>
            </a:r>
            <a:r>
              <a:rPr lang="en-US" sz="1800" u="none" kern="100" dirty="0">
                <a:solidFill>
                  <a:srgbClr val="008080"/>
                </a:solidFill>
                <a:effectLst/>
                <a:latin typeface="Arial" panose="020B0604020202020204" pitchFamily="34" charset="0"/>
                <a:ea typeface="Aptos" panose="020B0004020202020204" pitchFamily="34" charset="0"/>
                <a:cs typeface="Times New Roman" panose="02020603050405020304" pitchFamily="18" charset="0"/>
              </a:rPr>
              <a:t> </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How should Copilot deliver the answer? State your expectations for how Copilot should deliver its response. What audience is it aimed at? What kind of tone are you thinking for this assignment? Usually, that involves some explanation about who you are and what you’re trying to achieve.</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Aft>
                <a:spcPts val="800"/>
              </a:spcAft>
              <a:buFont typeface="+mj-l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Aft>
                <a:spcPts val="800"/>
              </a:spcAft>
              <a:buSzPts val="1000"/>
              <a:buFont typeface="Symbol" panose="05050102010706020507" pitchFamily="18" charset="2"/>
              <a:buNone/>
              <a:tabLst>
                <a:tab pos="457200" algn="l"/>
              </a:tabLst>
            </a:pP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D6CCFC6B-7E71-D77B-CA1E-02748D9DC7F4}"/>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FEEFBC43-C95E-2449-09A4-2A858AE0005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4A538BE-1FC6-3362-A8B7-AFA29C72D96A}"/>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61B437F9-F8A9-668E-3C42-EE0A7220E238}"/>
              </a:ext>
            </a:extLst>
          </p:cNvPr>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687674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BF33-2DCA-AD5C-477F-048F56A5F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081BF-EDB9-5DF2-2499-1363C0AE1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36E81-CA14-B054-C4B0-F0BAEB00BB06}"/>
              </a:ext>
            </a:extLst>
          </p:cNvPr>
          <p:cNvSpPr>
            <a:spLocks noGrp="1"/>
          </p:cNvSpPr>
          <p:nvPr>
            <p:ph type="body" idx="1"/>
          </p:nvPr>
        </p:nvSpPr>
        <p:spPr/>
        <p:txBody>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Prompt and iterate</a:t>
            </a:r>
            <a:endParaRPr lang="en-US" sz="1800" u="none" kern="100" dirty="0">
              <a:solidFill>
                <a:srgbClr val="008080"/>
              </a:solidFill>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1800" u="none" kern="100" dirty="0">
                <a:solidFill>
                  <a:srgbClr val="008080"/>
                </a:solidFill>
                <a:effectLst/>
                <a:latin typeface="Aptos" panose="020B0004020202020204" pitchFamily="34" charset="0"/>
                <a:ea typeface="Aptos" panose="020B0004020202020204" pitchFamily="34" charset="0"/>
                <a:cs typeface="Arial" panose="020B0604020202020204" pitchFamily="34" charset="0"/>
              </a:rPr>
              <a:t>To maximize the value of Copilot Chat, crafting well-thought-out prompts is essential. Clear, concise, and specific instructions significantly improve the quality of results. However, the true power of Copilot often emerges through iteration and conversation. Instead of settling for the first response, refine and experiment with follow-up prompts to achieve the desired outcome. For example, if the initial result focuses on the wrong time period or provides a block of text when a numbered list is preferred, simply adjust your instructions. Copilot thrives in a back-and-forth conversational experience, enabling you to uncover its full potential through collaboration and refinement.</a:t>
            </a:r>
            <a:endParaRPr lang="en-US" sz="1800" u="none" strike="sngStrike"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endParaRPr lang="en-US" sz="1800" b="1" u="sng" strike="sngStrike"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Tip</a:t>
            </a:r>
            <a:r>
              <a:rPr lang="en-US" sz="1800" b="1" u="none"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u="none"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Once Copilot generates a response to your prompt, select the sources to understand how the response was cited. AI-generated content may be incorrect, so sources are provided for your review when possible.</a:t>
            </a:r>
          </a:p>
          <a:p>
            <a:pPr marL="0" marR="0" lvl="0" indent="0">
              <a:lnSpc>
                <a:spcPct val="115000"/>
              </a:lnSpc>
              <a:spcAft>
                <a:spcPts val="800"/>
              </a:spcAft>
              <a:buFont typeface="+mj-l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Aft>
                <a:spcPts val="800"/>
              </a:spcAft>
              <a:buSzPts val="1000"/>
              <a:buFont typeface="Symbol" panose="05050102010706020507" pitchFamily="18" charset="2"/>
              <a:buNone/>
              <a:tabLst>
                <a:tab pos="457200" algn="l"/>
              </a:tabLst>
            </a:pP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3400BDF2-A372-4060-DE12-8ABD66681B7B}"/>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9518638-AE6A-931D-4703-31EA8F113E3B}"/>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BF9F17C-018B-324E-A31C-73098FD56D1F}"/>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85F23F9D-292A-4DEA-6A46-6B7AF4D18926}"/>
              </a:ext>
            </a:extLst>
          </p:cNvPr>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327173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buNone/>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Do's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Be clear and specific.</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Provide specific instructions to Copilot, such as topic, purpose, tone, and required length. For example, if you want to track industry news, you might say, "Give me a concise summary of recent news about [Product X]."</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Keep it conversational.</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Frame your prompts as if you are having a conversation and give feedback to Copilot based on the quality of its responses to help the AI learn and match your preferences.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Give examples.</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Use clear and specific keywords or phrases when asking Copilot to write a piece of text for you. This helps it generate more relevant and creative copy.</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Ask for feedback.</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Requesting feedback from Copilot helps it to understand your needs and preferences, and to provide you with more relevant, helpful responses.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Write legibly.</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Use correct punctuation, capitalization, and grammar when writing prompts, as this will help the AI produce better quality text and responses.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Check for accuracy.</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Occasionally, Copilot may make mistakes. Always check Copilot’s responses for accuracy, grammar, and style, and watch out for irrelevant or inappropriate content.</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Provide details.</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Provide Copilot with contextual details to help it generate more accurate, consistent responses. For example, the genre, characters, and plot to a story.</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Be polite.</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Using kind and respectful language when chatting with Copilot helps foster collaboration and improves the AI's responsiveness and performance.</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effectLst/>
                <a:latin typeface="Aptos" panose="020B0004020202020204" pitchFamily="34" charset="0"/>
                <a:ea typeface="Aptos" panose="020B0004020202020204" pitchFamily="34" charset="0"/>
                <a:cs typeface="Times New Roman" panose="02020603050405020304" pitchFamily="18" charset="0"/>
              </a:rPr>
              <a:t>Iterate and Refine:</a:t>
            </a:r>
            <a:r>
              <a:rPr lang="en-US" sz="1800" b="0" u="none" kern="100" dirty="0">
                <a:effectLst/>
                <a:latin typeface="Aptos" panose="020B0004020202020204" pitchFamily="34" charset="0"/>
                <a:ea typeface="Aptos" panose="020B0004020202020204" pitchFamily="34" charset="0"/>
                <a:cs typeface="Times New Roman" panose="02020603050405020304" pitchFamily="18" charset="0"/>
              </a:rPr>
              <a:t> If the initial output isn't perfect, refine your prompt and try again. Prompting is an iterative process, and practice makes perfect.</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Don'ts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Be vague.</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When prompting Copilot, avoid using vague language, and be as clear as possible to receive better-quality responses.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Request inappropriate or unethical content.</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Copilot is not responsible for the content or the consequences of your writing. You should respect local laws, rules, and the rights of others.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Use slang, jargon, or informal language.</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This may cause Copilot to give low-quality, inappropriate or unprofessional responses.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Give conflicting instructions</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Prompting Copilot to perform a task that includes multiple or conflicting pieces of information in the same request can confuse the AI and result in lower quality responses.</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Interrupt or change topics abruptly.</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This could disrupt Copilot’s writing process. Always close or finish a task before starting a new one. When starting a new task, write “New task.”</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Aft>
                <a:spcPts val="800"/>
              </a:spcAft>
              <a:buSzPts val="1000"/>
              <a:buFont typeface="Symbol" panose="05050102010706020507" pitchFamily="18" charset="2"/>
              <a:buNone/>
              <a:tabLst>
                <a:tab pos="457200" algn="l"/>
              </a:tabLst>
            </a:pP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449181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BB9F6-3618-E1B2-9411-81C296F9B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D1061-023F-8EF2-5789-2DBF7D50E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0F5B7-F55F-D013-D58B-39452FEACF79}"/>
              </a:ext>
            </a:extLst>
          </p:cNvPr>
          <p:cNvSpPr>
            <a:spLocks noGrp="1"/>
          </p:cNvSpPr>
          <p:nvPr>
            <p:ph type="body" idx="1"/>
          </p:nvPr>
        </p:nvSpPr>
        <p:spPr/>
        <p:txBody>
          <a:bodyPr/>
          <a:lstStyle/>
          <a:p>
            <a:r>
              <a:rPr lang="en-US" dirty="0"/>
              <a:t>These prompts provide a good starting point. Reiterating these prompts and adding more context and detail will return more specific and relevant results for you.</a:t>
            </a:r>
          </a:p>
          <a:p>
            <a:endParaRPr lang="en-US" dirty="0"/>
          </a:p>
          <a:p>
            <a:r>
              <a:rPr lang="en-US" i="1" dirty="0"/>
              <a:t>Ask your learners to brainstorm ways to improve these prompts using the components of an effective prompt discussed in the previous slides.</a:t>
            </a:r>
          </a:p>
        </p:txBody>
      </p:sp>
      <p:sp>
        <p:nvSpPr>
          <p:cNvPr id="4" name="Header Placeholder 3">
            <a:extLst>
              <a:ext uri="{FF2B5EF4-FFF2-40B4-BE49-F238E27FC236}">
                <a16:creationId xmlns:a16="http://schemas.microsoft.com/office/drawing/2014/main" id="{67A00BEB-6A02-E282-A32D-3447903D0093}"/>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A54C202-F6F4-A88B-05EF-0FB713F4A73F}"/>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6BB67DB-29B7-83F1-41FC-6D42A697349A}"/>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58EF7D97-A131-B992-3457-6215E8FD3316}"/>
              </a:ext>
            </a:extLst>
          </p:cNvPr>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138268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C1DA-D8CE-BBBC-62FB-82F0D0E2D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60BB6-7688-E7FB-1ED0-36FCAA37C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BD5B9-32FA-5F36-663C-798DA7F8BE62}"/>
              </a:ext>
            </a:extLst>
          </p:cNvPr>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With a </a:t>
            </a:r>
            <a:r>
              <a:rPr lang="en-US" sz="1800" b="1" dirty="0">
                <a:effectLst/>
                <a:latin typeface="Aptos" panose="020B0004020202020204" pitchFamily="34" charset="0"/>
                <a:ea typeface="Aptos" panose="020B0004020202020204" pitchFamily="34" charset="0"/>
                <a:cs typeface="Times New Roman" panose="02020603050405020304" pitchFamily="18" charset="0"/>
              </a:rPr>
              <a:t>Microsoft 365 Copilot license</a:t>
            </a:r>
            <a:r>
              <a:rPr lang="en-US" sz="1800" dirty="0">
                <a:effectLst/>
                <a:latin typeface="Aptos" panose="020B0004020202020204" pitchFamily="34" charset="0"/>
                <a:ea typeface="Aptos" panose="020B0004020202020204" pitchFamily="34" charset="0"/>
                <a:cs typeface="Times New Roman" panose="02020603050405020304" pitchFamily="18" charset="0"/>
              </a:rPr>
              <a:t>, you can prompt Copilot regarding your </a:t>
            </a:r>
            <a:r>
              <a:rPr lang="en-US" sz="1800" b="1" dirty="0">
                <a:effectLst/>
                <a:latin typeface="Aptos" panose="020B0004020202020204" pitchFamily="34" charset="0"/>
                <a:ea typeface="Aptos" panose="020B0004020202020204" pitchFamily="34" charset="0"/>
                <a:cs typeface="Times New Roman" panose="02020603050405020304" pitchFamily="18" charset="0"/>
              </a:rPr>
              <a:t>work-related</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r>
              <a:rPr lang="en-US" sz="1800" b="1" dirty="0">
                <a:effectLst/>
                <a:latin typeface="Aptos" panose="020B0004020202020204" pitchFamily="34" charset="0"/>
                <a:ea typeface="Aptos" panose="020B0004020202020204" pitchFamily="34" charset="0"/>
                <a:cs typeface="Times New Roman" panose="02020603050405020304" pitchFamily="18" charset="0"/>
              </a:rPr>
              <a:t>data.</a:t>
            </a:r>
          </a:p>
          <a:p>
            <a:endParaRPr lang="en-US" dirty="0"/>
          </a:p>
          <a:p>
            <a:r>
              <a:rPr lang="en-US" dirty="0"/>
              <a:t>These prompts provide a good starting point. Reiterating these prompts and adding more context and detail will return more specific and relevant results for you.</a:t>
            </a:r>
          </a:p>
          <a:p>
            <a:endParaRPr lang="en-US" dirty="0"/>
          </a:p>
          <a:p>
            <a:r>
              <a:rPr lang="en-US" i="1" dirty="0"/>
              <a:t>Ask your learners to brainstorm ways to improve these prompts using the components of an effective prompt discussed in the previous slides.</a:t>
            </a:r>
          </a:p>
        </p:txBody>
      </p:sp>
      <p:sp>
        <p:nvSpPr>
          <p:cNvPr id="4" name="Header Placeholder 3">
            <a:extLst>
              <a:ext uri="{FF2B5EF4-FFF2-40B4-BE49-F238E27FC236}">
                <a16:creationId xmlns:a16="http://schemas.microsoft.com/office/drawing/2014/main" id="{CD53567D-1356-02E8-05EA-CF1130394CB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538F9B67-79B3-C6DB-2A45-4B77411174A5}"/>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501A793-2661-C719-E538-B1BB0EE932CB}"/>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C1381608-6301-D0C8-08E8-B95BC001D105}"/>
              </a:ext>
            </a:extLst>
          </p:cNvPr>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944302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EFFDF-B10C-EB31-6EA1-45E4F8798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5A61D-51DA-21C2-B2E8-8FD5F8225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65102-9F53-3298-3AF0-1B1874BFD572}"/>
              </a:ext>
            </a:extLst>
          </p:cNvPr>
          <p:cNvSpPr>
            <a:spLocks noGrp="1"/>
          </p:cNvSpPr>
          <p:nvPr>
            <p:ph type="body" idx="1"/>
          </p:nvPr>
        </p:nvSpPr>
        <p:spPr/>
        <p:txBody>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What is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Microsoft Copilot Prompt Gallery? </a:t>
            </a:r>
            <a:r>
              <a:rPr lang="en-US" sz="1800" b="0" kern="100" dirty="0">
                <a:effectLst/>
                <a:latin typeface="Aptos" panose="020B0004020202020204" pitchFamily="34" charset="0"/>
                <a:ea typeface="Aptos" panose="020B0004020202020204" pitchFamily="34" charset="0"/>
                <a:cs typeface="Times New Roman" panose="02020603050405020304" pitchFamily="18" charset="0"/>
              </a:rPr>
              <a:t>P</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reviously known as Copilot Lab, the prompt gallery is your go-to resource for finding prompting inspiration to make the most of Copilot in your daily workflow. </a:t>
            </a:r>
            <a:r>
              <a:rPr lang="en-US" sz="1800" dirty="0"/>
              <a:t>The prompt gallery includes a range of prompts curated by Microsoft to cover common scenarios and tasks. These prompts are designed to be versatile and applicable across different roles or industries, making them a valuable resource for all Copilot users.  </a:t>
            </a:r>
          </a:p>
          <a:p>
            <a:endParaRPr lang="en-US" dirty="0"/>
          </a:p>
          <a:p>
            <a:pPr algn="l">
              <a:spcAft>
                <a:spcPts val="600"/>
              </a:spcAft>
              <a:buFont typeface="Arial" panose="020B0604020202020204" pitchFamily="34" charset="0"/>
              <a:buNone/>
            </a:pPr>
            <a:r>
              <a:rPr lang="en-US" b="1" i="0" dirty="0">
                <a:solidFill>
                  <a:srgbClr val="424242"/>
                </a:solidFill>
                <a:effectLst/>
                <a:latin typeface="Segoe Sans"/>
              </a:rPr>
              <a:t>Curated Prompts</a:t>
            </a:r>
            <a:r>
              <a:rPr lang="en-US" b="0" i="0" dirty="0">
                <a:solidFill>
                  <a:srgbClr val="424242"/>
                </a:solidFill>
                <a:effectLst/>
                <a:latin typeface="Segoe Sans"/>
              </a:rPr>
              <a:t>: It offers a large selection of pre-vetted prompts that users can use in Copilot Chat and across Microsoft 365 apps.</a:t>
            </a:r>
          </a:p>
          <a:p>
            <a:pPr marL="0" marR="0" lvl="0" indent="0" algn="l" defTabSz="914367" rtl="0" eaLnBrk="1" fontAlgn="auto" latinLnBrk="0" hangingPunct="1">
              <a:lnSpc>
                <a:spcPct val="90000"/>
              </a:lnSpc>
              <a:spcBef>
                <a:spcPts val="0"/>
              </a:spcBef>
              <a:spcAft>
                <a:spcPts val="600"/>
              </a:spcAft>
              <a:buClrTx/>
              <a:buSzTx/>
              <a:buFont typeface="Arial" panose="020B0604020202020204" pitchFamily="34" charset="0"/>
              <a:buNone/>
              <a:tabLst/>
              <a:defRPr/>
            </a:pPr>
            <a:endParaRPr lang="en-US" b="1" i="0" dirty="0">
              <a:solidFill>
                <a:srgbClr val="424242"/>
              </a:solidFill>
              <a:effectLst/>
              <a:latin typeface="Segoe Sans"/>
            </a:endParaRPr>
          </a:p>
          <a:p>
            <a:pPr marL="0" marR="0" lvl="0" indent="0" algn="l" defTabSz="914367" rtl="0" eaLnBrk="1" fontAlgn="auto" latinLnBrk="0" hangingPunct="1">
              <a:lnSpc>
                <a:spcPct val="90000"/>
              </a:lnSpc>
              <a:spcBef>
                <a:spcPts val="0"/>
              </a:spcBef>
              <a:spcAft>
                <a:spcPts val="600"/>
              </a:spcAft>
              <a:buClrTx/>
              <a:buSzTx/>
              <a:buFont typeface="Arial" panose="020B0604020202020204" pitchFamily="34" charset="0"/>
              <a:buNone/>
              <a:tabLst/>
              <a:defRPr/>
            </a:pPr>
            <a:r>
              <a:rPr lang="en-US" b="1" i="0" dirty="0">
                <a:solidFill>
                  <a:srgbClr val="424242"/>
                </a:solidFill>
                <a:effectLst/>
                <a:latin typeface="Segoe Sans"/>
              </a:rPr>
              <a:t>Edit existing prompts: </a:t>
            </a:r>
            <a:r>
              <a:rPr lang="en-US" sz="1800" u="none" kern="100" dirty="0">
                <a:effectLst/>
                <a:latin typeface="Aptos" panose="020B0004020202020204" pitchFamily="34" charset="0"/>
                <a:ea typeface="Aptos" panose="020B0004020202020204" pitchFamily="34" charset="0"/>
                <a:cs typeface="Times New Roman" panose="02020603050405020304" pitchFamily="18" charset="0"/>
              </a:rPr>
              <a:t>S</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elect an existing prompt and customize it to better suit your specific needs or create your own prompt. While the curated prompts are a great starting point, editing existing prompts allows you to tailor the content to your unique context and preferences. </a:t>
            </a:r>
          </a:p>
          <a:p>
            <a:pPr marL="0" marR="0" lvl="0" indent="0" algn="l" defTabSz="914367" rtl="0" eaLnBrk="1" fontAlgn="auto" latinLnBrk="0" hangingPunct="1">
              <a:lnSpc>
                <a:spcPct val="90000"/>
              </a:lnSpc>
              <a:spcBef>
                <a:spcPts val="0"/>
              </a:spcBef>
              <a:spcAft>
                <a:spcPts val="600"/>
              </a:spcAft>
              <a:buClrTx/>
              <a:buSzTx/>
              <a:buFont typeface="Arial" panose="020B0604020202020204" pitchFamily="34" charset="0"/>
              <a:buNone/>
              <a:tabLst/>
              <a:defRPr/>
            </a:pPr>
            <a:endParaRPr lang="en-US" sz="1800" b="1" i="0" u="none" kern="100" dirty="0">
              <a:solidFill>
                <a:srgbClr val="008080"/>
              </a:solidFill>
              <a:effectLst/>
              <a:latin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90000"/>
              </a:lnSpc>
              <a:spcBef>
                <a:spcPts val="0"/>
              </a:spcBef>
              <a:spcAft>
                <a:spcPts val="600"/>
              </a:spcAft>
              <a:buClrTx/>
              <a:buSzTx/>
              <a:buFont typeface="Arial" panose="020B0604020202020204" pitchFamily="34" charset="0"/>
              <a:buNone/>
              <a:tabLst/>
              <a:defRPr/>
            </a:pPr>
            <a:r>
              <a:rPr lang="en-US" sz="1800" b="1" i="0" u="none" kern="100" dirty="0">
                <a:solidFill>
                  <a:srgbClr val="008080"/>
                </a:solidFill>
                <a:effectLst/>
                <a:latin typeface="Aptos" panose="020B0004020202020204" pitchFamily="34" charset="0"/>
                <a:cs typeface="Times New Roman" panose="02020603050405020304" pitchFamily="18" charset="0"/>
              </a:rPr>
              <a:t>Save, reuse, and share</a:t>
            </a:r>
            <a:r>
              <a:rPr lang="en-US" sz="1800" b="0" i="0" u="none" kern="100" dirty="0">
                <a:solidFill>
                  <a:srgbClr val="008080"/>
                </a:solidFill>
                <a:effectLst/>
                <a:latin typeface="Aptos" panose="020B0004020202020204" pitchFamily="34" charset="0"/>
                <a:cs typeface="Times New Roman" panose="02020603050405020304" pitchFamily="18" charset="0"/>
              </a:rPr>
              <a:t>: </a:t>
            </a:r>
            <a:r>
              <a:rPr lang="en-US" sz="1800" u="none"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If you find a prompt particularly useful, whether it’s an existing prompt, one that you customized or one you created from scratch, you can bookmark it for future reference. It then appears in the “Your Prompts” tab for easy retrieval. </a:t>
            </a:r>
            <a:r>
              <a:rPr lang="en-US" sz="1800" u="none" dirty="0">
                <a:effectLst/>
                <a:latin typeface="Aptos" panose="020B0004020202020204" pitchFamily="34" charset="0"/>
                <a:ea typeface="Aptos" panose="020B0004020202020204" pitchFamily="34" charset="0"/>
                <a:cs typeface="Times New Roman" panose="02020603050405020304" pitchFamily="18" charset="0"/>
              </a:rPr>
              <a:t>If you want to share a prompt with colleagues, you can </a:t>
            </a:r>
            <a:r>
              <a:rPr lang="en-US" sz="1800" u="none"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do that right from the Prompt Gallery by clicking the “Share prompt” icon or </a:t>
            </a:r>
            <a:r>
              <a:rPr lang="en-US" sz="1800" u="none" dirty="0">
                <a:effectLst/>
                <a:latin typeface="Aptos" panose="020B0004020202020204" pitchFamily="34" charset="0"/>
                <a:ea typeface="Aptos" panose="020B0004020202020204" pitchFamily="34" charset="0"/>
                <a:cs typeface="Times New Roman" panose="02020603050405020304" pitchFamily="18" charset="0"/>
              </a:rPr>
              <a:t>hover over </a:t>
            </a:r>
            <a:r>
              <a:rPr lang="en-US" sz="1800" u="none"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a </a:t>
            </a:r>
            <a:r>
              <a:rPr lang="en-US" sz="1800" u="none" dirty="0">
                <a:effectLst/>
                <a:latin typeface="Aptos" panose="020B0004020202020204" pitchFamily="34" charset="0"/>
                <a:ea typeface="Aptos" panose="020B0004020202020204" pitchFamily="34" charset="0"/>
                <a:cs typeface="Times New Roman" panose="02020603050405020304" pitchFamily="18" charset="0"/>
              </a:rPr>
              <a:t>sent prompt and select the </a:t>
            </a:r>
            <a:r>
              <a:rPr lang="en-US" sz="1800" u="none"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same </a:t>
            </a:r>
            <a:r>
              <a:rPr lang="en-US" sz="1800" u="none" dirty="0">
                <a:effectLst/>
                <a:latin typeface="Aptos" panose="020B0004020202020204" pitchFamily="34" charset="0"/>
                <a:ea typeface="Aptos" panose="020B0004020202020204" pitchFamily="34" charset="0"/>
                <a:cs typeface="Times New Roman" panose="02020603050405020304" pitchFamily="18" charset="0"/>
              </a:rPr>
              <a:t>icon</a:t>
            </a:r>
            <a:r>
              <a:rPr lang="en-US" sz="1800" u="none"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Once shared, everyone in that team will see the prompt under the “Team prompts” tab</a:t>
            </a:r>
            <a:endParaRPr lang="en-US" b="0" i="0" u="none" dirty="0">
              <a:solidFill>
                <a:srgbClr val="424242"/>
              </a:solidFill>
              <a:effectLst/>
              <a:latin typeface="Segoe Sans"/>
            </a:endParaRPr>
          </a:p>
          <a:p>
            <a:pPr algn="l">
              <a:spcAft>
                <a:spcPts val="600"/>
              </a:spcAft>
              <a:buFont typeface="Arial" panose="020B0604020202020204" pitchFamily="34" charset="0"/>
              <a:buNone/>
            </a:pPr>
            <a:endParaRPr lang="en-US" b="1" i="0" dirty="0">
              <a:solidFill>
                <a:srgbClr val="424242"/>
              </a:solidFill>
              <a:effectLst/>
              <a:latin typeface="Segoe Sans"/>
            </a:endParaRPr>
          </a:p>
          <a:p>
            <a:pPr algn="l">
              <a:spcAft>
                <a:spcPts val="600"/>
              </a:spcAft>
              <a:buFont typeface="Arial" panose="020B0604020202020204" pitchFamily="34" charset="0"/>
              <a:buNone/>
            </a:pPr>
            <a:r>
              <a:rPr lang="en-US" b="1" i="0" dirty="0">
                <a:solidFill>
                  <a:srgbClr val="424242"/>
                </a:solidFill>
                <a:effectLst/>
                <a:latin typeface="Segoe Sans"/>
              </a:rPr>
              <a:t>Enhanced Productivity</a:t>
            </a:r>
            <a:r>
              <a:rPr lang="en-US" b="0" i="0" dirty="0">
                <a:solidFill>
                  <a:srgbClr val="424242"/>
                </a:solidFill>
                <a:effectLst/>
                <a:latin typeface="Segoe Sans"/>
              </a:rPr>
              <a:t>: The gallery helps users understand how to interact with Copilot to maximize its functionality and efficiency, providing tips and tricks to improve prompting skills</a:t>
            </a:r>
            <a:r>
              <a:rPr lang="en-US" b="0" i="0" u="none" strike="noStrike" dirty="0">
                <a:solidFill>
                  <a:srgbClr val="424242"/>
                </a:solidFill>
                <a:effectLst/>
                <a:latin typeface="var(--fontFamilyBase)"/>
              </a:rPr>
              <a:t>.</a:t>
            </a:r>
            <a:endParaRPr lang="en-US" b="0" i="0" dirty="0">
              <a:solidFill>
                <a:srgbClr val="424242"/>
              </a:solidFill>
              <a:effectLst/>
              <a:latin typeface="Segoe Sans"/>
            </a:endParaRPr>
          </a:p>
          <a:p>
            <a:pPr algn="l">
              <a:spcAft>
                <a:spcPts val="600"/>
              </a:spcAft>
              <a:buFont typeface="Arial" panose="020B0604020202020204" pitchFamily="34" charset="0"/>
              <a:buNone/>
            </a:pPr>
            <a:endParaRPr lang="en-US" b="0" i="0" dirty="0">
              <a:solidFill>
                <a:srgbClr val="424242"/>
              </a:solidFill>
              <a:effectLst/>
              <a:latin typeface="Segoe Sans"/>
            </a:endParaRPr>
          </a:p>
          <a:p>
            <a:endParaRPr lang="en-US" dirty="0"/>
          </a:p>
        </p:txBody>
      </p:sp>
      <p:sp>
        <p:nvSpPr>
          <p:cNvPr id="4" name="Header Placeholder 3">
            <a:extLst>
              <a:ext uri="{FF2B5EF4-FFF2-40B4-BE49-F238E27FC236}">
                <a16:creationId xmlns:a16="http://schemas.microsoft.com/office/drawing/2014/main" id="{51B73BDE-A2D0-25E5-3A71-B1BBB26AB43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E29401CE-99AB-F1DD-EF54-81D80915A15D}"/>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D9F8E0F-F67C-5F30-8D3C-3D45B32CDDF1}"/>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3AEDB187-638C-3D68-F8EA-EB0F7AF480CC}"/>
              </a:ext>
            </a:extLst>
          </p:cNvPr>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4195863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F8DD-601C-B938-33D1-ED3F0A03F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4A57A-1C7B-7FEE-3DE0-AA39D8BEC6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DE68A-8468-86E9-F5E1-6B314348E66B}"/>
              </a:ext>
            </a:extLst>
          </p:cNvPr>
          <p:cNvSpPr>
            <a:spLocks noGrp="1"/>
          </p:cNvSpPr>
          <p:nvPr>
            <p:ph type="body" idx="1"/>
          </p:nvPr>
        </p:nvSpPr>
        <p:spPr/>
        <p:txBody>
          <a:bodyPr/>
          <a:lstStyle/>
          <a:p>
            <a:pPr marL="0" marR="0" lvl="0" indent="0">
              <a:lnSpc>
                <a:spcPct val="115000"/>
              </a:lnSpc>
              <a:spcAft>
                <a:spcPts val="800"/>
              </a:spcAft>
              <a:buFont typeface="Symbol" panose="05050102010706020507" pitchFamily="18" charset="2"/>
              <a:buNone/>
            </a:pP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Access existing prompts and saved prompts from the Prompt Gallery in Microsoft 365 Copilot Chat and through Microsoft 365 applications when you have a Microsoft 365 Copilot license. Select </a:t>
            </a:r>
            <a:r>
              <a:rPr lang="en-US" sz="1800" b="0" u="none" kern="100" dirty="0">
                <a:effectLst/>
                <a:latin typeface="Aptos" panose="020B0004020202020204" pitchFamily="34" charset="0"/>
                <a:ea typeface="Aptos" panose="020B0004020202020204" pitchFamily="34" charset="0"/>
                <a:cs typeface="Times New Roman" panose="02020603050405020304" pitchFamily="18" charset="0"/>
              </a:rPr>
              <a:t>“View prompts” next to the Copilot prompt box</a:t>
            </a:r>
            <a:r>
              <a:rPr lang="en-US" sz="1800" b="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and a window will display where y</a:t>
            </a:r>
            <a:r>
              <a:rPr lang="en-US" sz="1800" b="0" u="none" kern="100" dirty="0">
                <a:effectLst/>
                <a:latin typeface="Aptos" panose="020B0004020202020204" pitchFamily="34" charset="0"/>
                <a:ea typeface="Aptos" panose="020B0004020202020204" pitchFamily="34" charset="0"/>
                <a:cs typeface="Times New Roman" panose="02020603050405020304" pitchFamily="18" charset="0"/>
              </a:rPr>
              <a:t>ou'll see suggested Copilot prompts and your saved prompts.</a:t>
            </a:r>
            <a:r>
              <a:rPr lang="en-US" sz="1800" b="0" u="none" kern="0" dirty="0">
                <a:solidFill>
                  <a:srgbClr val="161616"/>
                </a:solidFill>
                <a:effectLst/>
                <a:latin typeface="Aptos" panose="020B0004020202020204" pitchFamily="34" charset="0"/>
                <a:ea typeface="Times New Roman" panose="02020603050405020304" pitchFamily="18" charset="0"/>
                <a:cs typeface="Segoe UI" panose="020B0502040204020203" pitchFamily="34" charset="0"/>
              </a:rPr>
              <a:t> </a:t>
            </a:r>
            <a:r>
              <a:rPr lang="en-US" sz="1800" b="0" u="none" kern="0" dirty="0">
                <a:solidFill>
                  <a:srgbClr val="008080"/>
                </a:solidFill>
                <a:effectLst/>
                <a:latin typeface="Aptos" panose="020B0004020202020204" pitchFamily="34" charset="0"/>
                <a:ea typeface="Times New Roman" panose="02020603050405020304" pitchFamily="18" charset="0"/>
                <a:cs typeface="Segoe UI" panose="020B0502040204020203" pitchFamily="34" charset="0"/>
              </a:rPr>
              <a:t>Select “See all prompts” at the bottom right of the window to access the full Prompt Gallery experience.</a:t>
            </a:r>
            <a:r>
              <a:rPr lang="en-US" sz="1800" b="0" u="none" kern="0" dirty="0">
                <a:solidFill>
                  <a:srgbClr val="00808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US" sz="1800" b="0" u="non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583BC16D-9732-E63A-2830-015BB6079D40}"/>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BB768B4-91A7-E694-5628-51B2C0C6469C}"/>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B379458-DBA8-C27C-C288-7B8E62D5A226}"/>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9C79C88B-D863-2761-B9B8-6869E4E1D638}"/>
              </a:ext>
            </a:extLst>
          </p:cNvPr>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250698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0A6B6-1AE2-51DA-4BF1-31A386CFB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95FCF-787F-503F-31C5-0BC08745F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1E97A-B1A3-97B6-A136-E9BF9E79DECC}"/>
              </a:ext>
            </a:extLst>
          </p:cNvPr>
          <p:cNvSpPr>
            <a:spLocks noGrp="1"/>
          </p:cNvSpPr>
          <p:nvPr>
            <p:ph type="body" idx="1"/>
          </p:nvPr>
        </p:nvSpPr>
        <p:spPr/>
        <p:txBody>
          <a:bodyPr/>
          <a:lstStyle/>
          <a:p>
            <a:r>
              <a:rPr lang="en-US" sz="900" kern="1200" dirty="0">
                <a:solidFill>
                  <a:schemeClr val="tx1"/>
                </a:solidFill>
                <a:latin typeface="Segoe UI Light" pitchFamily="34" charset="0"/>
                <a:ea typeface="+mn-ea"/>
                <a:cs typeface="+mn-cs"/>
              </a:rPr>
              <a:t> Prompt Microsoft Copilot Chat: </a:t>
            </a:r>
          </a:p>
          <a:p>
            <a:endParaRPr lang="en-US" sz="900" kern="1200" dirty="0">
              <a:solidFill>
                <a:schemeClr val="tx1"/>
              </a:solidFill>
              <a:latin typeface="Segoe UI Light" pitchFamily="34" charset="0"/>
              <a:ea typeface="+mn-ea"/>
              <a:cs typeface="+mn-cs"/>
            </a:endParaRPr>
          </a:p>
          <a:p>
            <a:pPr lvl="0" defTabSz="914400" eaLnBrk="0" fontAlgn="base" hangingPunct="0">
              <a:spcBef>
                <a:spcPct val="0"/>
              </a:spcBef>
              <a:spcAft>
                <a:spcPct val="0"/>
              </a:spcAft>
              <a:buSzTx/>
            </a:pPr>
            <a:r>
              <a:rPr lang="en-US" altLang="en-US" sz="900" dirty="0">
                <a:latin typeface="Arial" panose="020B0604020202020204" pitchFamily="34" charset="0"/>
              </a:rPr>
              <a:t>As a Microsoft Copilot Chat expert, please create three multiple-choice questions focused on the elements of well-crafted prompts, common mistakes to avoid, and the purpose of the Microsoft Copilot Prompt Gallery. Present one question at a time and wait for my response before continuing. After each answer, provide a brief explanation of the correct choice before moving on to the next question.</a:t>
            </a:r>
          </a:p>
          <a:p>
            <a:endParaRPr lang="en-US" dirty="0"/>
          </a:p>
        </p:txBody>
      </p:sp>
      <p:sp>
        <p:nvSpPr>
          <p:cNvPr id="4" name="Header Placeholder 3">
            <a:extLst>
              <a:ext uri="{FF2B5EF4-FFF2-40B4-BE49-F238E27FC236}">
                <a16:creationId xmlns:a16="http://schemas.microsoft.com/office/drawing/2014/main" id="{96108FF8-A055-EC02-C9C7-B34376A170CF}"/>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17D6820-7CC3-0A25-DEEB-39F7430F4EA0}"/>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7113ECC-2D7E-AE76-4F8D-7DEA01AAFBC3}"/>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643B91B-CDEE-8661-DD13-ABB1EF92E92A}"/>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18194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800" b="0" i="0" u="none" dirty="0">
                <a:solidFill>
                  <a:srgbClr val="D13438"/>
                </a:solidFill>
                <a:effectLst/>
                <a:latin typeface="Aptos" panose="020B0004020202020204" pitchFamily="34" charset="0"/>
              </a:rPr>
              <a:t>In this module, you gained practical skills for communicating effectively with Microsoft 365 Copilot Chat by learning how to write prompts that deliver clear, actionable results. You explored the four key elements of an effective prompt: context, goal, source, and expectation, and how providing this information helps Copilot generate more accurate and relevant responses. You also learned the importance of prompt iteration, refining your input through follow-up questions and feedback to improve outcomes. Additionally, you reviewed a set of best practice, such as using plain language, staying specific, and avoiding vague or conflicting instruction, while also identifying common pitfalls that can lead to poor results. Lastly, you were introduced to the Copilot Prompt Gallery, a powerful tool for finding, customizing, saving, and sharing prompts that can enhance your workflow and support productivity across a variety of business tasks. </a:t>
            </a:r>
            <a:endParaRPr lang="en-US" u="none"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4252163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F10E-5942-2F24-2D70-479D254AF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F0320-15B4-39F3-E280-B03D3088A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441D1-4B5F-CAB9-7818-2D1F3CAF295B}"/>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a:extLst>
              <a:ext uri="{FF2B5EF4-FFF2-40B4-BE49-F238E27FC236}">
                <a16:creationId xmlns:a16="http://schemas.microsoft.com/office/drawing/2014/main" id="{D2D39CEC-7914-8253-2349-3B5E40EA47A3}"/>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D996AD0F-D671-0848-AB79-8A6BD51B2E94}"/>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3ACB5236-A186-1B4E-042D-58F1F056C1CA}"/>
              </a:ext>
            </a:extLst>
          </p:cNvPr>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7598145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7E28-7819-6D22-5330-7FFAF0551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95DFD-90D5-2DBD-1C9D-CDF0E0A0B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89806-157D-BFC2-5381-C7E89B78519C}"/>
              </a:ext>
            </a:extLst>
          </p:cNvPr>
          <p:cNvSpPr>
            <a:spLocks noGrp="1"/>
          </p:cNvSpPr>
          <p:nvPr>
            <p:ph type="body" idx="1"/>
          </p:nvPr>
        </p:nvSpPr>
        <p:spPr/>
        <p:txBody>
          <a:bodyPr/>
          <a:lstStyle/>
          <a:p>
            <a:r>
              <a:rPr lang="en-US" sz="882" kern="1200" dirty="0">
                <a:solidFill>
                  <a:schemeClr val="tx1"/>
                </a:solidFill>
                <a:effectLst/>
                <a:latin typeface="Segoe UI Light" pitchFamily="34" charset="0"/>
                <a:ea typeface="+mn-ea"/>
                <a:cs typeface="+mn-cs"/>
              </a:rPr>
              <a:t>Microsoft 365 Copilot Chat is your go-to AI chat for getting work done. It's powered by broad knowledge from the web and designed to be safe and secure for business use. It represents a foundational shift in how we work, enabling everyone to work smarter, faster, and more collaboratively. Whether you need to brainstorm, create, or check something off your to-do list, Copilot Chat is here to help you achieve your goals efficiently and effectively.</a:t>
            </a:r>
          </a:p>
          <a:p>
            <a:endParaRPr lang="en-US" sz="882" kern="1200" dirty="0">
              <a:solidFill>
                <a:schemeClr val="tx1"/>
              </a:solidFill>
              <a:effectLst/>
              <a:latin typeface="Segoe UI Light" pitchFamily="34" charset="0"/>
              <a:ea typeface="+mn-ea"/>
              <a:cs typeface="+mn-cs"/>
            </a:endParaRPr>
          </a:p>
          <a:p>
            <a:r>
              <a:rPr lang="en-US" sz="882" kern="1200" dirty="0">
                <a:solidFill>
                  <a:schemeClr val="tx1"/>
                </a:solidFill>
                <a:effectLst/>
                <a:latin typeface="Segoe UI Light" pitchFamily="34" charset="0"/>
                <a:ea typeface="+mn-ea"/>
                <a:cs typeface="+mn-cs"/>
              </a:rPr>
              <a:t>In this module, you explore how to work more intelligently and collaboratively with Microsoft 365 Copilot Chat by leveraging its enterprise-grade AI capabilities. You'll discover how to work smarter through features like summarizing content, generating ideas, analyze files, visualizing data, and write code, all through natural, conversational prompts. You’ll learn how you can use Copilot Chat right in the Microsoft 365 apps you use daily, making it a seamless part of your workflow. You'll also learn how to cocreate in real-time using Copilot Pages, transforming AI-generated responses into collaborative workspaces. Additionally, you explore Copilot Agents, which help automate tasks and streamline workflows. Lastly, you’ll have the opportunity to complete hands-on exercises designed to reinforce and apply what you’ve learned in the other units.</a:t>
            </a:r>
          </a:p>
        </p:txBody>
      </p:sp>
      <p:sp>
        <p:nvSpPr>
          <p:cNvPr id="4" name="Header Placeholder 3">
            <a:extLst>
              <a:ext uri="{FF2B5EF4-FFF2-40B4-BE49-F238E27FC236}">
                <a16:creationId xmlns:a16="http://schemas.microsoft.com/office/drawing/2014/main" id="{914FE09D-5C54-861D-BBEF-9E07865F3B2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8A9BBC0-45D8-E2CB-E2BC-3CFBB548A80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60BF2D8-BF3D-DE3D-D693-50BC5F13111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666A2FA-E9A4-F1D6-0633-E6814F794DB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13595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DA10-FEF1-7581-11BA-21FD63F58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7D623-0946-DF34-95BB-ECAE3768D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53A36-FFF2-3BC1-CC03-C8FB1E09B5E7}"/>
              </a:ext>
            </a:extLst>
          </p:cNvPr>
          <p:cNvSpPr>
            <a:spLocks noGrp="1"/>
          </p:cNvSpPr>
          <p:nvPr>
            <p:ph type="body" idx="1"/>
          </p:nvPr>
        </p:nvSpPr>
        <p:spPr/>
        <p:txBody>
          <a:bodyPr/>
          <a:lstStyle/>
          <a:p>
            <a:pPr algn="l">
              <a:spcBef>
                <a:spcPts val="375"/>
              </a:spcBef>
              <a:spcAft>
                <a:spcPts val="375"/>
              </a:spcAft>
              <a:buNone/>
            </a:pPr>
            <a:r>
              <a:rPr lang="en-US" sz="4400" b="1" i="0" dirty="0">
                <a:solidFill>
                  <a:srgbClr val="242424"/>
                </a:solidFill>
                <a:effectLst/>
                <a:latin typeface="Segoe UI" panose="020B0502040204020203" pitchFamily="34" charset="0"/>
              </a:rPr>
              <a:t>Microsoft 365 Copilot Chat</a:t>
            </a:r>
            <a:r>
              <a:rPr lang="en-US" sz="4400" b="0" i="0" dirty="0">
                <a:solidFill>
                  <a:srgbClr val="242424"/>
                </a:solidFill>
                <a:effectLst/>
                <a:latin typeface="Segoe UI" panose="020B0502040204020203" pitchFamily="34" charset="0"/>
              </a:rPr>
              <a:t> is a multifunctional AI assistant designed to optimize workflows, boost productivity, and aid in decision-making for various tasks. It excels in:</a:t>
            </a:r>
          </a:p>
          <a:p>
            <a:pPr algn="l">
              <a:spcBef>
                <a:spcPts val="375"/>
              </a:spcBef>
              <a:spcAft>
                <a:spcPts val="375"/>
              </a:spcAft>
              <a:buNone/>
            </a:pPr>
            <a:endParaRPr lang="en-US" sz="4400" b="0" i="0" dirty="0">
              <a:solidFill>
                <a:srgbClr val="242424"/>
              </a:solidFill>
              <a:effectLst/>
              <a:latin typeface="Segoe UI" panose="020B0502040204020203" pitchFamily="34" charset="0"/>
            </a:endParaRPr>
          </a:p>
          <a:p>
            <a:pPr algn="l">
              <a:buFont typeface="Arial" panose="020B0604020202020204" pitchFamily="34" charset="0"/>
              <a:buChar char="•"/>
            </a:pPr>
            <a:r>
              <a:rPr lang="en-US" sz="4400" b="1" i="0" dirty="0">
                <a:solidFill>
                  <a:srgbClr val="242424"/>
                </a:solidFill>
                <a:effectLst/>
                <a:latin typeface="Segoe UI" panose="020B0502040204020203" pitchFamily="34" charset="0"/>
              </a:rPr>
              <a:t>Summarizing essential information</a:t>
            </a:r>
            <a:r>
              <a:rPr lang="en-US" sz="4400" b="0" i="0" dirty="0">
                <a:solidFill>
                  <a:srgbClr val="242424"/>
                </a:solidFill>
                <a:effectLst/>
                <a:latin typeface="Segoe UI" panose="020B0502040204020203" pitchFamily="34" charset="0"/>
              </a:rPr>
              <a:t>: Quickly get the gist of projects, people, and meetings.</a:t>
            </a:r>
          </a:p>
          <a:p>
            <a:pPr algn="l">
              <a:buFont typeface="Arial" panose="020B0604020202020204" pitchFamily="34" charset="0"/>
              <a:buChar char="•"/>
            </a:pPr>
            <a:r>
              <a:rPr lang="en-US" sz="4400" b="1" i="0" dirty="0">
                <a:solidFill>
                  <a:srgbClr val="242424"/>
                </a:solidFill>
                <a:effectLst/>
                <a:latin typeface="Segoe UI" panose="020B0502040204020203" pitchFamily="34" charset="0"/>
              </a:rPr>
              <a:t>Generating content</a:t>
            </a:r>
            <a:r>
              <a:rPr lang="en-US" sz="4400" b="0" i="0" dirty="0">
                <a:solidFill>
                  <a:srgbClr val="242424"/>
                </a:solidFill>
                <a:effectLst/>
                <a:latin typeface="Segoe UI" panose="020B0502040204020203" pitchFamily="34" charset="0"/>
              </a:rPr>
              <a:t>: Draft, rewrite, or refine content with ease.</a:t>
            </a:r>
          </a:p>
          <a:p>
            <a:pPr algn="l">
              <a:buFont typeface="Arial" panose="020B0604020202020204" pitchFamily="34" charset="0"/>
              <a:buChar char="•"/>
            </a:pPr>
            <a:r>
              <a:rPr lang="en-US" sz="4400" b="1" i="0" dirty="0">
                <a:solidFill>
                  <a:srgbClr val="242424"/>
                </a:solidFill>
                <a:effectLst/>
                <a:latin typeface="Segoe UI" panose="020B0502040204020203" pitchFamily="34" charset="0"/>
              </a:rPr>
              <a:t>Analyzing documents</a:t>
            </a:r>
            <a:r>
              <a:rPr lang="en-US" sz="4400" b="0" i="0" dirty="0">
                <a:solidFill>
                  <a:srgbClr val="242424"/>
                </a:solidFill>
                <a:effectLst/>
                <a:latin typeface="Segoe UI" panose="020B0502040204020203" pitchFamily="34" charset="0"/>
              </a:rPr>
              <a:t>: Gain insights from your documents. </a:t>
            </a:r>
            <a:r>
              <a:rPr lang="en-US" sz="4400" b="1" i="0" dirty="0">
                <a:solidFill>
                  <a:srgbClr val="242424"/>
                </a:solidFill>
                <a:effectLst/>
                <a:latin typeface="Segoe UI" panose="020B0502040204020203" pitchFamily="34" charset="0"/>
              </a:rPr>
              <a:t>NOTE: </a:t>
            </a:r>
            <a:r>
              <a:rPr lang="en-US" sz="882" kern="1200" dirty="0">
                <a:solidFill>
                  <a:schemeClr val="tx1"/>
                </a:solidFill>
                <a:effectLst/>
                <a:latin typeface="Segoe UI Light" pitchFamily="34" charset="0"/>
                <a:ea typeface="+mn-ea"/>
                <a:cs typeface="+mn-cs"/>
              </a:rPr>
              <a:t>You can reference documents directly by typing </a:t>
            </a:r>
            <a:r>
              <a:rPr lang="en-US" sz="882" b="1" kern="1200" dirty="0">
                <a:solidFill>
                  <a:schemeClr val="tx1"/>
                </a:solidFill>
                <a:effectLst/>
                <a:latin typeface="Segoe UI Light" pitchFamily="34" charset="0"/>
                <a:ea typeface="+mn-ea"/>
                <a:cs typeface="+mn-cs"/>
              </a:rPr>
              <a:t>“/”</a:t>
            </a:r>
            <a:r>
              <a:rPr lang="en-US" sz="882" kern="1200" dirty="0">
                <a:solidFill>
                  <a:schemeClr val="tx1"/>
                </a:solidFill>
                <a:effectLst/>
                <a:latin typeface="Segoe UI Light" pitchFamily="34" charset="0"/>
                <a:ea typeface="+mn-ea"/>
                <a:cs typeface="+mn-cs"/>
              </a:rPr>
              <a:t> in the prompt box to add individual files from your organization. </a:t>
            </a:r>
            <a:endParaRPr lang="en-US" sz="4400" b="0" i="0" dirty="0">
              <a:solidFill>
                <a:srgbClr val="242424"/>
              </a:solidFill>
              <a:effectLst/>
              <a:latin typeface="Segoe UI" panose="020B0502040204020203" pitchFamily="34" charset="0"/>
            </a:endParaRPr>
          </a:p>
          <a:p>
            <a:pPr algn="l">
              <a:buFont typeface="Arial" panose="020B0604020202020204" pitchFamily="34" charset="0"/>
              <a:buChar char="•"/>
            </a:pPr>
            <a:r>
              <a:rPr lang="en-US" sz="4400" b="1" i="0" dirty="0">
                <a:solidFill>
                  <a:srgbClr val="242424"/>
                </a:solidFill>
                <a:effectLst/>
                <a:latin typeface="Segoe UI" panose="020B0502040204020203" pitchFamily="34" charset="0"/>
              </a:rPr>
              <a:t>Visualizing data</a:t>
            </a:r>
            <a:r>
              <a:rPr lang="en-US" sz="4400" b="0" i="0" dirty="0">
                <a:solidFill>
                  <a:srgbClr val="242424"/>
                </a:solidFill>
                <a:effectLst/>
                <a:latin typeface="Segoe UI" panose="020B0502040204020203" pitchFamily="34" charset="0"/>
              </a:rPr>
              <a:t>: Transform data into compelling visuals.</a:t>
            </a:r>
          </a:p>
          <a:p>
            <a:pPr algn="l">
              <a:buFont typeface="Arial" panose="020B0604020202020204" pitchFamily="34" charset="0"/>
              <a:buChar char="•"/>
            </a:pPr>
            <a:r>
              <a:rPr lang="en-US" sz="4400" b="1" i="0" dirty="0">
                <a:solidFill>
                  <a:srgbClr val="242424"/>
                </a:solidFill>
                <a:effectLst/>
                <a:latin typeface="Segoe UI" panose="020B0502040204020203" pitchFamily="34" charset="0"/>
              </a:rPr>
              <a:t>Coding</a:t>
            </a:r>
            <a:r>
              <a:rPr lang="en-US" sz="4400" b="0" i="0" dirty="0">
                <a:solidFill>
                  <a:srgbClr val="242424"/>
                </a:solidFill>
                <a:effectLst/>
                <a:latin typeface="Segoe UI" panose="020B0502040204020203" pitchFamily="34" charset="0"/>
              </a:rPr>
              <a:t>: Generate and analyze code.</a:t>
            </a:r>
          </a:p>
          <a:p>
            <a:pPr algn="l">
              <a:spcBef>
                <a:spcPts val="375"/>
              </a:spcBef>
              <a:spcAft>
                <a:spcPts val="375"/>
              </a:spcAft>
            </a:pPr>
            <a:endParaRPr lang="en-US" sz="4400" b="0" i="0" dirty="0">
              <a:solidFill>
                <a:srgbClr val="242424"/>
              </a:solidFill>
              <a:effectLst/>
              <a:latin typeface="Segoe UI" panose="020B0502040204020203" pitchFamily="34" charset="0"/>
            </a:endParaRPr>
          </a:p>
          <a:p>
            <a:pPr algn="l">
              <a:spcBef>
                <a:spcPts val="375"/>
              </a:spcBef>
              <a:spcAft>
                <a:spcPts val="375"/>
              </a:spcAft>
            </a:pPr>
            <a:r>
              <a:rPr lang="en-US" sz="4400" b="0" i="0" dirty="0">
                <a:solidFill>
                  <a:srgbClr val="242424"/>
                </a:solidFill>
                <a:effectLst/>
                <a:latin typeface="Segoe UI" panose="020B0502040204020203" pitchFamily="34" charset="0"/>
              </a:rPr>
              <a:t>Whether you need market research, content ideation, data evaluation, or AI-generated visuals, Copilot Chat simplifies complex tasks through user-friendly prompts. Discover its features to enhance your knowledge, create effectively, and harness AI for smarter work solutions.</a:t>
            </a:r>
          </a:p>
          <a:p>
            <a:endParaRPr lang="en-US" dirty="0"/>
          </a:p>
        </p:txBody>
      </p:sp>
      <p:sp>
        <p:nvSpPr>
          <p:cNvPr id="4" name="Header Placeholder 3">
            <a:extLst>
              <a:ext uri="{FF2B5EF4-FFF2-40B4-BE49-F238E27FC236}">
                <a16:creationId xmlns:a16="http://schemas.microsoft.com/office/drawing/2014/main" id="{5A603C95-CD99-2946-E8AF-2412014FC634}"/>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F3885561-AB28-511C-A962-B169A81F9DA5}"/>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A68BEDF-D35E-8087-3443-12CB6CA5FF6A}"/>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4E89F654-1ED4-AAF6-4A49-9C82C29B8F18}"/>
              </a:ext>
            </a:extLst>
          </p:cNvPr>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6272506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09266-CE64-9376-0608-314A4B43F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E7EC8-3570-BA36-3C56-5B4C0750B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530C1-B8C3-D252-1D34-866720CF3F76}"/>
              </a:ext>
            </a:extLst>
          </p:cNvPr>
          <p:cNvSpPr>
            <a:spLocks noGrp="1"/>
          </p:cNvSpPr>
          <p:nvPr>
            <p:ph type="body" idx="1"/>
          </p:nvPr>
        </p:nvSpPr>
        <p:spPr/>
        <p:txBody>
          <a:bodyPr/>
          <a:lstStyle/>
          <a:p>
            <a:pPr marL="0" marR="0">
              <a:lnSpc>
                <a:spcPct val="107000"/>
              </a:lnSpc>
              <a:spcAft>
                <a:spcPts val="800"/>
              </a:spcAft>
            </a:pPr>
            <a:r>
              <a:rPr lang="en-US" sz="1800" b="1" dirty="0">
                <a:solidFill>
                  <a:srgbClr val="000000"/>
                </a:solidFill>
                <a:effectLst/>
                <a:latin typeface="Aptos" panose="020B0004020202020204" pitchFamily="34" charset="0"/>
              </a:rPr>
              <a:t>Summarize and stay informed: </a:t>
            </a:r>
            <a:r>
              <a:rPr lang="en-US" sz="1800" dirty="0">
                <a:solidFill>
                  <a:srgbClr val="000000"/>
                </a:solidFill>
                <a:effectLst/>
                <a:latin typeface="Aptos" panose="020B0004020202020204" pitchFamily="34" charset="0"/>
              </a:rPr>
              <a:t>Copilot Chat effectively summarizes extensive data into clear insights, enabling users to stay informed. It can analyze market trends, competitor strategies, product updates, and customer insights, making it a useful resource for business research. Additionally, Copilot offers access to current research papers, articles, and tutorials to encourage ongoing learning.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Brainstorm and draft content</a:t>
            </a:r>
            <a:r>
              <a:rPr lang="en-US" dirty="0"/>
              <a:t>: </a:t>
            </a:r>
            <a:r>
              <a:rPr lang="en-US" sz="900" dirty="0">
                <a:solidFill>
                  <a:srgbClr val="000000"/>
                </a:solidFill>
                <a:effectLst/>
                <a:latin typeface="Aptos" panose="020B0004020202020204" pitchFamily="34" charset="0"/>
              </a:rPr>
              <a:t>Copilot Chat assists in generating ideas, drafting, rewriting, or enhancing content, whether it's a storyboard, blog post, newsletter, or executive summary. Following your guidance and web insights, it transforms basic concepts into refined content.</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pPr marL="0" indent="0" algn="l" rtl="0" eaLnBrk="1" latinLnBrk="0" hangingPunct="1">
              <a:lnSpc>
                <a:spcPct val="115000"/>
              </a:lnSpc>
              <a:spcAft>
                <a:spcPts val="800"/>
              </a:spcAft>
              <a:buNone/>
            </a:pPr>
            <a:r>
              <a:rPr lang="en-US" b="1" dirty="0"/>
              <a:t>Gather insights from files:  </a:t>
            </a:r>
            <a:r>
              <a:rPr lang="en-US" sz="900" dirty="0">
                <a:solidFill>
                  <a:srgbClr val="000000"/>
                </a:solidFill>
                <a:effectLst/>
                <a:latin typeface="Aptos" panose="020B0004020202020204" pitchFamily="34" charset="0"/>
              </a:rPr>
              <a:t>Copilot Chat can evaluate files you upload in the chat. You can upload Word documents, PowerPoint presentations, Excel spreadsheets, images, and PDFs to ask Copilot questions, gain insights, summarize essential points, or create new content. To upload, click the "(+) Add content" button or drag and drop a file into the chat.</a:t>
            </a:r>
          </a:p>
          <a:p>
            <a:pPr marL="0" indent="0" algn="l" rtl="0" eaLnBrk="1" latinLnBrk="0" hangingPunct="1">
              <a:lnSpc>
                <a:spcPct val="115000"/>
              </a:lnSpc>
              <a:spcAft>
                <a:spcPts val="800"/>
              </a:spcAft>
              <a:buNone/>
            </a:pPr>
            <a:endParaRPr lang="en-US" sz="900" b="1" dirty="0">
              <a:solidFill>
                <a:srgbClr val="000000"/>
              </a:solidFill>
              <a:effectLst/>
              <a:latin typeface="Aptos" panose="020B0004020202020204" pitchFamily="34" charset="0"/>
            </a:endParaRPr>
          </a:p>
          <a:p>
            <a:pPr marL="0" indent="0" algn="l" rtl="0" eaLnBrk="1" latinLnBrk="0" hangingPunct="1">
              <a:lnSpc>
                <a:spcPct val="115000"/>
              </a:lnSpc>
              <a:spcAft>
                <a:spcPts val="800"/>
              </a:spcAft>
              <a:buNone/>
            </a:pPr>
            <a:r>
              <a:rPr lang="en-US" sz="900" b="1" dirty="0">
                <a:solidFill>
                  <a:srgbClr val="000000"/>
                </a:solidFill>
                <a:effectLst/>
                <a:latin typeface="Aptos" panose="020B0004020202020204" pitchFamily="34" charset="0"/>
              </a:rPr>
              <a:t>NOTE:</a:t>
            </a:r>
            <a:r>
              <a:rPr lang="en-US" sz="900" dirty="0">
                <a:solidFill>
                  <a:srgbClr val="000000"/>
                </a:solidFill>
                <a:effectLst/>
                <a:latin typeface="Aptos" panose="020B0004020202020204" pitchFamily="34" charset="0"/>
              </a:rPr>
              <a:t> There are limits on file uploads, and files are stored in OneDrive for Business. Users can delete their uploaded files anytime, and they are not used for model training.</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B77E791B-2F71-AE41-6B53-B0F652772331}"/>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3DE02A84-98C9-B293-C476-8E8154485FD2}"/>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FFD8418-52C1-394E-11DA-12EF19B9E26E}"/>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72119A3D-04AB-B52A-902D-91EEA75EE41E}"/>
              </a:ext>
            </a:extLst>
          </p:cNvPr>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44134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EADB3-6680-75AB-986C-B4B56ED14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6AC7A-A033-D714-1945-68CAFF5FC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83672-5D3E-1419-097F-393A39F8297D}"/>
              </a:ext>
            </a:extLst>
          </p:cNvPr>
          <p:cNvSpPr>
            <a:spLocks noGrp="1"/>
          </p:cNvSpPr>
          <p:nvPr>
            <p:ph type="body" idx="1"/>
          </p:nvPr>
        </p:nvSpPr>
        <p:spPr/>
        <p:txBody>
          <a:bodyPr/>
          <a:lstStyle/>
          <a:p>
            <a:pPr marL="0" indent="0" algn="l" rtl="0" eaLnBrk="1" latinLnBrk="0" hangingPunct="1">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Visualize Data: </a:t>
            </a:r>
            <a:r>
              <a:rPr lang="en-US" sz="1800" dirty="0">
                <a:solidFill>
                  <a:srgbClr val="000000"/>
                </a:solidFill>
                <a:effectLst/>
                <a:latin typeface="Aptos" panose="020B0004020202020204" pitchFamily="34" charset="0"/>
              </a:rPr>
              <a:t>Copilot Chat enables you to easily create unique, AI-generated images for projects such as campaigns and social media by just describing what you need. It also features tools for graphing and visualizing data related to your prompts, making it useful for both creative and analytical purposes.</a:t>
            </a:r>
          </a:p>
          <a:p>
            <a:pPr marL="0" indent="0" algn="l" rtl="0" eaLnBrk="1" latinLnBrk="0" hangingPunct="1">
              <a:lnSpc>
                <a:spcPct val="115000"/>
              </a:lnSpc>
              <a:spcAft>
                <a:spcPts val="800"/>
              </a:spcAft>
              <a:buNone/>
            </a:pPr>
            <a:endParaRPr lang="en-US" sz="1800" b="1" dirty="0">
              <a:solidFill>
                <a:srgbClr val="000000"/>
              </a:solidFill>
              <a:effectLst/>
              <a:latin typeface="Aptos" panose="020B0004020202020204" pitchFamily="34" charset="0"/>
            </a:endParaRPr>
          </a:p>
          <a:p>
            <a:pPr marL="0" indent="0" algn="l" rtl="0" eaLnBrk="1" latinLnBrk="0" hangingPunct="1">
              <a:lnSpc>
                <a:spcPct val="115000"/>
              </a:lnSpc>
              <a:spcAft>
                <a:spcPts val="800"/>
              </a:spcAft>
              <a:buNone/>
            </a:pPr>
            <a:r>
              <a:rPr lang="en-US" sz="1800" b="1" dirty="0">
                <a:solidFill>
                  <a:srgbClr val="000000"/>
                </a:solidFill>
                <a:effectLst/>
                <a:latin typeface="Aptos" panose="020B0004020202020204" pitchFamily="34" charset="0"/>
              </a:rPr>
              <a:t>NOTE:</a:t>
            </a:r>
            <a:r>
              <a:rPr lang="en-US" sz="1800" dirty="0">
                <a:solidFill>
                  <a:srgbClr val="000000"/>
                </a:solidFill>
                <a:effectLst/>
                <a:latin typeface="Aptos" panose="020B0004020202020204" pitchFamily="34" charset="0"/>
              </a:rPr>
              <a:t> There are limits on image generation.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107000"/>
              </a:lnSpc>
              <a:spcBef>
                <a:spcPts val="0"/>
              </a:spcBef>
              <a:spcAft>
                <a:spcPts val="80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Generate code: </a:t>
            </a:r>
            <a:r>
              <a:rPr lang="en-US" sz="1800" dirty="0">
                <a:solidFill>
                  <a:srgbClr val="000000"/>
                </a:solidFill>
                <a:effectLst/>
                <a:latin typeface="Aptos" panose="020B0004020202020204" pitchFamily="34" charset="0"/>
              </a:rPr>
              <a:t>Copilot Chat allows users to create new code or assess current code. With Python, it facilitates advanced data analysis, including coding, visualization, and mathematical operations, making it a valuable tool for automating tasks and deriving insights effectively.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367" rtl="0" eaLnBrk="1" fontAlgn="auto" latinLnBrk="0" hangingPunct="1">
              <a:lnSpc>
                <a:spcPct val="107000"/>
              </a:lnSpc>
              <a:spcBef>
                <a:spcPts val="0"/>
              </a:spcBef>
              <a:spcAft>
                <a:spcPts val="800"/>
              </a:spcAft>
              <a:buClrTx/>
              <a:buSzTx/>
              <a:buFontTx/>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With a M365 Copilot License: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dirty="0">
                <a:solidFill>
                  <a:srgbClr val="000000"/>
                </a:solidFill>
                <a:effectLst/>
                <a:latin typeface="Aptos" panose="020B0004020202020204" pitchFamily="34" charset="0"/>
              </a:rPr>
              <a:t>A </a:t>
            </a:r>
            <a:r>
              <a:rPr lang="en-US" sz="1800" b="1" dirty="0">
                <a:solidFill>
                  <a:srgbClr val="000000"/>
                </a:solidFill>
                <a:effectLst/>
                <a:latin typeface="Aptos" panose="020B0004020202020204" pitchFamily="34" charset="0"/>
              </a:rPr>
              <a:t>Microsoft 365 Copilot license</a:t>
            </a:r>
            <a:r>
              <a:rPr lang="en-US" sz="1800" dirty="0">
                <a:solidFill>
                  <a:srgbClr val="000000"/>
                </a:solidFill>
                <a:effectLst/>
                <a:latin typeface="Aptos" panose="020B0004020202020204" pitchFamily="34" charset="0"/>
              </a:rPr>
              <a:t> enhances Copilot Chat by enabling it to access your work data via Microsoft Graph, </a:t>
            </a:r>
            <a:r>
              <a:rPr lang="en-US" sz="1800" dirty="0">
                <a:effectLst/>
                <a:latin typeface="Aptos" panose="020B0004020202020204" pitchFamily="34" charset="0"/>
                <a:ea typeface="Aptos" panose="020B0004020202020204" pitchFamily="34" charset="0"/>
                <a:cs typeface="Times New Roman" panose="02020603050405020304" pitchFamily="18" charset="0"/>
              </a:rPr>
              <a:t>providing seamless access to organizational resources like OneDrive documents, emails, meetings, and chats</a:t>
            </a:r>
            <a:r>
              <a:rPr lang="en-US" sz="1800" dirty="0">
                <a:solidFill>
                  <a:srgbClr val="000000"/>
                </a:solidFill>
                <a:effectLst/>
                <a:latin typeface="Aptos" panose="020B0004020202020204" pitchFamily="34" charset="0"/>
              </a:rPr>
              <a:t>. This integration allows you to draft emails, manage your calendar, prepare for meetings, and retrieve discussions. You can also ask about specific files, find updates on projects, or quickly locate recent communications from colleagues or managers.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9BFD0998-E059-38B9-9D51-E3996C87E35F}"/>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78412A7-7AC4-E1E1-BF8F-D8C16EF2DDD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67A61EA-6F1D-AA48-DEB3-D0C9E1593B47}"/>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E21DAF09-C568-9289-7CB0-9A693CE21A95}"/>
              </a:ext>
            </a:extLst>
          </p:cNvPr>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723358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24B23-51CD-457F-F180-BD661DBDF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5F6F9-08C1-1684-5CC1-7F3A7BFE2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5A4F4-EF3A-D398-0754-FC0B036D1B6A}"/>
              </a:ext>
            </a:extLst>
          </p:cNvPr>
          <p:cNvSpPr>
            <a:spLocks noGrp="1"/>
          </p:cNvSpPr>
          <p:nvPr>
            <p:ph type="body" idx="1"/>
          </p:nvPr>
        </p:nvSpPr>
        <p:spPr/>
        <p:txBody>
          <a:bodyPr/>
          <a:lstStyle/>
          <a:p>
            <a:pPr marL="0" marR="0">
              <a:lnSpc>
                <a:spcPct val="115000"/>
              </a:lnSpc>
              <a:spcAft>
                <a:spcPts val="800"/>
              </a:spcAft>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Microsoft 365 Copilot Pages</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 is a capability within Microsoft 365 Copilot Chat that lets you turn a Copilot Chat response into an editable and interactive workspace. This streamlines and simplifies the collaboration process by having a live page available for you and your teammates</a:t>
            </a:r>
            <a:r>
              <a:rPr lang="en-US" sz="1800" u="none" strike="noStrike"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a:t>
            </a:r>
            <a:r>
              <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to work from. It's your digital place for generating, organizing, and refining content in real-time.</a:t>
            </a:r>
          </a:p>
          <a:p>
            <a:pPr marL="0" marR="0">
              <a:lnSpc>
                <a:spcPct val="115000"/>
              </a:lnSpc>
              <a:spcAft>
                <a:spcPts val="800"/>
              </a:spcAft>
            </a:pPr>
            <a:endParaRPr lang="en-US" sz="1800"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b="1" u="none" kern="100" dirty="0">
                <a:solidFill>
                  <a:srgbClr val="008080"/>
                </a:solidFill>
                <a:effectLst/>
                <a:latin typeface="Aptos" panose="020B0004020202020204" pitchFamily="34" charset="0"/>
                <a:ea typeface="Aptos" panose="020B0004020202020204" pitchFamily="34" charset="0"/>
                <a:cs typeface="Times New Roman" panose="02020603050405020304" pitchFamily="18" charset="0"/>
              </a:rPr>
              <a:t>Key features of Pages: </a:t>
            </a:r>
            <a:endParaRPr lang="en-US" sz="1800" u="none" kern="100" dirty="0">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buFont typeface="Arial" panose="020B0604020202020204" pitchFamily="34" charset="0"/>
              <a:buChar char="•"/>
            </a:pPr>
            <a:r>
              <a:rPr lang="en-US" sz="882" b="1" kern="1200" dirty="0">
                <a:solidFill>
                  <a:schemeClr val="tx1"/>
                </a:solidFill>
                <a:effectLst/>
                <a:latin typeface="Segoe UI Light" pitchFamily="34" charset="0"/>
                <a:ea typeface="+mn-ea"/>
                <a:cs typeface="+mn-cs"/>
              </a:rPr>
              <a:t>Create &amp; organize:</a:t>
            </a:r>
            <a:r>
              <a:rPr lang="en-US" sz="882" kern="1200" dirty="0">
                <a:solidFill>
                  <a:schemeClr val="tx1"/>
                </a:solidFill>
                <a:effectLst/>
                <a:latin typeface="Segoe UI Light" pitchFamily="34" charset="0"/>
                <a:ea typeface="+mn-ea"/>
                <a:cs typeface="+mn-cs"/>
              </a:rPr>
              <a:t> Turn Copilot Chat responses into a persistent, editable page for generating and refining content. </a:t>
            </a:r>
          </a:p>
          <a:p>
            <a:pPr marL="171450" lvl="0" indent="-171450">
              <a:buFont typeface="Arial" panose="020B0604020202020204" pitchFamily="34" charset="0"/>
              <a:buChar char="•"/>
            </a:pPr>
            <a:r>
              <a:rPr lang="en-US" sz="882" b="1" kern="1200" dirty="0">
                <a:solidFill>
                  <a:schemeClr val="tx1"/>
                </a:solidFill>
                <a:effectLst/>
                <a:latin typeface="Segoe UI Light" pitchFamily="34" charset="0"/>
                <a:ea typeface="+mn-ea"/>
                <a:cs typeface="+mn-cs"/>
              </a:rPr>
              <a:t>Collaborate &amp; share:</a:t>
            </a:r>
            <a:r>
              <a:rPr lang="en-US" sz="882" kern="1200" dirty="0">
                <a:solidFill>
                  <a:schemeClr val="tx1"/>
                </a:solidFill>
                <a:effectLst/>
                <a:latin typeface="Segoe UI Light" pitchFamily="34" charset="0"/>
                <a:ea typeface="+mn-ea"/>
                <a:cs typeface="+mn-cs"/>
              </a:rPr>
              <a:t> Work with teammates in real time and share pages easily across Microsoft 365 apps. </a:t>
            </a:r>
          </a:p>
          <a:p>
            <a:pPr marL="171450" lvl="0" indent="-171450">
              <a:buFont typeface="Arial" panose="020B0604020202020204" pitchFamily="34" charset="0"/>
              <a:buChar char="•"/>
            </a:pPr>
            <a:r>
              <a:rPr lang="en-US" sz="882" b="1" kern="1200" dirty="0">
                <a:solidFill>
                  <a:schemeClr val="tx1"/>
                </a:solidFill>
                <a:effectLst/>
                <a:latin typeface="Segoe UI Light" pitchFamily="34" charset="0"/>
                <a:ea typeface="+mn-ea"/>
                <a:cs typeface="+mn-cs"/>
              </a:rPr>
              <a:t>Enhance with Copilot:</a:t>
            </a:r>
            <a:r>
              <a:rPr lang="en-US" sz="882" kern="1200" dirty="0">
                <a:solidFill>
                  <a:schemeClr val="tx1"/>
                </a:solidFill>
                <a:effectLst/>
                <a:latin typeface="Segoe UI Light" pitchFamily="34" charset="0"/>
                <a:ea typeface="+mn-ea"/>
                <a:cs typeface="+mn-cs"/>
              </a:rPr>
              <a:t> Use prompts to update content, add ideas, and get answers based on your page. </a:t>
            </a:r>
          </a:p>
          <a:p>
            <a:pPr marL="171450" lvl="0" indent="-171450">
              <a:buFont typeface="Arial" panose="020B0604020202020204" pitchFamily="34" charset="0"/>
              <a:buChar char="•"/>
            </a:pPr>
            <a:r>
              <a:rPr lang="en-US" sz="882" b="1" kern="1200" dirty="0">
                <a:solidFill>
                  <a:schemeClr val="tx1"/>
                </a:solidFill>
                <a:effectLst/>
                <a:latin typeface="Segoe UI Light" pitchFamily="34" charset="0"/>
                <a:ea typeface="+mn-ea"/>
                <a:cs typeface="+mn-cs"/>
              </a:rPr>
              <a:t>Convert &amp; distribute:</a:t>
            </a:r>
            <a:r>
              <a:rPr lang="en-US" sz="882" kern="1200" dirty="0">
                <a:solidFill>
                  <a:schemeClr val="tx1"/>
                </a:solidFill>
                <a:effectLst/>
                <a:latin typeface="Segoe UI Light" pitchFamily="34" charset="0"/>
                <a:ea typeface="+mn-ea"/>
                <a:cs typeface="+mn-cs"/>
              </a:rPr>
              <a:t> Transform pages into Word documents or PowerPoint presentations for seamless sharing.</a:t>
            </a:r>
          </a:p>
          <a:p>
            <a:pPr marL="285750" marR="0" indent="-285750">
              <a:lnSpc>
                <a:spcPct val="115000"/>
              </a:lnSpc>
              <a:spcAft>
                <a:spcPts val="800"/>
              </a:spcAft>
              <a:buFont typeface="Arial" panose="020B0604020202020204" pitchFamily="34" charset="0"/>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marR="0" indent="-285750">
              <a:lnSpc>
                <a:spcPct val="107000"/>
              </a:lnSpc>
              <a:spcAft>
                <a:spcPts val="800"/>
              </a:spcAft>
              <a:buFont typeface="Arial" panose="020B0604020202020204" pitchFamily="34" charset="0"/>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D73F5675-DFE7-86B9-D6FC-3242E06980BE}"/>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3260D3FB-9615-7A1E-39D2-481913382031}"/>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FC59C91-581E-6DD4-0E74-6F296AAB87A3}"/>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01CEEC20-CD2D-DCB9-C236-A91D6E7CCDB5}"/>
              </a:ext>
            </a:extLst>
          </p:cNvPr>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3176506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AD6E7-BB7A-7BE4-7852-689589869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A4C45-E4D8-D234-10BA-56121C4D6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C44D6-009E-F5A2-9C1F-41697B1D7CC8}"/>
              </a:ext>
            </a:extLst>
          </p:cNvPr>
          <p:cNvSpPr>
            <a:spLocks noGrp="1"/>
          </p:cNvSpPr>
          <p:nvPr>
            <p:ph type="body" idx="1"/>
          </p:nvPr>
        </p:nvSpPr>
        <p:spPr/>
        <p:txBody>
          <a:bodyPr/>
          <a:lstStyle/>
          <a:p>
            <a:pPr marL="0" lvl="1" indent="0" defTabSz="932742">
              <a:buSzPct val="100000"/>
              <a:buFont typeface="+mj-lt"/>
              <a:buNone/>
            </a:pPr>
            <a:endParaRPr lang="en-US" sz="1400" dirty="0"/>
          </a:p>
          <a:p>
            <a:pPr marL="342900" marR="0" lvl="0" indent="-342900">
              <a:lnSpc>
                <a:spcPct val="115000"/>
              </a:lnSpc>
              <a:buFont typeface="+mj-lt"/>
              <a:buAutoNum type="arabicPeriod"/>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Open Microsoft 365 Copilot Chat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15000"/>
              </a:lnSpc>
              <a:buFont typeface="+mj-lt"/>
              <a:buAutoNum type="arabicPeriod"/>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Chat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with Copilot: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Interact with Copilot as you normally would. </a:t>
            </a:r>
          </a:p>
          <a:p>
            <a:pPr marL="342900" marR="0" lvl="0" indent="-342900">
              <a:lnSpc>
                <a:spcPct val="115000"/>
              </a:lnSpc>
              <a:buFont typeface="+mj-lt"/>
              <a:buAutoNum type="arabicPeriod"/>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Create a page: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When you receive a response you'd like to iterate or collaborate on, click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“Edit in Pages”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underneath the response. This action will create a page with the Copilot response and open it side-by-side with the chat, copying and formatting the response for you. </a:t>
            </a:r>
          </a:p>
          <a:p>
            <a:pPr marL="742950" marR="0" lvl="1" indent="-285750">
              <a:lnSpc>
                <a:spcPct val="115000"/>
              </a:lnSpc>
              <a:buFont typeface="+mj-lt"/>
              <a:buAutoNum type="alphaLcPeriod"/>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If you don't see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Edit in Pages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ask your admin if your organization has Pages turned off.</a:t>
            </a:r>
          </a:p>
          <a:p>
            <a:pPr marL="342900" marR="0" lvl="0" indent="-342900">
              <a:lnSpc>
                <a:spcPct val="115000"/>
              </a:lnSpc>
              <a:buFont typeface="+mj-lt"/>
              <a:buAutoNum type="arabicPeriod"/>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Edit and refine: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Continue your conversation with Copilot. Each new response can be added to the page. Everything on the page is editable, just click into the page and start editing or typing.</a:t>
            </a:r>
          </a:p>
          <a:p>
            <a:pPr marL="742950" marR="0" lvl="1" indent="-285750">
              <a:lnSpc>
                <a:spcPct val="115000"/>
              </a:lnSpc>
              <a:buFont typeface="+mj-lt"/>
              <a:buAutoNum type="alphaLcPeriod"/>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Type "/" in the page to view a menu of content types that you can use.</a:t>
            </a:r>
          </a:p>
          <a:p>
            <a:pPr marL="342900" marR="0" lvl="0" indent="-342900">
              <a:lnSpc>
                <a:spcPct val="115000"/>
              </a:lnSpc>
              <a:spcAft>
                <a:spcPts val="800"/>
              </a:spcAft>
              <a:buFont typeface="+mj-lt"/>
              <a:buAutoNum type="arabicPeriod"/>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Access your pages: </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You can return to your page anytime by clicking the link in the chat where you first created the page, or by opening the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Pages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tab in the Microsoft 365 app or Microsoft365.com, where you'll see all the Pages that you previously created. You'll also find pages in your recently opened documents. </a:t>
            </a:r>
          </a:p>
          <a:p>
            <a:pPr marL="22860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NOTE: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Pages you create will be saved indefinitely unless you delete them, yourself. If you're not the owner of the page and that person leaves the organization, make a copy of any pages they created and save it in another location; otherwise, they'll be deleted after 30 days. For more information on page retention, view </a:t>
            </a:r>
            <a:r>
              <a:rPr lang="en-US" sz="12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Overview of Loop workspaces storage and permissions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r>
              <a:rPr lang="en-US" sz="8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spcAft>
                <a:spcPts val="800"/>
              </a:spcAft>
            </a:pPr>
            <a:r>
              <a:rPr lang="en-US" sz="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0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Overview of Loop workspaces storage and permissions | Microsoft Learn</a:t>
            </a:r>
            <a:r>
              <a:rPr lang="en-US" sz="1000" kern="100" dirty="0">
                <a:effectLst/>
                <a:latin typeface="Aptos" panose="020B0004020202020204" pitchFamily="34" charset="0"/>
                <a:ea typeface="Aptos" panose="020B0004020202020204" pitchFamily="34" charset="0"/>
                <a:cs typeface="Times New Roman" panose="02020603050405020304" pitchFamily="18" charset="0"/>
              </a:rPr>
              <a:t> </a:t>
            </a:r>
          </a:p>
          <a:p>
            <a:pPr marL="0" lvl="1" indent="0" defTabSz="932742">
              <a:buSzPct val="100000"/>
              <a:buFont typeface="+mj-lt"/>
              <a:buNone/>
            </a:pPr>
            <a:endParaRPr lang="en-US" dirty="0"/>
          </a:p>
        </p:txBody>
      </p:sp>
      <p:sp>
        <p:nvSpPr>
          <p:cNvPr id="4" name="Header Placeholder 3">
            <a:extLst>
              <a:ext uri="{FF2B5EF4-FFF2-40B4-BE49-F238E27FC236}">
                <a16:creationId xmlns:a16="http://schemas.microsoft.com/office/drawing/2014/main" id="{AC6DF52C-AE55-E2B7-7163-3B1D26CB65E0}"/>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DAC0C8D1-E841-007B-1373-EEB92DE63E7E}"/>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D8B6803-DEEB-5A8F-50B6-0062AB1BD9AF}"/>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6F94369E-BA93-612F-1C62-EF9B28B1997A}"/>
              </a:ext>
            </a:extLst>
          </p:cNvPr>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29790756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BF90-C139-2821-61C1-9DC189553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27E22-D4A6-0CC6-FC94-6C2E7F8B7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E8F09-BCC6-CB1D-ACB9-68E42F23EC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Agents use AI to make Copilot Chat even more personalized and intelligent for your daily work. Agents automate repetitive tasks and processes. </a:t>
            </a:r>
            <a:r>
              <a:rPr lang="en-US" sz="882" kern="1200" dirty="0">
                <a:solidFill>
                  <a:schemeClr val="tx1"/>
                </a:solidFill>
                <a:effectLst/>
                <a:latin typeface="Segoe UI Light" pitchFamily="34" charset="0"/>
                <a:ea typeface="+mn-ea"/>
                <a:cs typeface="+mn-cs"/>
              </a:rPr>
              <a:t>Think of them as expert teammates embedded in your Copilot Chat experience—each one focused on a specific type of work. These agents are accessible directly from the Copilot Chat interface.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82" kern="1200" dirty="0">
              <a:solidFill>
                <a:schemeClr val="tx1"/>
              </a:solidFill>
              <a:effectLst/>
              <a:latin typeface="Segoe UI Light"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82" kern="1200" dirty="0">
                <a:solidFill>
                  <a:schemeClr val="tx1"/>
                </a:solidFill>
                <a:effectLst/>
                <a:latin typeface="Segoe UI Light" pitchFamily="34" charset="0"/>
                <a:ea typeface="+mn-ea"/>
                <a:cs typeface="+mn-cs"/>
              </a:rPr>
              <a:t>NOTE: Users without a Microsoft 365 Copilot license, and with consumptive billing enabled can access specific Copilot Chat agents, plus agents grounded in shared tenant Graph data and 3rd party data  (including external data sourced via Microsoft Graph connectors). Metered consumption is off by default. </a:t>
            </a:r>
            <a:endParaRPr kumimoji="0" lang="en-US" sz="882" b="0" i="0" u="none" strike="noStrike" kern="1200" cap="none" spc="0" normalizeH="0" baseline="0" noProof="0" dirty="0">
              <a:ln>
                <a:noFill/>
              </a:ln>
              <a:solidFill>
                <a:schemeClr val="tx1"/>
              </a:solidFill>
              <a:effectLst/>
              <a:uLnTx/>
              <a:uFillTx/>
              <a:latin typeface="Segoe UI Light"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82" kern="1200" dirty="0">
              <a:solidFill>
                <a:schemeClr val="tx1"/>
              </a:solidFill>
              <a:effectLst/>
              <a:latin typeface="Segoe UI Light"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82" kern="1200" dirty="0">
                <a:solidFill>
                  <a:schemeClr val="tx1"/>
                </a:solidFill>
                <a:effectLst/>
                <a:latin typeface="Segoe UI Light" pitchFamily="34" charset="0"/>
                <a:ea typeface="+mn-ea"/>
                <a:cs typeface="+mn-cs"/>
              </a:rPr>
              <a:t>Agents are created and managed through the Copilot Chat interface, either in the browser or app version of Microsoft 365. </a:t>
            </a:r>
            <a:r>
              <a:rPr kumimoji="0" lang="en-US" sz="1800" b="0" i="0" u="none" strike="noStrike" kern="1200" cap="none" spc="0" normalizeH="0" baseline="0" noProof="0" dirty="0">
                <a:ln>
                  <a:noFill/>
                </a:ln>
                <a:solidFill>
                  <a:srgbClr val="000000"/>
                </a:solidFill>
                <a:effectLst/>
                <a:uLnTx/>
                <a:uFillTx/>
                <a:latin typeface="Segoe UI"/>
                <a:ea typeface="+mn-ea"/>
                <a:cs typeface="+mn-cs"/>
              </a:rPr>
              <a:t>Copilot Chat comes with a set of agents from Microsoft to get started with, or you can create custom agents for your own needs.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a:p>
            <a:pPr algn="l"/>
            <a:r>
              <a:rPr lang="en-US" sz="1800" dirty="0"/>
              <a:t>Create your own custom agent by selecting </a:t>
            </a:r>
            <a:r>
              <a:rPr lang="en-US" sz="1800" b="1" dirty="0"/>
              <a:t>Create an Agent</a:t>
            </a:r>
            <a:r>
              <a:rPr lang="en-US" sz="1800" dirty="0"/>
              <a:t>, then follow the steps presented to create your own agent. Base your agent on a template or create it from scratch by describing your agent. Creating an agent connects Copilot Chat to your organization’s shared data for enhanced productivity.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NOTE: that Agent creation is only available if your organization’s admin has enabled this capability.</a:t>
            </a:r>
          </a:p>
          <a:p>
            <a:pPr marL="0" marR="0">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Header Placeholder 3">
            <a:extLst>
              <a:ext uri="{FF2B5EF4-FFF2-40B4-BE49-F238E27FC236}">
                <a16:creationId xmlns:a16="http://schemas.microsoft.com/office/drawing/2014/main" id="{A147BEA6-CD63-9246-D9ED-A50C909446E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F85B1E9A-E2D8-C6AA-C133-42CFAA22F859}"/>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095D1B7-9A39-B928-227E-555774D585FB}"/>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7C569BFD-C54C-9561-6F0A-7E42F526B4BB}"/>
              </a:ext>
            </a:extLst>
          </p:cNvPr>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28493788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154F3-DC28-89BE-6E79-4ED56B0C8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66319-77BF-7AC0-1A60-407C9D5EE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E2AC2-8A71-AC92-F7EE-0384EAA03E73}"/>
              </a:ext>
            </a:extLst>
          </p:cNvPr>
          <p:cNvSpPr>
            <a:spLocks noGrp="1"/>
          </p:cNvSpPr>
          <p:nvPr>
            <p:ph type="body" idx="1"/>
          </p:nvPr>
        </p:nvSpPr>
        <p:spPr/>
        <p:txBody>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lang="en-US" sz="882" b="1" kern="1200" dirty="0">
                <a:solidFill>
                  <a:schemeClr val="tx1"/>
                </a:solidFill>
                <a:effectLst/>
                <a:latin typeface="Segoe UI Light" pitchFamily="34" charset="0"/>
                <a:ea typeface="+mn-ea"/>
                <a:cs typeface="+mn-cs"/>
              </a:rPr>
              <a:t>NOTE:</a:t>
            </a:r>
            <a:r>
              <a:rPr lang="en-US" sz="882" kern="1200" dirty="0">
                <a:solidFill>
                  <a:schemeClr val="tx1"/>
                </a:solidFill>
                <a:effectLst/>
                <a:latin typeface="Segoe UI Light" pitchFamily="34" charset="0"/>
                <a:ea typeface="+mn-ea"/>
                <a:cs typeface="+mn-cs"/>
              </a:rPr>
              <a:t> To use Copilot Chat, make sure you’re signed into the Microsoft 365 apps with your work or school account. The specific capabilities available to you in each app may depend on whether your admin has assigned you a Microsoft 365 Copilot add-on license.</a:t>
            </a:r>
          </a:p>
          <a:p>
            <a:pPr marL="0" marR="0">
              <a:lnSpc>
                <a:spcPct val="115000"/>
              </a:lnSpc>
              <a:spcAft>
                <a:spcPts val="800"/>
              </a:spcAft>
              <a:buNone/>
            </a:pPr>
            <a:endParaRPr lang="en-US" dirty="0"/>
          </a:p>
          <a:p>
            <a:r>
              <a:rPr lang="en-US" sz="882" kern="1200" dirty="0">
                <a:solidFill>
                  <a:schemeClr val="tx1"/>
                </a:solidFill>
                <a:effectLst/>
                <a:latin typeface="Segoe UI Light" pitchFamily="34" charset="0"/>
                <a:ea typeface="+mn-ea"/>
                <a:cs typeface="+mn-cs"/>
              </a:rPr>
              <a:t>You get access to helpful AI features through Copilot Chat in Word, Excel, PowerPoint, OneNote, and Outlook:</a:t>
            </a:r>
          </a:p>
          <a:p>
            <a:pPr lvl="0"/>
            <a:r>
              <a:rPr lang="en-US" sz="882" b="1" kern="1200" dirty="0">
                <a:solidFill>
                  <a:schemeClr val="tx1"/>
                </a:solidFill>
                <a:effectLst/>
                <a:latin typeface="Segoe UI Light" pitchFamily="34" charset="0"/>
                <a:ea typeface="+mn-ea"/>
                <a:cs typeface="+mn-cs"/>
              </a:rPr>
              <a:t>Web-grounded chat</a:t>
            </a:r>
            <a:r>
              <a:rPr lang="en-US" sz="882" kern="1200" dirty="0">
                <a:solidFill>
                  <a:schemeClr val="tx1"/>
                </a:solidFill>
                <a:effectLst/>
                <a:latin typeface="Segoe UI Light" pitchFamily="34" charset="0"/>
                <a:ea typeface="+mn-ea"/>
                <a:cs typeface="+mn-cs"/>
              </a:rPr>
              <a:t>: Ask questions and get answers based on public web data.</a:t>
            </a:r>
          </a:p>
          <a:p>
            <a:pPr lvl="0"/>
            <a:r>
              <a:rPr lang="en-US" sz="882" b="1" kern="1200" dirty="0">
                <a:solidFill>
                  <a:schemeClr val="tx1"/>
                </a:solidFill>
                <a:effectLst/>
                <a:latin typeface="Segoe UI Light" pitchFamily="34" charset="0"/>
                <a:ea typeface="+mn-ea"/>
                <a:cs typeface="+mn-cs"/>
              </a:rPr>
              <a:t>Content awareness</a:t>
            </a:r>
            <a:r>
              <a:rPr lang="en-US" sz="882" kern="1200" dirty="0">
                <a:solidFill>
                  <a:schemeClr val="tx1"/>
                </a:solidFill>
                <a:effectLst/>
                <a:latin typeface="Segoe UI Light" pitchFamily="34" charset="0"/>
                <a:ea typeface="+mn-ea"/>
                <a:cs typeface="+mn-cs"/>
              </a:rPr>
              <a:t>: Copilot Chat is aware of the content of your open file (Word, Excel, PowerPoint), page (OneNote), or email (Outlook) to provide relevant responses.</a:t>
            </a:r>
          </a:p>
          <a:p>
            <a:pPr lvl="0"/>
            <a:r>
              <a:rPr lang="en-US" sz="882" b="1" kern="1200" dirty="0">
                <a:solidFill>
                  <a:schemeClr val="tx1"/>
                </a:solidFill>
                <a:effectLst/>
                <a:latin typeface="Segoe UI Light" pitchFamily="34" charset="0"/>
                <a:ea typeface="+mn-ea"/>
                <a:cs typeface="+mn-cs"/>
              </a:rPr>
              <a:t>Global history &amp; memory</a:t>
            </a:r>
            <a:r>
              <a:rPr lang="en-US" sz="882" kern="1200" dirty="0">
                <a:solidFill>
                  <a:schemeClr val="tx1"/>
                </a:solidFill>
                <a:effectLst/>
                <a:latin typeface="Segoe UI Light" pitchFamily="34" charset="0"/>
                <a:ea typeface="+mn-ea"/>
                <a:cs typeface="+mn-cs"/>
              </a:rPr>
              <a:t>: Picks up where you left off across apps for seamless work.</a:t>
            </a:r>
          </a:p>
          <a:p>
            <a:pPr lvl="0"/>
            <a:r>
              <a:rPr lang="en-US" sz="882" b="1" kern="1200" dirty="0">
                <a:solidFill>
                  <a:schemeClr val="tx1"/>
                </a:solidFill>
                <a:effectLst/>
                <a:latin typeface="Segoe UI Light" pitchFamily="34" charset="0"/>
                <a:ea typeface="+mn-ea"/>
                <a:cs typeface="+mn-cs"/>
              </a:rPr>
              <a:t>Pay-as-you-go agents</a:t>
            </a:r>
            <a:r>
              <a:rPr lang="en-US" sz="882" kern="1200" dirty="0">
                <a:solidFill>
                  <a:schemeClr val="tx1"/>
                </a:solidFill>
                <a:effectLst/>
                <a:latin typeface="Segoe UI Light" pitchFamily="34" charset="0"/>
                <a:ea typeface="+mn-ea"/>
                <a:cs typeface="+mn-cs"/>
              </a:rPr>
              <a:t>: Use metered AI agents to help you automate and execute business processes.</a:t>
            </a:r>
          </a:p>
          <a:p>
            <a:endParaRPr lang="en-US" sz="882" b="1" kern="1200" dirty="0">
              <a:solidFill>
                <a:schemeClr val="tx1"/>
              </a:solidFill>
              <a:effectLst/>
              <a:latin typeface="Segoe UI Light" pitchFamily="34" charset="0"/>
              <a:ea typeface="+mn-ea"/>
              <a:cs typeface="+mn-cs"/>
            </a:endParaRPr>
          </a:p>
          <a:p>
            <a:r>
              <a:rPr lang="en-US" sz="882" b="1" kern="1200" dirty="0">
                <a:solidFill>
                  <a:schemeClr val="tx1"/>
                </a:solidFill>
                <a:effectLst/>
                <a:latin typeface="Segoe UI Light" pitchFamily="34" charset="0"/>
                <a:ea typeface="+mn-ea"/>
                <a:cs typeface="+mn-cs"/>
              </a:rPr>
              <a:t>NOTE:</a:t>
            </a:r>
            <a:r>
              <a:rPr lang="en-US" sz="882" kern="1200" dirty="0">
                <a:solidFill>
                  <a:schemeClr val="tx1"/>
                </a:solidFill>
                <a:effectLst/>
                <a:latin typeface="Segoe UI Light" pitchFamily="34" charset="0"/>
                <a:ea typeface="+mn-ea"/>
                <a:cs typeface="+mn-cs"/>
              </a:rPr>
              <a:t> If you have a Microsoft 365 Copilot add-on license with your work or school account you can unlock the full power of Copilot in the Microsoft 365 apps with web and work-grounded chat, access to agents, and other advance features. </a:t>
            </a:r>
          </a:p>
          <a:p>
            <a:pPr marL="0" marR="0">
              <a:lnSpc>
                <a:spcPct val="115000"/>
              </a:lnSpc>
              <a:spcAft>
                <a:spcPts val="800"/>
              </a:spcAft>
              <a:buNone/>
            </a:pPr>
            <a:endParaRPr lang="en-US" dirty="0"/>
          </a:p>
        </p:txBody>
      </p:sp>
      <p:sp>
        <p:nvSpPr>
          <p:cNvPr id="4" name="Header Placeholder 3">
            <a:extLst>
              <a:ext uri="{FF2B5EF4-FFF2-40B4-BE49-F238E27FC236}">
                <a16:creationId xmlns:a16="http://schemas.microsoft.com/office/drawing/2014/main" id="{BB7DAE29-0256-F4A4-AFBC-9E1FD278DE34}"/>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B1AEABCA-34B2-E7E2-5DD4-F134F65924CC}"/>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9579AA1-7FB8-EBFE-DAB4-A99D75C8473A}"/>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454CB305-358A-5768-34B6-0AA2BC5E9165}"/>
              </a:ext>
            </a:extLst>
          </p:cNvPr>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38022020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2530-A33D-A779-0DE5-0F1F7E1FE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B00F7-8DE0-B907-1EBE-D62F244DF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B158C-5BD5-3593-E1E4-4D247847E12F}"/>
              </a:ext>
            </a:extLst>
          </p:cNvPr>
          <p:cNvSpPr>
            <a:spLocks noGrp="1"/>
          </p:cNvSpPr>
          <p:nvPr>
            <p:ph type="body" idx="1"/>
          </p:nvPr>
        </p:nvSpPr>
        <p:spPr/>
        <p:txBody>
          <a:bodyPr/>
          <a:lstStyle/>
          <a:p>
            <a:r>
              <a:rPr lang="en-US" sz="882" b="1" kern="1200" dirty="0">
                <a:solidFill>
                  <a:schemeClr val="tx1"/>
                </a:solidFill>
                <a:effectLst/>
                <a:latin typeface="Segoe UI Light" pitchFamily="34" charset="0"/>
                <a:ea typeface="+mn-ea"/>
                <a:cs typeface="+mn-cs"/>
              </a:rPr>
              <a:t>Copilot Chat in Outlook </a:t>
            </a:r>
            <a:r>
              <a:rPr lang="en-US" sz="882" kern="1200" dirty="0">
                <a:solidFill>
                  <a:schemeClr val="tx1"/>
                </a:solidFill>
                <a:effectLst/>
                <a:latin typeface="Segoe UI Light" pitchFamily="34" charset="0"/>
                <a:ea typeface="+mn-ea"/>
                <a:cs typeface="+mn-cs"/>
              </a:rPr>
              <a:t>helps you work smarter by interacting naturally with your inbox and calendar. Ask questions about emails or attachments, summarize threads, rewrite messages in different tones, generate new content, or even draft a recap email from an open email thread to update your team—all within Outlook. Stay organized, communicate effectively, and craft messages that fit your audience and goals.</a:t>
            </a:r>
          </a:p>
          <a:p>
            <a:r>
              <a:rPr lang="en-US" sz="882" b="1" kern="1200" dirty="0">
                <a:solidFill>
                  <a:schemeClr val="tx1"/>
                </a:solidFill>
                <a:effectLst/>
                <a:latin typeface="Segoe UI Light" pitchFamily="34" charset="0"/>
                <a:ea typeface="+mn-ea"/>
                <a:cs typeface="+mn-cs"/>
              </a:rPr>
              <a:t>NOTE:</a:t>
            </a:r>
            <a:r>
              <a:rPr lang="en-US" sz="882" kern="1200" dirty="0">
                <a:solidFill>
                  <a:schemeClr val="tx1"/>
                </a:solidFill>
                <a:effectLst/>
                <a:latin typeface="Segoe UI Light" pitchFamily="34" charset="0"/>
                <a:ea typeface="+mn-ea"/>
                <a:cs typeface="+mn-cs"/>
              </a:rPr>
              <a:t> In Outlook, Copilot can reason over individual open emails, email threads, or attachments only, it cannot reason over your full inbox or calendar for users without a Microsoft 365 Copilot license.</a:t>
            </a:r>
          </a:p>
          <a:p>
            <a:r>
              <a:rPr lang="en-US" sz="882" b="1" kern="1200" dirty="0">
                <a:solidFill>
                  <a:schemeClr val="tx1"/>
                </a:solidFill>
                <a:effectLst/>
                <a:latin typeface="Segoe UI Light" pitchFamily="34" charset="0"/>
                <a:ea typeface="+mn-ea"/>
                <a:cs typeface="+mn-cs"/>
              </a:rPr>
              <a:t>Try these prompts: </a:t>
            </a:r>
            <a:endParaRPr lang="en-US" sz="882" kern="1200" dirty="0">
              <a:solidFill>
                <a:schemeClr val="tx1"/>
              </a:solidFill>
              <a:effectLst/>
              <a:latin typeface="Segoe UI Light" pitchFamily="34" charset="0"/>
              <a:ea typeface="+mn-ea"/>
              <a:cs typeface="+mn-cs"/>
            </a:endParaRPr>
          </a:p>
          <a:p>
            <a:pPr lvl="0"/>
            <a:r>
              <a:rPr lang="en-US" sz="882" kern="1200" dirty="0">
                <a:solidFill>
                  <a:schemeClr val="tx1"/>
                </a:solidFill>
                <a:effectLst/>
                <a:latin typeface="Segoe UI Light" pitchFamily="34" charset="0"/>
                <a:ea typeface="+mn-ea"/>
                <a:cs typeface="+mn-cs"/>
              </a:rPr>
              <a:t>“Summarize this email for the top 3 main points and any action items I need to take.”</a:t>
            </a:r>
          </a:p>
          <a:p>
            <a:pPr lvl="0"/>
            <a:r>
              <a:rPr lang="en-US" sz="882" kern="1200" dirty="0">
                <a:solidFill>
                  <a:schemeClr val="tx1"/>
                </a:solidFill>
                <a:effectLst/>
                <a:latin typeface="Segoe UI Light" pitchFamily="34" charset="0"/>
                <a:ea typeface="+mn-ea"/>
                <a:cs typeface="+mn-cs"/>
              </a:rPr>
              <a:t>“Write a recap email for my team based on the discussion in this email thread.”</a:t>
            </a:r>
          </a:p>
          <a:p>
            <a:endParaRPr lang="en-US" sz="882" b="1" kern="1200" dirty="0">
              <a:solidFill>
                <a:schemeClr val="tx1"/>
              </a:solidFill>
              <a:effectLst/>
              <a:latin typeface="Segoe UI Light" pitchFamily="34" charset="0"/>
              <a:ea typeface="+mn-ea"/>
              <a:cs typeface="+mn-cs"/>
            </a:endParaRPr>
          </a:p>
          <a:p>
            <a:r>
              <a:rPr lang="en-US" sz="882" b="1" kern="1200" dirty="0">
                <a:solidFill>
                  <a:schemeClr val="tx1"/>
                </a:solidFill>
                <a:effectLst/>
                <a:latin typeface="Segoe UI Light" pitchFamily="34" charset="0"/>
                <a:ea typeface="+mn-ea"/>
                <a:cs typeface="+mn-cs"/>
              </a:rPr>
              <a:t>Copilot Chat in Word</a:t>
            </a:r>
            <a:r>
              <a:rPr lang="en-US" sz="882" kern="1200" dirty="0">
                <a:solidFill>
                  <a:schemeClr val="tx1"/>
                </a:solidFill>
                <a:effectLst/>
                <a:latin typeface="Segoe UI Light" pitchFamily="34" charset="0"/>
                <a:ea typeface="+mn-ea"/>
                <a:cs typeface="+mn-cs"/>
              </a:rPr>
              <a:t> helps you create, edit, and refine content quickly. Ask questions about your document to find details, summarize sections, or rewrite text in a tone that fits your audience. You can also generate new content or expand ideas. Copilot can also understand the open file you’re working on and help you quickly write a strong introduction—making it easier to produce clear, tailored documents efficiently. </a:t>
            </a:r>
          </a:p>
          <a:p>
            <a:r>
              <a:rPr lang="en-US" sz="882" b="1" kern="1200" dirty="0">
                <a:solidFill>
                  <a:schemeClr val="tx1"/>
                </a:solidFill>
                <a:effectLst/>
                <a:latin typeface="Segoe UI Light" pitchFamily="34" charset="0"/>
                <a:ea typeface="+mn-ea"/>
                <a:cs typeface="+mn-cs"/>
              </a:rPr>
              <a:t>Try these prompts: </a:t>
            </a:r>
            <a:endParaRPr lang="en-US" sz="882" kern="1200" dirty="0">
              <a:solidFill>
                <a:schemeClr val="tx1"/>
              </a:solidFill>
              <a:effectLst/>
              <a:latin typeface="Segoe UI Light" pitchFamily="34" charset="0"/>
              <a:ea typeface="+mn-ea"/>
              <a:cs typeface="+mn-cs"/>
            </a:endParaRPr>
          </a:p>
          <a:p>
            <a:pPr lvl="0"/>
            <a:r>
              <a:rPr lang="en-US" sz="882" kern="1200" dirty="0">
                <a:solidFill>
                  <a:schemeClr val="tx1"/>
                </a:solidFill>
                <a:effectLst/>
                <a:latin typeface="Segoe UI Light" pitchFamily="34" charset="0"/>
                <a:ea typeface="+mn-ea"/>
                <a:cs typeface="+mn-cs"/>
              </a:rPr>
              <a:t>“Write a compelling intro paragraph for this document.”</a:t>
            </a:r>
          </a:p>
          <a:p>
            <a:pPr lvl="0"/>
            <a:r>
              <a:rPr lang="en-US" sz="882" kern="1200" dirty="0">
                <a:solidFill>
                  <a:schemeClr val="tx1"/>
                </a:solidFill>
                <a:effectLst/>
                <a:latin typeface="Segoe UI Light" pitchFamily="34" charset="0"/>
                <a:ea typeface="+mn-ea"/>
                <a:cs typeface="+mn-cs"/>
              </a:rPr>
              <a:t>“What are some questions a reader might have when going through this document?”</a:t>
            </a:r>
          </a:p>
          <a:p>
            <a:pPr lvl="0"/>
            <a:r>
              <a:rPr lang="en-US" sz="882" kern="1200" dirty="0">
                <a:solidFill>
                  <a:schemeClr val="tx1"/>
                </a:solidFill>
                <a:effectLst/>
                <a:latin typeface="Segoe UI Light" pitchFamily="34" charset="0"/>
                <a:ea typeface="+mn-ea"/>
                <a:cs typeface="+mn-cs"/>
              </a:rPr>
              <a:t>“Write a summary with the top 5 key points as a draft email that I can send to my team.​​​​​”</a:t>
            </a:r>
          </a:p>
          <a:p>
            <a:endParaRPr lang="en-US" sz="882" b="1" kern="1200" dirty="0">
              <a:solidFill>
                <a:schemeClr val="tx1"/>
              </a:solidFill>
              <a:effectLst/>
              <a:latin typeface="Segoe UI Light" pitchFamily="34" charset="0"/>
              <a:ea typeface="+mn-ea"/>
              <a:cs typeface="+mn-cs"/>
            </a:endParaRPr>
          </a:p>
          <a:p>
            <a:r>
              <a:rPr lang="en-US" sz="882" b="1" kern="1200" dirty="0">
                <a:solidFill>
                  <a:schemeClr val="tx1"/>
                </a:solidFill>
                <a:effectLst/>
                <a:latin typeface="Segoe UI Light" pitchFamily="34" charset="0"/>
                <a:ea typeface="+mn-ea"/>
                <a:cs typeface="+mn-cs"/>
              </a:rPr>
              <a:t>Copilot Chat in PowerPoint</a:t>
            </a:r>
            <a:r>
              <a:rPr lang="en-US" sz="882" kern="1200" dirty="0">
                <a:solidFill>
                  <a:schemeClr val="tx1"/>
                </a:solidFill>
                <a:effectLst/>
                <a:latin typeface="Segoe UI Light" pitchFamily="34" charset="0"/>
                <a:ea typeface="+mn-ea"/>
                <a:cs typeface="+mn-cs"/>
              </a:rPr>
              <a:t> makes creating and refining presentations faster and more impactful. Ask questions to surface key details, summarize slides, and generate images from a prompt to enhance your design and visual storytelling. Copilot Chat also provides valuable insights into your presentation’s content and can help you prepare by generating potential questions the audience may ask, ensuring you deliver a well-organized and compelling presentation.</a:t>
            </a:r>
          </a:p>
          <a:p>
            <a:r>
              <a:rPr lang="en-US" sz="882" b="1" kern="1200" dirty="0">
                <a:solidFill>
                  <a:schemeClr val="tx1"/>
                </a:solidFill>
                <a:effectLst/>
                <a:latin typeface="Segoe UI Light" pitchFamily="34" charset="0"/>
                <a:ea typeface="+mn-ea"/>
                <a:cs typeface="+mn-cs"/>
              </a:rPr>
              <a:t>Try these prompts: </a:t>
            </a:r>
            <a:endParaRPr lang="en-US" sz="882" kern="1200" dirty="0">
              <a:solidFill>
                <a:schemeClr val="tx1"/>
              </a:solidFill>
              <a:effectLst/>
              <a:latin typeface="Segoe UI Light" pitchFamily="34" charset="0"/>
              <a:ea typeface="+mn-ea"/>
              <a:cs typeface="+mn-cs"/>
            </a:endParaRPr>
          </a:p>
          <a:p>
            <a:pPr lvl="0"/>
            <a:r>
              <a:rPr lang="en-US" sz="882" kern="1200" dirty="0">
                <a:solidFill>
                  <a:schemeClr val="tx1"/>
                </a:solidFill>
                <a:effectLst/>
                <a:latin typeface="Segoe UI Light" pitchFamily="34" charset="0"/>
                <a:ea typeface="+mn-ea"/>
                <a:cs typeface="+mn-cs"/>
              </a:rPr>
              <a:t>“What are some potential questions that I might be asked by the audience who I present this to?”</a:t>
            </a:r>
          </a:p>
          <a:p>
            <a:pPr lvl="0"/>
            <a:r>
              <a:rPr lang="en-US" sz="882" kern="1200" dirty="0">
                <a:solidFill>
                  <a:schemeClr val="tx1"/>
                </a:solidFill>
                <a:effectLst/>
                <a:latin typeface="Segoe UI Light" pitchFamily="34" charset="0"/>
                <a:ea typeface="+mn-ea"/>
                <a:cs typeface="+mn-cs"/>
              </a:rPr>
              <a:t>“Generate an image to use in my presentation.”</a:t>
            </a:r>
          </a:p>
          <a:p>
            <a:pPr lvl="0"/>
            <a:r>
              <a:rPr lang="en-US" sz="882" kern="1200" dirty="0">
                <a:solidFill>
                  <a:schemeClr val="tx1"/>
                </a:solidFill>
                <a:effectLst/>
                <a:latin typeface="Segoe UI Light" pitchFamily="34" charset="0"/>
                <a:ea typeface="+mn-ea"/>
                <a:cs typeface="+mn-cs"/>
              </a:rPr>
              <a:t>“Help me re-write the bullets on this slide.”​​​​​​​</a:t>
            </a:r>
          </a:p>
          <a:p>
            <a:endParaRPr lang="en-US" sz="882" b="1" kern="1200" dirty="0">
              <a:solidFill>
                <a:schemeClr val="tx1"/>
              </a:solidFill>
              <a:effectLst/>
              <a:latin typeface="Segoe UI Light" pitchFamily="34" charset="0"/>
              <a:ea typeface="+mn-ea"/>
              <a:cs typeface="+mn-cs"/>
            </a:endParaRPr>
          </a:p>
          <a:p>
            <a:r>
              <a:rPr lang="en-US" sz="882" b="1" kern="1200" dirty="0">
                <a:solidFill>
                  <a:schemeClr val="tx1"/>
                </a:solidFill>
                <a:effectLst/>
                <a:latin typeface="Segoe UI Light" pitchFamily="34" charset="0"/>
                <a:ea typeface="+mn-ea"/>
                <a:cs typeface="+mn-cs"/>
              </a:rPr>
              <a:t>Copilot Chat in Excel</a:t>
            </a:r>
            <a:r>
              <a:rPr lang="en-US" sz="882" kern="1200" dirty="0">
                <a:solidFill>
                  <a:schemeClr val="tx1"/>
                </a:solidFill>
                <a:effectLst/>
                <a:latin typeface="Segoe UI Light" pitchFamily="34" charset="0"/>
                <a:ea typeface="+mn-ea"/>
                <a:cs typeface="+mn-cs"/>
              </a:rPr>
              <a:t> lets you interact with your data effortlessly. Ask questions to uncover insights, analyze trends, and identify patterns without manually scanning spreadsheets. Copilot can pull top insights and data trends from your open spreadsheet and create visualizations, making analysis faster, accurate, and easy to share.</a:t>
            </a:r>
          </a:p>
          <a:p>
            <a:r>
              <a:rPr lang="en-US" sz="882" b="1" kern="1200" dirty="0">
                <a:solidFill>
                  <a:schemeClr val="tx1"/>
                </a:solidFill>
                <a:effectLst/>
                <a:latin typeface="Segoe UI Light" pitchFamily="34" charset="0"/>
                <a:ea typeface="+mn-ea"/>
                <a:cs typeface="+mn-cs"/>
              </a:rPr>
              <a:t>Try these prompts: </a:t>
            </a:r>
            <a:endParaRPr lang="en-US" sz="882" kern="1200" dirty="0">
              <a:solidFill>
                <a:schemeClr val="tx1"/>
              </a:solidFill>
              <a:effectLst/>
              <a:latin typeface="Segoe UI Light" pitchFamily="34" charset="0"/>
              <a:ea typeface="+mn-ea"/>
              <a:cs typeface="+mn-cs"/>
            </a:endParaRPr>
          </a:p>
          <a:p>
            <a:pPr lvl="0"/>
            <a:r>
              <a:rPr lang="en-US" sz="882" kern="1200" dirty="0">
                <a:solidFill>
                  <a:schemeClr val="tx1"/>
                </a:solidFill>
                <a:effectLst/>
                <a:latin typeface="Segoe UI Light" pitchFamily="34" charset="0"/>
                <a:ea typeface="+mn-ea"/>
                <a:cs typeface="+mn-cs"/>
              </a:rPr>
              <a:t>“Identify the top insights and trends from this data.”</a:t>
            </a:r>
          </a:p>
          <a:p>
            <a:pPr lvl="0"/>
            <a:r>
              <a:rPr lang="en-US" sz="882" kern="1200" dirty="0">
                <a:solidFill>
                  <a:schemeClr val="tx1"/>
                </a:solidFill>
                <a:effectLst/>
                <a:latin typeface="Segoe UI Light" pitchFamily="34" charset="0"/>
                <a:ea typeface="+mn-ea"/>
                <a:cs typeface="+mn-cs"/>
              </a:rPr>
              <a:t>“Create a visualization of the top-performing customer segments.”</a:t>
            </a:r>
          </a:p>
          <a:p>
            <a:pPr lvl="0"/>
            <a:r>
              <a:rPr lang="en-US" sz="882" kern="1200" dirty="0">
                <a:solidFill>
                  <a:schemeClr val="tx1"/>
                </a:solidFill>
                <a:effectLst/>
                <a:latin typeface="Segoe UI Light" pitchFamily="34" charset="0"/>
                <a:ea typeface="+mn-ea"/>
                <a:cs typeface="+mn-cs"/>
              </a:rPr>
              <a:t>“Forecast revenue for the next 8 quarters based on the sales data.</a:t>
            </a:r>
          </a:p>
          <a:p>
            <a:endParaRPr lang="en-US" dirty="0"/>
          </a:p>
        </p:txBody>
      </p:sp>
      <p:sp>
        <p:nvSpPr>
          <p:cNvPr id="4" name="Header Placeholder 3">
            <a:extLst>
              <a:ext uri="{FF2B5EF4-FFF2-40B4-BE49-F238E27FC236}">
                <a16:creationId xmlns:a16="http://schemas.microsoft.com/office/drawing/2014/main" id="{F57CC3FD-AD8B-C25C-9695-B9C2A2BB0267}"/>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DFAEFA3-58F4-50F7-B50E-08D74C692749}"/>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CA2AAEF-88B4-B935-A32F-10EF3005730A}"/>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FE66F442-3D5F-4069-01E8-9784BDFCC5FE}"/>
              </a:ext>
            </a:extLst>
          </p:cNvPr>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2801399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DFC25-55A1-3DD2-7281-D1E5B4EFD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4B5A3-B39B-65D3-8493-DC6B3D469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2E285-D906-D2CB-B493-094558FC27D1}"/>
              </a:ext>
            </a:extLst>
          </p:cNvPr>
          <p:cNvSpPr>
            <a:spLocks noGrp="1"/>
          </p:cNvSpPr>
          <p:nvPr>
            <p:ph type="body" idx="1"/>
          </p:nvPr>
        </p:nvSpPr>
        <p:spPr/>
        <p:txBody>
          <a:bodyPr/>
          <a:lstStyle/>
          <a:p>
            <a:r>
              <a:rPr lang="en-US" sz="882" b="1" kern="1200" dirty="0">
                <a:solidFill>
                  <a:schemeClr val="tx1"/>
                </a:solidFill>
                <a:effectLst/>
                <a:latin typeface="Segoe UI Light" pitchFamily="34" charset="0"/>
                <a:ea typeface="+mn-ea"/>
                <a:cs typeface="+mn-cs"/>
              </a:rPr>
              <a:t>Copilot Chat in Excel</a:t>
            </a:r>
            <a:r>
              <a:rPr lang="en-US" sz="882" kern="1200" dirty="0">
                <a:solidFill>
                  <a:schemeClr val="tx1"/>
                </a:solidFill>
                <a:effectLst/>
                <a:latin typeface="Segoe UI Light" pitchFamily="34" charset="0"/>
                <a:ea typeface="+mn-ea"/>
                <a:cs typeface="+mn-cs"/>
              </a:rPr>
              <a:t> lets you interact with your data effortlessly. Ask questions to uncover insights, analyze trends, and identify patterns without manually scanning spreadsheets. Copilot can pull top insights and data trends from your open spreadsheet and create visualizations, making analysis faster, accurate, and easy to share.</a:t>
            </a:r>
          </a:p>
          <a:p>
            <a:r>
              <a:rPr lang="en-US" sz="882" b="1" kern="1200" dirty="0">
                <a:solidFill>
                  <a:schemeClr val="tx1"/>
                </a:solidFill>
                <a:effectLst/>
                <a:latin typeface="Segoe UI Light" pitchFamily="34" charset="0"/>
                <a:ea typeface="+mn-ea"/>
                <a:cs typeface="+mn-cs"/>
              </a:rPr>
              <a:t>Try these prompts: </a:t>
            </a:r>
            <a:endParaRPr lang="en-US" sz="882" kern="1200" dirty="0">
              <a:solidFill>
                <a:schemeClr val="tx1"/>
              </a:solidFill>
              <a:effectLst/>
              <a:latin typeface="Segoe UI Light" pitchFamily="34" charset="0"/>
              <a:ea typeface="+mn-ea"/>
              <a:cs typeface="+mn-cs"/>
            </a:endParaRPr>
          </a:p>
          <a:p>
            <a:pPr lvl="0"/>
            <a:r>
              <a:rPr lang="en-US" sz="882" kern="1200" dirty="0">
                <a:solidFill>
                  <a:schemeClr val="tx1"/>
                </a:solidFill>
                <a:effectLst/>
                <a:latin typeface="Segoe UI Light" pitchFamily="34" charset="0"/>
                <a:ea typeface="+mn-ea"/>
                <a:cs typeface="+mn-cs"/>
              </a:rPr>
              <a:t>“Identify the top insights and trends from this data.”</a:t>
            </a:r>
          </a:p>
          <a:p>
            <a:pPr lvl="0"/>
            <a:r>
              <a:rPr lang="en-US" sz="882" kern="1200" dirty="0">
                <a:solidFill>
                  <a:schemeClr val="tx1"/>
                </a:solidFill>
                <a:effectLst/>
                <a:latin typeface="Segoe UI Light" pitchFamily="34" charset="0"/>
                <a:ea typeface="+mn-ea"/>
                <a:cs typeface="+mn-cs"/>
              </a:rPr>
              <a:t>“Create a visualization of the top-performing customer segments.”</a:t>
            </a:r>
          </a:p>
          <a:p>
            <a:pPr lvl="0"/>
            <a:r>
              <a:rPr lang="en-US" sz="882" kern="1200" dirty="0">
                <a:solidFill>
                  <a:schemeClr val="tx1"/>
                </a:solidFill>
                <a:effectLst/>
                <a:latin typeface="Segoe UI Light" pitchFamily="34" charset="0"/>
                <a:ea typeface="+mn-ea"/>
                <a:cs typeface="+mn-cs"/>
              </a:rPr>
              <a:t>“Forecast revenue for the next 8 quarters based on the sales data.</a:t>
            </a:r>
          </a:p>
          <a:p>
            <a:pPr lvl="0"/>
            <a:endParaRPr lang="en-US" sz="882" b="1" kern="1200" dirty="0">
              <a:solidFill>
                <a:schemeClr val="tx1"/>
              </a:solidFill>
              <a:effectLst/>
              <a:latin typeface="Segoe UI Light" pitchFamily="34" charset="0"/>
              <a:ea typeface="+mn-ea"/>
              <a:cs typeface="+mn-cs"/>
            </a:endParaRPr>
          </a:p>
          <a:p>
            <a:pPr lvl="0"/>
            <a:r>
              <a:rPr lang="en-US" sz="882" b="1" kern="1200" dirty="0">
                <a:solidFill>
                  <a:schemeClr val="tx1"/>
                </a:solidFill>
                <a:effectLst/>
                <a:latin typeface="Segoe UI Light" pitchFamily="34" charset="0"/>
                <a:ea typeface="+mn-ea"/>
                <a:cs typeface="+mn-cs"/>
              </a:rPr>
              <a:t>Copilot Chat in OneNote</a:t>
            </a:r>
            <a:r>
              <a:rPr lang="en-US" sz="882" kern="1200" dirty="0">
                <a:solidFill>
                  <a:schemeClr val="tx1"/>
                </a:solidFill>
                <a:effectLst/>
                <a:latin typeface="Segoe UI Light" pitchFamily="34" charset="0"/>
                <a:ea typeface="+mn-ea"/>
                <a:cs typeface="+mn-cs"/>
              </a:rPr>
              <a:t> brings AI directly into your notes. Ask questions, summarize content, create to-do lists, or draft project plans—all based on the page you’re working on. It’s a smart way to turn ideas into action and keep your notes organized and useful.</a:t>
            </a:r>
          </a:p>
          <a:p>
            <a:r>
              <a:rPr lang="en-US" sz="882" b="1" kern="1200" dirty="0">
                <a:solidFill>
                  <a:schemeClr val="tx1"/>
                </a:solidFill>
                <a:effectLst/>
                <a:latin typeface="Segoe UI Light" pitchFamily="34" charset="0"/>
                <a:ea typeface="+mn-ea"/>
                <a:cs typeface="+mn-cs"/>
              </a:rPr>
              <a:t>Try these prompts: </a:t>
            </a:r>
            <a:endParaRPr lang="en-US" sz="882" kern="1200" dirty="0">
              <a:solidFill>
                <a:schemeClr val="tx1"/>
              </a:solidFill>
              <a:effectLst/>
              <a:latin typeface="Segoe UI Light" pitchFamily="34" charset="0"/>
              <a:ea typeface="+mn-ea"/>
              <a:cs typeface="+mn-cs"/>
            </a:endParaRPr>
          </a:p>
          <a:p>
            <a:pPr lvl="0"/>
            <a:r>
              <a:rPr lang="en-US" sz="882" kern="1200" dirty="0">
                <a:solidFill>
                  <a:schemeClr val="tx1"/>
                </a:solidFill>
                <a:effectLst/>
                <a:latin typeface="Segoe UI Light" pitchFamily="34" charset="0"/>
                <a:ea typeface="+mn-ea"/>
                <a:cs typeface="+mn-cs"/>
              </a:rPr>
              <a:t>“Create a summary of the deposition notes on this page. Focus the summary on the chronological order of events and place the events into bullet points.”</a:t>
            </a:r>
          </a:p>
          <a:p>
            <a:pPr lvl="0"/>
            <a:r>
              <a:rPr lang="en-US" sz="882" kern="1200" dirty="0">
                <a:solidFill>
                  <a:schemeClr val="tx1"/>
                </a:solidFill>
                <a:effectLst/>
                <a:latin typeface="Segoe UI Light" pitchFamily="34" charset="0"/>
                <a:ea typeface="+mn-ea"/>
                <a:cs typeface="+mn-cs"/>
              </a:rPr>
              <a:t>“Draft a to-do list from my notes and prioritize based on when the tasks are due.”</a:t>
            </a:r>
          </a:p>
          <a:p>
            <a:pPr lvl="0"/>
            <a:r>
              <a:rPr lang="en-US" sz="882" kern="1200" dirty="0">
                <a:solidFill>
                  <a:schemeClr val="tx1"/>
                </a:solidFill>
                <a:effectLst/>
                <a:latin typeface="Segoe UI Light" pitchFamily="34" charset="0"/>
                <a:ea typeface="+mn-ea"/>
                <a:cs typeface="+mn-cs"/>
              </a:rPr>
              <a:t>“Draft a plan for a project to develop a new shipment tracking app. Reference the technical specifications and customer feedback on this page to help create the project plan.”</a:t>
            </a:r>
          </a:p>
          <a:p>
            <a:endParaRPr lang="en-US" dirty="0"/>
          </a:p>
        </p:txBody>
      </p:sp>
      <p:sp>
        <p:nvSpPr>
          <p:cNvPr id="4" name="Header Placeholder 3">
            <a:extLst>
              <a:ext uri="{FF2B5EF4-FFF2-40B4-BE49-F238E27FC236}">
                <a16:creationId xmlns:a16="http://schemas.microsoft.com/office/drawing/2014/main" id="{9A7D349F-0333-D8FE-814F-4F7C175C37FC}"/>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5D2A6D78-19D8-1F4E-312A-1B4E18525B8F}"/>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B2E3654-DC2B-9B51-0F69-C6A9DF10E720}"/>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B68C32A8-5175-4DCE-CBC3-601FC87B05ED}"/>
              </a:ext>
            </a:extLst>
          </p:cNvPr>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1323348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4B79-14D4-904C-D502-291E445D2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DEC6C-0E26-B1AC-0341-D72DAE8E5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5996B-BB39-5CDF-10CA-59BCA8FB4468}"/>
              </a:ext>
            </a:extLst>
          </p:cNvPr>
          <p:cNvSpPr>
            <a:spLocks noGrp="1"/>
          </p:cNvSpPr>
          <p:nvPr>
            <p:ph type="body" idx="1"/>
          </p:nvPr>
        </p:nvSpPr>
        <p:spPr/>
        <p:txBody>
          <a:bodyPr/>
          <a:lstStyle/>
          <a:p>
            <a:pPr marL="0" marR="0">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Scenario Background: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You’re a business operations associate at a mid-sized consulting firm. Your manager has asked you to lead planning for an upcoming Client Innovation Summit. You’ll use Microsoft 365 Copilot Chat to gather insights, generate ideas, visualize the schedule, draft a planning document, analyze it, and collaborate with your colleague. </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exercises in this interactivity will guide you on how to navigate and prompt in Microsoft 365 Copilot Chat. To fully complete this exercise, you must have your own Microsoft 365 subscription. </a:t>
            </a:r>
          </a:p>
          <a:p>
            <a:pPr marL="0" marR="0">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NOTE: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These exercises are designed specifically for use with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web mode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in Microsoft 365 Copilot Chat. If you have a Microsoft 365 Copilot license, make sure you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manually switch to web mode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when you open Copilot Chat, as it may default to Work mode. Using Web mode ensures the prompts behave as intended and source information from public web content.</a:t>
            </a:r>
          </a:p>
          <a:p>
            <a:pPr marL="0" marR="0">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Find the steps on Learn: </a:t>
            </a:r>
            <a:r>
              <a:rPr lang="en-US" sz="4400" dirty="0">
                <a:hlinkClick r:id="rId3"/>
              </a:rPr>
              <a:t>Explore Microsoft 365 Copilot Chat - Training | Microsoft Learn</a:t>
            </a:r>
            <a:r>
              <a:rPr lang="en-US" sz="4400" kern="1200" dirty="0">
                <a:effectLst/>
                <a:latin typeface="Segoe UI Light" pitchFamily="34" charset="0"/>
                <a:ea typeface="+mn-ea"/>
                <a:cs typeface="+mn-cs"/>
              </a:rPr>
              <a:t> or GitHub: </a:t>
            </a:r>
            <a:r>
              <a:rPr lang="en-US" sz="4400" dirty="0">
                <a:hlinkClick r:id="rId4"/>
              </a:rPr>
              <a:t>MS-4023-Explore-Microsoft-365-Copilot-Chat/Instructions/Labs</a:t>
            </a:r>
            <a:endParaRPr lang="en-US" dirty="0"/>
          </a:p>
        </p:txBody>
      </p:sp>
      <p:sp>
        <p:nvSpPr>
          <p:cNvPr id="4" name="Header Placeholder 3">
            <a:extLst>
              <a:ext uri="{FF2B5EF4-FFF2-40B4-BE49-F238E27FC236}">
                <a16:creationId xmlns:a16="http://schemas.microsoft.com/office/drawing/2014/main" id="{6B6BFA67-42CE-93A3-2B94-4C5DB0E07A5D}"/>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9227F736-CE3F-392D-706A-30D32E938F51}"/>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9E0D7AF-9405-19CC-EAAB-499B86CFD17F}"/>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FDE0E916-94B1-E171-162D-30BF4D641325}"/>
              </a:ext>
            </a:extLst>
          </p:cNvPr>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1733251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4B79-14D4-904C-D502-291E445D2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DEC6C-0E26-B1AC-0341-D72DAE8E5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5996B-BB39-5CDF-10CA-59BCA8FB4468}"/>
              </a:ext>
            </a:extLst>
          </p:cNvPr>
          <p:cNvSpPr>
            <a:spLocks noGrp="1"/>
          </p:cNvSpPr>
          <p:nvPr>
            <p:ph type="body" idx="1"/>
          </p:nvPr>
        </p:nvSpPr>
        <p:spPr/>
        <p:txBody>
          <a:bodyPr/>
          <a:lstStyle/>
          <a:p>
            <a:pPr marL="0" marR="0">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Scenario Background: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Your manager has asked you to organize a virtual team-building event for your team. You’ll start in Copilot Chat web mode to brainstorm ideas and then use Copilot Chat integrated in Outlook, Word, Excel, PowerPoint, and OneNote to complete the planning process. This exercise demonstrates how Copilot Chat can assist with research, content creation, budgeting, visualization, and organization—all while staying in the flow of work.</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exercises in this interactivity will guide you on how to navigate and prompt in Microsoft 365 Copilot Chat. To fully complete this exercise, you must have your own Microsoft 365 subscription. </a:t>
            </a:r>
          </a:p>
          <a:p>
            <a:pPr marL="0" marR="0">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NOTE: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These exercises are designed specifically for use with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web mode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in Microsoft 365 Copilot Chat. If you have a Microsoft 365 Copilot license, make sure you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manually switch to web mode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when you open Copilot Chat, as it may default to Work mode. Using Web mode ensures the prompts behave as intended and source information from public web content.</a:t>
            </a:r>
          </a:p>
          <a:p>
            <a:pPr marL="0" marR="0">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900" kern="100" dirty="0">
                <a:effectLst/>
                <a:latin typeface="Aptos" panose="020B0004020202020204" pitchFamily="34" charset="0"/>
                <a:ea typeface="Aptos" panose="020B0004020202020204" pitchFamily="34" charset="0"/>
                <a:cs typeface="Times New Roman" panose="02020603050405020304" pitchFamily="18" charset="0"/>
              </a:rPr>
              <a:t>Find the steps on Learn: </a:t>
            </a:r>
            <a:r>
              <a:rPr lang="en-US" sz="1800" dirty="0">
                <a:hlinkClick r:id="rId3"/>
              </a:rPr>
              <a:t>Explore Microsoft 365 Copilot Chat - Training | Microsoft Learn</a:t>
            </a:r>
            <a:r>
              <a:rPr lang="en-US" sz="1800" kern="1200" dirty="0">
                <a:effectLst/>
                <a:latin typeface="Segoe UI Light" pitchFamily="34" charset="0"/>
                <a:ea typeface="+mn-ea"/>
                <a:cs typeface="+mn-cs"/>
              </a:rPr>
              <a:t> or GitHub: </a:t>
            </a:r>
            <a:r>
              <a:rPr lang="en-US" sz="1800" dirty="0">
                <a:hlinkClick r:id="rId4"/>
              </a:rPr>
              <a:t>MS-4023-Explore-Microsoft-365-Copilot-Chat/Instructions/Labs</a:t>
            </a:r>
            <a:endParaRPr lang="en-US" sz="1800" dirty="0"/>
          </a:p>
          <a:p>
            <a:pPr marL="0" marR="0">
              <a:lnSpc>
                <a:spcPct val="115000"/>
              </a:lnSpc>
              <a:spcAft>
                <a:spcPts val="800"/>
              </a:spcAft>
              <a:buNone/>
            </a:pPr>
            <a:endParaRPr lang="en-US" dirty="0"/>
          </a:p>
        </p:txBody>
      </p:sp>
      <p:sp>
        <p:nvSpPr>
          <p:cNvPr id="4" name="Header Placeholder 3">
            <a:extLst>
              <a:ext uri="{FF2B5EF4-FFF2-40B4-BE49-F238E27FC236}">
                <a16:creationId xmlns:a16="http://schemas.microsoft.com/office/drawing/2014/main" id="{6B6BFA67-42CE-93A3-2B94-4C5DB0E07A5D}"/>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9227F736-CE3F-392D-706A-30D32E938F51}"/>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9E0D7AF-9405-19CC-EAAB-499B86CFD17F}"/>
              </a:ext>
            </a:extLst>
          </p:cNvPr>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a:extLst>
              <a:ext uri="{FF2B5EF4-FFF2-40B4-BE49-F238E27FC236}">
                <a16:creationId xmlns:a16="http://schemas.microsoft.com/office/drawing/2014/main" id="{FDE0E916-94B1-E171-162D-30BF4D641325}"/>
              </a:ext>
            </a:extLst>
          </p:cNvPr>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17332515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5EB9C-0D0F-FF5C-BA20-2AA482C15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7CD0D-220C-4F6F-96CB-148F5267E1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18E98-8179-BB78-879D-3A9B06682A02}"/>
              </a:ext>
            </a:extLst>
          </p:cNvPr>
          <p:cNvSpPr>
            <a:spLocks noGrp="1"/>
          </p:cNvSpPr>
          <p:nvPr>
            <p:ph type="body" idx="1"/>
          </p:nvPr>
        </p:nvSpPr>
        <p:spPr/>
        <p:txBody>
          <a:bodyPr/>
          <a:lstStyle/>
          <a:p>
            <a:r>
              <a:rPr lang="en-US" sz="900" kern="1200" dirty="0">
                <a:solidFill>
                  <a:schemeClr val="tx1"/>
                </a:solidFill>
                <a:latin typeface="Segoe UI Light" pitchFamily="34" charset="0"/>
                <a:ea typeface="+mn-ea"/>
                <a:cs typeface="+mn-cs"/>
              </a:rPr>
              <a:t> Prompt Microsoft Copilot Chat: </a:t>
            </a:r>
          </a:p>
          <a:p>
            <a:endParaRPr lang="en-US" sz="900" kern="1200" dirty="0">
              <a:solidFill>
                <a:schemeClr val="tx1"/>
              </a:solidFill>
              <a:latin typeface="Segoe UI Light"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panose="020B0604020202020204" pitchFamily="34" charset="0"/>
              </a:rPr>
              <a:t>As a Microsoft Copilot Chat expert, please create three multiple-choice questions covering what is permitted with uploaded files, as well as key features of Copilot Pages and Copilot Agents. Present one question at a time and wait for my response before continuing. After each answer, provide a brief explanation of the correct choice before moving on to the next question.</a:t>
            </a:r>
          </a:p>
          <a:p>
            <a:endParaRPr lang="en-US" dirty="0"/>
          </a:p>
        </p:txBody>
      </p:sp>
      <p:sp>
        <p:nvSpPr>
          <p:cNvPr id="4" name="Header Placeholder 3">
            <a:extLst>
              <a:ext uri="{FF2B5EF4-FFF2-40B4-BE49-F238E27FC236}">
                <a16:creationId xmlns:a16="http://schemas.microsoft.com/office/drawing/2014/main" id="{7B75EEDB-3BA7-6EBF-8C0F-0911F4952C3E}"/>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CB6E473-818C-A9F4-E427-8C551D4C5D23}"/>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21C4D2D-5F3D-0AD2-DFFB-2BD0F18BD93A}"/>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4/14/2026 10:35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BD4D8AB-3996-64B2-072C-F0951876FE6B}"/>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526582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dirty="0">
                <a:solidFill>
                  <a:srgbClr val="D13438"/>
                </a:solidFill>
                <a:effectLst/>
                <a:latin typeface="Aptos" panose="020B0004020202020204" pitchFamily="34" charset="0"/>
              </a:rPr>
              <a:t>In this module, you gained a comprehensive understanding of how to work smarter and more efficiently using Microsoft 365 Copilot Chat. You explored its versatile capabilities, including summarizing key insights, creating content, analyzing files, visualizing data, and generating code, all through natural, conversational prompts. You also discovered how to collaborate in real time using Copilot Pages, and to streamline tasks with intelligent Copilot Agents. Together, these skills will empower you to enhance productivity, simplify workflows, and unlock the full potential of AI in your daily work. </a:t>
            </a:r>
            <a:endParaRPr lang="en-US" u="none"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4/14/2026 10:35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496668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21.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3.xml"/><Relationship Id="rId4" Type="http://schemas.openxmlformats.org/officeDocument/2006/relationships/image" Target="../media/image30.jpe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3.xml"/><Relationship Id="rId4" Type="http://schemas.openxmlformats.org/officeDocument/2006/relationships/image" Target="../media/image30.jpe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Master" Target="../slideMasters/slideMaster3.xml"/><Relationship Id="rId5" Type="http://schemas.openxmlformats.org/officeDocument/2006/relationships/image" Target="../media/image34.jpeg"/><Relationship Id="rId4" Type="http://schemas.openxmlformats.org/officeDocument/2006/relationships/image" Target="../media/image33.jpe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3.xml"/><Relationship Id="rId4" Type="http://schemas.openxmlformats.org/officeDocument/2006/relationships/image" Target="../media/image39.jpe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Master" Target="../slideMasters/slideMaster3.xml"/><Relationship Id="rId5" Type="http://schemas.openxmlformats.org/officeDocument/2006/relationships/image" Target="../media/image43.jpeg"/><Relationship Id="rId4" Type="http://schemas.openxmlformats.org/officeDocument/2006/relationships/image" Target="../media/image42.jpe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3.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3.xml"/><Relationship Id="rId4" Type="http://schemas.openxmlformats.org/officeDocument/2006/relationships/image" Target="../media/image51.jpe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Master" Target="../slideMasters/slideMaster3.xml"/><Relationship Id="rId5" Type="http://schemas.openxmlformats.org/officeDocument/2006/relationships/image" Target="../media/image52.jpeg"/><Relationship Id="rId4" Type="http://schemas.openxmlformats.org/officeDocument/2006/relationships/image" Target="../media/image51.jpe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Master" Target="../slideMasters/slideMaster3.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1.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0.png"/><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1.jpeg"/><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Master" Target="../slideMasters/slideMaster4.xml"/><Relationship Id="rId4" Type="http://schemas.openxmlformats.org/officeDocument/2006/relationships/image" Target="../media/image72.jpe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eg"/><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5.png"/><Relationship Id="rId1" Type="http://schemas.openxmlformats.org/officeDocument/2006/relationships/slideMaster" Target="../slideMasters/slideMaster4.xml"/><Relationship Id="rId4" Type="http://schemas.openxmlformats.org/officeDocument/2006/relationships/image" Target="../media/image74.png"/></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Master" Target="../slideMasters/slideMaster4.xml"/><Relationship Id="rId4" Type="http://schemas.openxmlformats.org/officeDocument/2006/relationships/image" Target="../media/image81.png"/></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Master" Target="../slideMasters/slideMaster4.xml"/><Relationship Id="rId5" Type="http://schemas.openxmlformats.org/officeDocument/2006/relationships/image" Target="../media/image85.jpeg"/><Relationship Id="rId4" Type="http://schemas.openxmlformats.org/officeDocument/2006/relationships/image" Target="../media/image84.png"/></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Master" Target="../slideMasters/slideMaster4.xml"/><Relationship Id="rId4" Type="http://schemas.openxmlformats.org/officeDocument/2006/relationships/image" Target="../media/image90.png"/></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Master" Target="../slideMasters/slideMaster4.xml"/><Relationship Id="rId5" Type="http://schemas.openxmlformats.org/officeDocument/2006/relationships/image" Target="../media/image94.jpeg"/><Relationship Id="rId4" Type="http://schemas.openxmlformats.org/officeDocument/2006/relationships/image" Target="../media/image93.png"/></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jpeg"/><Relationship Id="rId1" Type="http://schemas.openxmlformats.org/officeDocument/2006/relationships/slideMaster" Target="../slideMasters/slideMaster4.xml"/><Relationship Id="rId6" Type="http://schemas.openxmlformats.org/officeDocument/2006/relationships/image" Target="../media/image99.jpeg"/><Relationship Id="rId5" Type="http://schemas.openxmlformats.org/officeDocument/2006/relationships/image" Target="../media/image98.jpeg"/><Relationship Id="rId4" Type="http://schemas.openxmlformats.org/officeDocument/2006/relationships/image" Target="../media/image97.png"/></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Master" Target="../slideMasters/slideMaster4.xml"/><Relationship Id="rId4" Type="http://schemas.openxmlformats.org/officeDocument/2006/relationships/image" Target="../media/image102.pn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Master" Target="../slideMasters/slideMaster4.xml"/><Relationship Id="rId5" Type="http://schemas.openxmlformats.org/officeDocument/2006/relationships/image" Target="../media/image103.jpeg"/><Relationship Id="rId4" Type="http://schemas.openxmlformats.org/officeDocument/2006/relationships/image" Target="../media/image102.png"/></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4.xml"/><Relationship Id="rId6" Type="http://schemas.openxmlformats.org/officeDocument/2006/relationships/image" Target="../media/image108.jpeg"/><Relationship Id="rId5" Type="http://schemas.openxmlformats.org/officeDocument/2006/relationships/image" Target="../media/image107.jpeg"/><Relationship Id="rId4" Type="http://schemas.openxmlformats.org/officeDocument/2006/relationships/image" Target="../media/image106.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Master" Target="../slideMasters/slideMaster4.xml"/><Relationship Id="rId4" Type="http://schemas.openxmlformats.org/officeDocument/2006/relationships/image" Target="../media/image121.svg"/></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Master" Target="../slideMasters/slideMaster4.xml"/><Relationship Id="rId5" Type="http://schemas.openxmlformats.org/officeDocument/2006/relationships/image" Target="../media/image128.svg"/><Relationship Id="rId4" Type="http://schemas.openxmlformats.org/officeDocument/2006/relationships/image" Target="../media/image127.png"/></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130.svg"/><Relationship Id="rId2" Type="http://schemas.openxmlformats.org/officeDocument/2006/relationships/image" Target="../media/image129.pn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t>© Copyright Microsoft Corporation. All rights reserved.</a:t>
            </a:r>
          </a:p>
        </p:txBody>
      </p:sp>
    </p:spTree>
    <p:extLst>
      <p:ext uri="{BB962C8B-B14F-4D97-AF65-F5344CB8AC3E}">
        <p14:creationId xmlns:p14="http://schemas.microsoft.com/office/powerpoint/2010/main" val="313474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788338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619028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userDrawn="1">
          <p15:clr>
            <a:srgbClr val="FBAE40"/>
          </p15:clr>
        </p15:guide>
        <p15:guide id="2" orient="horz" pos="26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841306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guide id="40"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97126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email">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1969660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940567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userDrawn="1">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userDrawn="1">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37356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647809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8618332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6273439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userDrawn="1">
          <p15:clr>
            <a:srgbClr val="954F72"/>
          </p15:clr>
        </p15:guide>
        <p15:guide id="9" pos="2150">
          <p15:clr>
            <a:srgbClr val="954F72"/>
          </p15:clr>
        </p15:guide>
        <p15:guide id="10" pos="2544"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userDrawn="1">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71603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335124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23481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7444439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2988" userDrawn="1">
          <p15:clr>
            <a:srgbClr val="FBAE40"/>
          </p15:clr>
        </p15:guide>
        <p15:guide id="42" pos="5352" userDrawn="1">
          <p15:clr>
            <a:srgbClr val="FBAE40"/>
          </p15:clr>
        </p15:guide>
        <p15:guide id="43" orient="horz" pos="108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53924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808571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835868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4442374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9798160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5326113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5939882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userDrawn="1">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userDrawn="1">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7439070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6425179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01984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842434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8993557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9689885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222059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358903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08408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userDrawn="1">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2655139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8512009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78480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90523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57741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6912588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35951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349546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cstate="email">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14910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999AE8AC-4BD3-270C-095A-CBDB57EBDCA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342229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8BE8869C-5952-747A-C0D5-069DD40B240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187353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Footer Placeholder 10">
            <a:extLst>
              <a:ext uri="{FF2B5EF4-FFF2-40B4-BE49-F238E27FC236}">
                <a16:creationId xmlns:a16="http://schemas.microsoft.com/office/drawing/2014/main" id="{59C58CD9-BE7F-91A5-A489-7701C46FA8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0344209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cstate="email">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
        <p:nvSpPr>
          <p:cNvPr id="3" name="Footer Placeholder 10">
            <a:extLst>
              <a:ext uri="{FF2B5EF4-FFF2-40B4-BE49-F238E27FC236}">
                <a16:creationId xmlns:a16="http://schemas.microsoft.com/office/drawing/2014/main" id="{55F3B42E-49D5-A402-BB55-46E458419094}"/>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1044055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1C4BDD7D-AB67-C540-A18F-6434E586C37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657716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0">
            <a:extLst>
              <a:ext uri="{FF2B5EF4-FFF2-40B4-BE49-F238E27FC236}">
                <a16:creationId xmlns:a16="http://schemas.microsoft.com/office/drawing/2014/main" id="{98D09561-FD4E-3066-64C2-824D66760B1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542492"/>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67142978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2" name="Footer Placeholder 10">
            <a:extLst>
              <a:ext uri="{FF2B5EF4-FFF2-40B4-BE49-F238E27FC236}">
                <a16:creationId xmlns:a16="http://schemas.microsoft.com/office/drawing/2014/main" id="{91010A63-B7F0-F2E2-B929-AA7970F2846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35761152"/>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4" name="Picture 3" descr="Microsoft Learn&#10;Spark possibility">
            <a:extLst>
              <a:ext uri="{FF2B5EF4-FFF2-40B4-BE49-F238E27FC236}">
                <a16:creationId xmlns:a16="http://schemas.microsoft.com/office/drawing/2014/main" id="{5DD74BAF-F737-DF24-4119-69612D6CEE2E}"/>
              </a:ext>
            </a:extLst>
          </p:cNvPr>
          <p:cNvPicPr>
            <a:picLocks noGrp="1" noRo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223228" y="2573202"/>
            <a:ext cx="5344642" cy="1681957"/>
          </a:xfrm>
          <a:prstGeom prst="rect">
            <a:avLst/>
          </a:prstGeom>
        </p:spPr>
      </p:pic>
    </p:spTree>
    <p:extLst>
      <p:ext uri="{BB962C8B-B14F-4D97-AF65-F5344CB8AC3E}">
        <p14:creationId xmlns:p14="http://schemas.microsoft.com/office/powerpoint/2010/main" val="1996189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2" name="Title 1">
            <a:extLst>
              <a:ext uri="{FF2B5EF4-FFF2-40B4-BE49-F238E27FC236}">
                <a16:creationId xmlns:a16="http://schemas.microsoft.com/office/drawing/2014/main" id="{C419B008-216D-CA1F-2D39-75B36E6A6972}"/>
              </a:ext>
            </a:extLst>
          </p:cNvPr>
          <p:cNvSpPr>
            <a:spLocks noGrp="1"/>
          </p:cNvSpPr>
          <p:nvPr>
            <p:ph type="title" hasCustomPrompt="1"/>
          </p:nvPr>
        </p:nvSpPr>
        <p:spPr>
          <a:xfrm>
            <a:off x="588263" y="2573338"/>
            <a:ext cx="11021125" cy="1676929"/>
          </a:xfrm>
        </p:spPr>
        <p:txBody>
          <a:bodyPr wrap="square" anchor="b" anchorCtr="0">
            <a:noAutofit/>
          </a:bodyPr>
          <a:lstStyle>
            <a:lvl1pPr>
              <a:lnSpc>
                <a:spcPct val="90000"/>
              </a:lnSpc>
              <a:defRPr sz="4800">
                <a:solidFill>
                  <a:schemeClr val="tx1"/>
                </a:solidFill>
              </a:defRPr>
            </a:lvl1pPr>
          </a:lstStyle>
          <a:p>
            <a:r>
              <a:rPr lang="en-US"/>
              <a:t>Microsoft Learn</a:t>
            </a:r>
            <a:br>
              <a:rPr lang="en-US"/>
            </a:br>
            <a:r>
              <a:rPr lang="en-US"/>
              <a:t>presentation title or event name</a:t>
            </a:r>
          </a:p>
        </p:txBody>
      </p:sp>
      <p:sp>
        <p:nvSpPr>
          <p:cNvPr id="13" name="Text Placeholder 4">
            <a:extLst>
              <a:ext uri="{FF2B5EF4-FFF2-40B4-BE49-F238E27FC236}">
                <a16:creationId xmlns:a16="http://schemas.microsoft.com/office/drawing/2014/main" id="{AA0EBFEA-E746-E760-148D-6B55E33CE98B}"/>
              </a:ext>
            </a:extLst>
          </p:cNvPr>
          <p:cNvSpPr>
            <a:spLocks noGrp="1"/>
          </p:cNvSpPr>
          <p:nvPr>
            <p:ph type="body" sz="quarter" idx="12" hasCustomPrompt="1"/>
          </p:nvPr>
        </p:nvSpPr>
        <p:spPr>
          <a:xfrm>
            <a:off x="582043" y="4445908"/>
            <a:ext cx="11021124"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8658998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nSpc>
                <a:spcPct val="100000"/>
              </a:lnSpc>
              <a:defRPr sz="36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900723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16C68DE-B737-469C-0510-1CE6FB0FCD97}"/>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106072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6A99E2-B1B8-F05E-79FB-6E5F6BA2198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79539"/>
            <a:ext cx="8680865" cy="553998"/>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867398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536316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18B55A-6C79-359D-87CF-515B5B5F6EF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cxnSp>
        <p:nvCxnSpPr>
          <p:cNvPr id="12" name="Straight Connector 11">
            <a:extLst>
              <a:ext uri="{FF2B5EF4-FFF2-40B4-BE49-F238E27FC236}">
                <a16:creationId xmlns:a16="http://schemas.microsoft.com/office/drawing/2014/main" id="{731143F6-2E66-B7DD-83D0-10E3BEE182CA}"/>
              </a:ext>
              <a:ext uri="{C183D7F6-B498-43B3-948B-1728B52AA6E4}">
                <adec:decorative xmlns:adec="http://schemas.microsoft.com/office/drawing/2017/decorative" val="1"/>
              </a:ext>
            </a:extLst>
          </p:cNvPr>
          <p:cNvCxnSpPr>
            <a:cxnSpLocks/>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D47B2CB-325C-5073-D8C2-698C29B7BD94}"/>
              </a:ext>
            </a:extLst>
          </p:cNvPr>
          <p:cNvSpPr>
            <a:spLocks noGrp="1"/>
          </p:cNvSpPr>
          <p:nvPr>
            <p:ph type="body" sz="quarter" idx="13" hasCustomPrompt="1"/>
          </p:nvPr>
        </p:nvSpPr>
        <p:spPr>
          <a:xfrm>
            <a:off x="582043" y="426212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120714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5">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7D666-BCD6-C322-9710-8EA204E6238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0"/>
            <a:ext cx="12191996" cy="685799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8547960" y="2099733"/>
            <a:ext cx="2863181" cy="2863181"/>
          </a:xfrm>
          <a:prstGeom prst="roundRect">
            <a:avLst>
              <a:gd name="adj" fmla="val 21738"/>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Click icon to add picture</a:t>
            </a:r>
          </a:p>
        </p:txBody>
      </p:sp>
    </p:spTree>
    <p:extLst>
      <p:ext uri="{BB962C8B-B14F-4D97-AF65-F5344CB8AC3E}">
        <p14:creationId xmlns:p14="http://schemas.microsoft.com/office/powerpoint/2010/main" val="1832841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Title Slide 5">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3A552F5-A279-E01D-8684-06A66C8E3A3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425541"/>
            <a:ext cx="4419602"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4" y="3962400"/>
            <a:ext cx="441960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6066182" y="1209017"/>
            <a:ext cx="4419601" cy="4419601"/>
          </a:xfrm>
          <a:prstGeom prst="roundRect">
            <a:avLst>
              <a:gd name="adj" fmla="val 21738"/>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Click icon to add picture</a:t>
            </a:r>
          </a:p>
        </p:txBody>
      </p:sp>
    </p:spTree>
    <p:extLst>
      <p:ext uri="{BB962C8B-B14F-4D97-AF65-F5344CB8AC3E}">
        <p14:creationId xmlns:p14="http://schemas.microsoft.com/office/powerpoint/2010/main" val="17588941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3393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4260778"/>
            <a:ext cx="4335897"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9C6438B-8AA6-6FF8-579B-E6859D9CFF89}"/>
              </a:ext>
            </a:extLst>
          </p:cNvPr>
          <p:cNvSpPr>
            <a:spLocks noGrp="1"/>
          </p:cNvSpPr>
          <p:nvPr>
            <p:ph type="pic" sz="quarter" idx="11" hasCustomPrompt="1"/>
          </p:nvPr>
        </p:nvSpPr>
        <p:spPr bwMode="ltGray">
          <a:xfrm>
            <a:off x="5334000" y="0"/>
            <a:ext cx="6858000" cy="6858000"/>
          </a:xfr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8" name="Straight Connector 7">
            <a:extLst>
              <a:ext uri="{FF2B5EF4-FFF2-40B4-BE49-F238E27FC236}">
                <a16:creationId xmlns:a16="http://schemas.microsoft.com/office/drawing/2014/main" id="{D9E5E791-B100-3AA7-21F7-E48EDD0B5D63}"/>
              </a:ext>
              <a:ext uri="{C183D7F6-B498-43B3-948B-1728B52AA6E4}">
                <adec:decorative xmlns:adec="http://schemas.microsoft.com/office/drawing/2017/decorative" val="1"/>
              </a:ext>
            </a:extLst>
          </p:cNvPr>
          <p:cNvCxnSpPr>
            <a:cxnSpLocks/>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5211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Content_Microso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5601323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pic>
        <p:nvPicPr>
          <p:cNvPr id="1026" name="Picture 2" descr="A black triangle on a white background&#10;&#10;Description automatically generated">
            <a:extLst>
              <a:ext uri="{FF2B5EF4-FFF2-40B4-BE49-F238E27FC236}">
                <a16:creationId xmlns:a16="http://schemas.microsoft.com/office/drawing/2014/main" id="{D34FB095-B792-8E28-D887-870C3ECB52A8}"/>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711892" y="6232204"/>
            <a:ext cx="287452" cy="457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253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7" name="Text Placeholder 3">
            <a:extLst>
              <a:ext uri="{FF2B5EF4-FFF2-40B4-BE49-F238E27FC236}">
                <a16:creationId xmlns:a16="http://schemas.microsoft.com/office/drawing/2014/main" id="{86F2E5AA-B8E1-2D99-BFF6-55964406C169}"/>
              </a:ext>
            </a:extLst>
          </p:cNvPr>
          <p:cNvSpPr>
            <a:spLocks noGrp="1"/>
          </p:cNvSpPr>
          <p:nvPr>
            <p:ph type="body" sz="quarter" idx="10" hasCustomPrompt="1"/>
          </p:nvPr>
        </p:nvSpPr>
        <p:spPr>
          <a:xfrm>
            <a:off x="584200" y="1961079"/>
            <a:ext cx="11018521" cy="307777"/>
          </a:xfrm>
          <a:prstGeom prst="rect">
            <a:avLst/>
          </a:prstGeom>
        </p:spPr>
        <p:txBody>
          <a:bodyPr wrap="square" lIns="0" tIns="0" rIns="0" bIns="0">
            <a:spAutoFit/>
          </a:bodyPr>
          <a:lstStyle>
            <a:lvl1pPr marL="0" indent="0">
              <a:lnSpc>
                <a:spcPts val="2400"/>
              </a:lnSpc>
              <a:buNone/>
              <a:defRPr sz="2000" b="0" i="0" spc="0">
                <a:solidFill>
                  <a:srgbClr val="000000"/>
                </a:solidFill>
                <a:latin typeface="+mj-lt"/>
              </a:defRPr>
            </a:lvl1pPr>
            <a:lvl2pPr marL="0" indent="0">
              <a:lnSpc>
                <a:spcPts val="2400"/>
              </a:lnSpc>
              <a:buNone/>
              <a:defRPr spc="0">
                <a:solidFill>
                  <a:srgbClr val="000000"/>
                </a:solidFill>
                <a:latin typeface="+mn-lt"/>
              </a:defRPr>
            </a:lvl2pPr>
            <a:lvl3pPr marL="457200" indent="0">
              <a:buNone/>
              <a:defRPr/>
            </a:lvl3pPr>
            <a:lvl4pPr marL="685800" indent="0">
              <a:buNone/>
              <a:defRPr/>
            </a:lvl4pPr>
            <a:lvl5pPr marL="914400" indent="0">
              <a:buNone/>
              <a:defRPr/>
            </a:lvl5pPr>
          </a:lstStyle>
          <a:p>
            <a:pPr lvl="1"/>
            <a:r>
              <a:rPr lang="en-US"/>
              <a:t>Large: subhead Segoe UI Regular 20/24</a:t>
            </a:r>
          </a:p>
        </p:txBody>
      </p:sp>
      <p:sp>
        <p:nvSpPr>
          <p:cNvPr id="8" name="Text Placeholder 4">
            <a:extLst>
              <a:ext uri="{FF2B5EF4-FFF2-40B4-BE49-F238E27FC236}">
                <a16:creationId xmlns:a16="http://schemas.microsoft.com/office/drawing/2014/main" id="{24F7BF36-6F86-1AAC-B730-8494CAF9A2B5}"/>
              </a:ext>
            </a:extLst>
          </p:cNvPr>
          <p:cNvSpPr>
            <a:spLocks noGrp="1"/>
          </p:cNvSpPr>
          <p:nvPr>
            <p:ph type="body" sz="quarter" idx="11" hasCustomPrompt="1"/>
          </p:nvPr>
        </p:nvSpPr>
        <p:spPr>
          <a:xfrm>
            <a:off x="584200" y="3075739"/>
            <a:ext cx="11018521" cy="220510"/>
          </a:xfrm>
          <a:prstGeom prst="rect">
            <a:avLst/>
          </a:prstGeom>
        </p:spPr>
        <p:txBody>
          <a:bodyPr lIns="0" tIns="0" rIns="0" bIns="0"/>
          <a:lstStyle>
            <a:lvl1pPr marL="0" indent="0">
              <a:lnSpc>
                <a:spcPts val="1800"/>
              </a:lnSpc>
              <a:spcBef>
                <a:spcPts val="0"/>
              </a:spcBef>
              <a:buNone/>
              <a:defRPr sz="1400" b="0" spc="0">
                <a:solidFill>
                  <a:schemeClr val="accent1"/>
                </a:solidFill>
                <a:latin typeface="+mj-lt"/>
              </a:defRPr>
            </a:lvl1pPr>
            <a:lvl2pPr marL="0" indent="0">
              <a:lnSpc>
                <a:spcPts val="1800"/>
              </a:lnSpc>
              <a:spcBef>
                <a:spcPts val="0"/>
              </a:spcBef>
              <a:buNone/>
              <a:defRPr sz="1400" spc="0">
                <a:solidFill>
                  <a:srgbClr val="000000"/>
                </a:solidFill>
              </a:defRPr>
            </a:lvl2pPr>
            <a:lvl3pPr marL="457200" indent="0">
              <a:buNone/>
              <a:defRPr/>
            </a:lvl3pPr>
            <a:lvl4pPr marL="685800" indent="0">
              <a:buNone/>
              <a:defRPr/>
            </a:lvl4pPr>
            <a:lvl5pPr marL="914400" indent="0">
              <a:buNone/>
              <a:defRPr/>
            </a:lvl5pPr>
          </a:lstStyle>
          <a:p>
            <a:pPr lvl="0"/>
            <a:r>
              <a:rPr lang="en-US"/>
              <a:t>Medium: paragraph heading Segoe UI </a:t>
            </a:r>
            <a:r>
              <a:rPr lang="en-US" err="1"/>
              <a:t>Semibold</a:t>
            </a:r>
            <a:r>
              <a:rPr lang="en-US"/>
              <a:t> 14/18</a:t>
            </a:r>
          </a:p>
        </p:txBody>
      </p:sp>
      <p:sp>
        <p:nvSpPr>
          <p:cNvPr id="9" name="Text Placeholder 6">
            <a:extLst>
              <a:ext uri="{FF2B5EF4-FFF2-40B4-BE49-F238E27FC236}">
                <a16:creationId xmlns:a16="http://schemas.microsoft.com/office/drawing/2014/main" id="{345546AD-A5A5-3F3C-BA37-4B19AEF2A5DB}"/>
              </a:ext>
            </a:extLst>
          </p:cNvPr>
          <p:cNvSpPr>
            <a:spLocks noGrp="1"/>
          </p:cNvSpPr>
          <p:nvPr>
            <p:ph type="body" sz="quarter" idx="14" hasCustomPrompt="1"/>
          </p:nvPr>
        </p:nvSpPr>
        <p:spPr>
          <a:xfrm>
            <a:off x="584200" y="4593491"/>
            <a:ext cx="11018521" cy="153888"/>
          </a:xfrm>
          <a:prstGeom prst="rect">
            <a:avLst/>
          </a:prstGeom>
        </p:spPr>
        <p:txBody>
          <a:bodyPr lIns="0" tIns="0" rIns="0" bIns="0"/>
          <a:lstStyle>
            <a:lvl1pPr marL="0" indent="0">
              <a:lnSpc>
                <a:spcPts val="1200"/>
              </a:lnSpc>
              <a:spcBef>
                <a:spcPts val="0"/>
              </a:spcBef>
              <a:buNone/>
              <a:defRPr sz="1000" spc="0">
                <a:solidFill>
                  <a:schemeClr val="tx1"/>
                </a:solidFill>
              </a:defRPr>
            </a:lvl1pPr>
            <a:lvl2pPr marL="0" indent="0">
              <a:lnSpc>
                <a:spcPct val="100000"/>
              </a:lnSpc>
              <a:spcBef>
                <a:spcPts val="0"/>
              </a:spcBef>
              <a:buNone/>
              <a:defRPr sz="1000" spc="0">
                <a:solidFill>
                  <a:srgbClr val="000000"/>
                </a:solidFill>
              </a:defRPr>
            </a:lvl2pPr>
            <a:lvl3pPr marL="457200" indent="0">
              <a:buNone/>
              <a:defRPr/>
            </a:lvl3pPr>
            <a:lvl4pPr marL="68580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0" name="Text Placeholder 3">
            <a:extLst>
              <a:ext uri="{FF2B5EF4-FFF2-40B4-BE49-F238E27FC236}">
                <a16:creationId xmlns:a16="http://schemas.microsoft.com/office/drawing/2014/main" id="{90ACF05F-2419-331C-73AA-1456DD524AFE}"/>
              </a:ext>
            </a:extLst>
          </p:cNvPr>
          <p:cNvSpPr>
            <a:spLocks noGrp="1"/>
          </p:cNvSpPr>
          <p:nvPr>
            <p:ph type="body" sz="quarter" idx="24" hasCustomPrompt="1"/>
          </p:nvPr>
        </p:nvSpPr>
        <p:spPr>
          <a:xfrm>
            <a:off x="582338" y="4385524"/>
            <a:ext cx="11018521"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Small: caption title Segoe UI Bold 10/12. </a:t>
            </a:r>
          </a:p>
        </p:txBody>
      </p:sp>
      <p:sp>
        <p:nvSpPr>
          <p:cNvPr id="11" name="Text Placeholder 4">
            <a:extLst>
              <a:ext uri="{FF2B5EF4-FFF2-40B4-BE49-F238E27FC236}">
                <a16:creationId xmlns:a16="http://schemas.microsoft.com/office/drawing/2014/main" id="{F10E3B9C-87B7-FCD5-21F0-3C1505450B59}"/>
              </a:ext>
            </a:extLst>
          </p:cNvPr>
          <p:cNvSpPr>
            <a:spLocks noGrp="1"/>
          </p:cNvSpPr>
          <p:nvPr>
            <p:ph type="body" sz="quarter" idx="18" hasCustomPrompt="1"/>
          </p:nvPr>
        </p:nvSpPr>
        <p:spPr>
          <a:xfrm>
            <a:off x="582338" y="3385527"/>
            <a:ext cx="11018521" cy="220445"/>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Medium: body copy Segoe UI Regular 14/18</a:t>
            </a:r>
          </a:p>
        </p:txBody>
      </p:sp>
    </p:spTree>
    <p:extLst>
      <p:ext uri="{BB962C8B-B14F-4D97-AF65-F5344CB8AC3E}">
        <p14:creationId xmlns:p14="http://schemas.microsoft.com/office/powerpoint/2010/main" val="38779229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4F3F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89" y="2030760"/>
            <a:ext cx="9570435" cy="307777"/>
          </a:xfrm>
        </p:spPr>
        <p:txBody>
          <a:bodyPr wrap="square">
            <a:spAutoFit/>
          </a:bodyPr>
          <a:lstStyle>
            <a:lvl1pPr marL="0" indent="0">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vl3pPr marL="457200" indent="0">
              <a:buNone/>
              <a:defRPr/>
            </a:lvl3pPr>
            <a:lvl4pPr marL="685800" indent="0">
              <a:buNone/>
              <a:defRPr/>
            </a:lvl4pPr>
            <a:lvl5pPr marL="914400" indent="0">
              <a:buNone/>
              <a:defRPr/>
            </a:lvl5pPr>
          </a:lstStyle>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a:t>Click to edit Master text styles</a:t>
            </a:r>
          </a:p>
        </p:txBody>
      </p:sp>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098998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hasCustomPrompt="1"/>
          </p:nvPr>
        </p:nvSpPr>
        <p:spPr/>
        <p:txBody>
          <a:bodyPr/>
          <a:lstStyle/>
          <a:p>
            <a:r>
              <a:rPr lang="en-US"/>
              <a:t>Click to edit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hasCustomPrompt="1"/>
          </p:nvPr>
        </p:nvSpPr>
        <p:spPr>
          <a:xfrm>
            <a:off x="584200" y="1435100"/>
            <a:ext cx="5211763"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hasCustomPrompt="1"/>
          </p:nvPr>
        </p:nvSpPr>
        <p:spPr>
          <a:xfrm>
            <a:off x="6389688" y="1435100"/>
            <a:ext cx="5219700"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544984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p:cNvSpPr>
            <a:spLocks noGrp="1"/>
          </p:cNvSpPr>
          <p:nvPr>
            <p:ph type="body" sz="quarter" idx="10" hasCustomPrompt="1"/>
          </p:nvPr>
        </p:nvSpPr>
        <p:spPr>
          <a:xfrm>
            <a:off x="584200"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hasCustomPrompt="1"/>
          </p:nvPr>
        </p:nvSpPr>
        <p:spPr>
          <a:xfrm>
            <a:off x="6397171"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79388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hasCustomPrompt="1"/>
          </p:nvPr>
        </p:nvSpPr>
        <p:spPr>
          <a:xfrm>
            <a:off x="584200"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hasCustomPrompt="1"/>
          </p:nvPr>
        </p:nvSpPr>
        <p:spPr>
          <a:xfrm>
            <a:off x="584200" y="2084388"/>
            <a:ext cx="5219700" cy="1175706"/>
          </a:xfrm>
        </p:spPr>
        <p:txBody>
          <a:bodyPr>
            <a:spAutoFit/>
          </a:bodyPr>
          <a:lstStyle>
            <a:lvl1pPr marL="171450" indent="-171450">
              <a:defRPr lang="en-US" sz="2000" dirty="0"/>
            </a:lvl1pPr>
            <a:lvl2pPr marL="342900" indent="-171450">
              <a:defRPr lang="en-US" sz="1400" dirty="0"/>
            </a:lvl2pPr>
            <a:lvl3pPr marL="514350" indent="-171450">
              <a:defRPr lang="en-US" sz="1100" dirty="0"/>
            </a:lvl3pPr>
            <a:lvl4pPr marL="666750" indent="-152400">
              <a:defRPr lang="en-US" sz="1050" dirty="0"/>
            </a:lvl4pPr>
            <a:lvl5pPr marL="793750" indent="-120650">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hasCustomPrompt="1"/>
          </p:nvPr>
        </p:nvSpPr>
        <p:spPr>
          <a:xfrm>
            <a:off x="6397625"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hasCustomPrompt="1"/>
          </p:nvPr>
        </p:nvSpPr>
        <p:spPr>
          <a:xfrm>
            <a:off x="6397625" y="2084388"/>
            <a:ext cx="5219700" cy="1175706"/>
          </a:xfrm>
        </p:spPr>
        <p:txBody>
          <a:bodyPr>
            <a:spAutoFit/>
          </a:bodyPr>
          <a:lstStyle>
            <a:lvl1pPr marL="171450" indent="-171450">
              <a:defRPr lang="en-US" sz="2000" dirty="0"/>
            </a:lvl1pPr>
            <a:lvl2pPr marL="342900" indent="-171450">
              <a:defRPr lang="en-US" sz="1400" dirty="0"/>
            </a:lvl2pPr>
            <a:lvl3pPr marL="514350" indent="-171450">
              <a:defRPr lang="en-US" sz="1100" dirty="0"/>
            </a:lvl3pPr>
            <a:lvl4pPr marL="685800" indent="-136525">
              <a:defRPr lang="en-US" sz="1050" dirty="0"/>
            </a:lvl4pPr>
            <a:lvl5pPr marL="793750" indent="-120650">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1860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hasCustomPrompt="1"/>
          </p:nvPr>
        </p:nvSpPr>
        <p:spPr>
          <a:xfrm>
            <a:off x="584200"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hasCustomPrompt="1"/>
          </p:nvPr>
        </p:nvSpPr>
        <p:spPr>
          <a:xfrm>
            <a:off x="588963"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hasCustomPrompt="1"/>
          </p:nvPr>
        </p:nvSpPr>
        <p:spPr>
          <a:xfrm>
            <a:off x="6397625"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hasCustomPrompt="1"/>
          </p:nvPr>
        </p:nvSpPr>
        <p:spPr>
          <a:xfrm>
            <a:off x="6394451"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08667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wo Column Content with Subheads 2">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1" y="1992313"/>
            <a:ext cx="3690937" cy="220510"/>
          </a:xfrm>
          <a:prstGeom prst="rect">
            <a:avLst/>
          </a:prstGeom>
        </p:spPr>
        <p:txBody>
          <a:bodyPr lIns="0" tIns="0" rIns="0" bIns="0"/>
          <a:lstStyle>
            <a:lvl1pPr marL="0" indent="0">
              <a:lnSpc>
                <a:spcPts val="1800"/>
              </a:lnSpc>
              <a:spcBef>
                <a:spcPts val="0"/>
              </a:spcBef>
              <a:spcAft>
                <a:spcPts val="600"/>
              </a:spcAft>
              <a:buFont typeface="Arial" panose="020B0604020202020204" pitchFamily="34" charset="0"/>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514562" y="1992313"/>
            <a:ext cx="3690937" cy="220510"/>
          </a:xfrm>
          <a:prstGeom prst="rect">
            <a:avLst/>
          </a:prstGeom>
        </p:spPr>
        <p:txBody>
          <a:bodyPr lIns="0" tIns="0" rIns="0" bIns="0"/>
          <a:lstStyle>
            <a:lvl1pPr marL="0" indent="0">
              <a:lnSpc>
                <a:spcPts val="1800"/>
              </a:lnSpc>
              <a:spcBef>
                <a:spcPts val="0"/>
              </a:spcBef>
              <a:spcAft>
                <a:spcPts val="600"/>
              </a:spcAft>
              <a:buFont typeface="Arial" panose="020B0604020202020204" pitchFamily="34" charset="0"/>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199" y="2300087"/>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514562" y="2300087"/>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214729766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hasCustomPrompt="1"/>
          </p:nvPr>
        </p:nvSpPr>
        <p:spPr>
          <a:xfrm>
            <a:off x="585217"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181862"/>
          </a:xfrm>
        </p:spPr>
        <p:txBody>
          <a:bodyPr wrap="square">
            <a:spAutoFit/>
          </a:bodyPr>
          <a:lstStyle>
            <a:lvl1pPr marL="176213" indent="-176213">
              <a:defRPr lang="en-US" sz="1800" dirty="0"/>
            </a:lvl1pPr>
            <a:lvl2pPr marL="322263" indent="-150813">
              <a:defRPr lang="en-US" sz="1600" dirty="0"/>
            </a:lvl2pPr>
            <a:lvl3pPr marL="466725" indent="-138113">
              <a:defRPr lang="en-US" sz="1100" dirty="0"/>
            </a:lvl3pPr>
            <a:lvl4pPr marL="595313" indent="-128588">
              <a:defRPr lang="en-US" sz="1050" dirty="0"/>
            </a:lvl4pPr>
            <a:lvl5pPr marL="731838" indent="-122238">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hasCustomPrompt="1"/>
          </p:nvPr>
        </p:nvSpPr>
        <p:spPr>
          <a:xfrm>
            <a:off x="4463796"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181862"/>
          </a:xfrm>
        </p:spPr>
        <p:txBody>
          <a:bodyPr wrap="square">
            <a:spAutoFit/>
          </a:bodyPr>
          <a:lstStyle>
            <a:lvl1pPr marL="176213" indent="-176213">
              <a:defRPr lang="en-US" sz="1800" dirty="0"/>
            </a:lvl1pPr>
            <a:lvl2pPr marL="398463" indent="-169863">
              <a:defRPr lang="en-US" sz="1600" dirty="0"/>
            </a:lvl2pPr>
            <a:lvl3pPr marL="555625" indent="-157163">
              <a:defRPr lang="en-US" sz="1100" dirty="0"/>
            </a:lvl3pPr>
            <a:lvl4pPr marL="685800" indent="-136525">
              <a:defRPr lang="en-US" sz="1050" dirty="0"/>
            </a:lvl4pPr>
            <a:lvl5pPr marL="800100" indent="-111125">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hasCustomPrompt="1"/>
          </p:nvPr>
        </p:nvSpPr>
        <p:spPr>
          <a:xfrm>
            <a:off x="8342375"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181862"/>
          </a:xfrm>
        </p:spPr>
        <p:txBody>
          <a:bodyPr wrap="square">
            <a:spAutoFit/>
          </a:bodyPr>
          <a:lstStyle>
            <a:lvl1pPr marL="176213" indent="-176213">
              <a:defRPr lang="en-US" sz="1800" dirty="0"/>
            </a:lvl1pPr>
            <a:lvl2pPr marL="398463" indent="-169863">
              <a:defRPr lang="en-US" sz="1600" dirty="0"/>
            </a:lvl2pPr>
            <a:lvl3pPr marL="555625" indent="-157163">
              <a:defRPr lang="en-US" sz="1100" dirty="0"/>
            </a:lvl3pPr>
            <a:lvl4pPr marL="685800" indent="-136525">
              <a:defRPr lang="en-US" sz="1050" dirty="0"/>
            </a:lvl4pPr>
            <a:lvl5pPr marL="800100" indent="-111125">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791767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24">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20" name="Text Placeholder 4">
            <a:extLst>
              <a:ext uri="{FF2B5EF4-FFF2-40B4-BE49-F238E27FC236}">
                <a16:creationId xmlns:a16="http://schemas.microsoft.com/office/drawing/2014/main" id="{8AB7BB6A-65B6-AEC7-836B-8D35242275AF}"/>
              </a:ext>
            </a:extLst>
          </p:cNvPr>
          <p:cNvSpPr>
            <a:spLocks noGrp="1"/>
          </p:cNvSpPr>
          <p:nvPr>
            <p:ph type="body" sz="quarter" idx="17" hasCustomPrompt="1"/>
          </p:nvPr>
        </p:nvSpPr>
        <p:spPr>
          <a:xfrm>
            <a:off x="582877"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sz="1400" b="0" i="0" spc="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FB0535AF-BE85-1E67-DD92-E38C21AF7E8C}"/>
              </a:ext>
            </a:extLst>
          </p:cNvPr>
          <p:cNvSpPr>
            <a:spLocks noGrp="1"/>
          </p:cNvSpPr>
          <p:nvPr>
            <p:ph type="body" sz="quarter" idx="18" hasCustomPrompt="1"/>
          </p:nvPr>
        </p:nvSpPr>
        <p:spPr>
          <a:xfrm>
            <a:off x="4371341"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4">
            <a:extLst>
              <a:ext uri="{FF2B5EF4-FFF2-40B4-BE49-F238E27FC236}">
                <a16:creationId xmlns:a16="http://schemas.microsoft.com/office/drawing/2014/main" id="{8E1F9237-EE15-C9FE-E0CA-3A37C93F9063}"/>
              </a:ext>
            </a:extLst>
          </p:cNvPr>
          <p:cNvSpPr>
            <a:spLocks noGrp="1"/>
          </p:cNvSpPr>
          <p:nvPr>
            <p:ph type="body" sz="quarter" idx="19" hasCustomPrompt="1"/>
          </p:nvPr>
        </p:nvSpPr>
        <p:spPr>
          <a:xfrm>
            <a:off x="8136551"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6" name="Text Placeholder 4">
            <a:extLst>
              <a:ext uri="{FF2B5EF4-FFF2-40B4-BE49-F238E27FC236}">
                <a16:creationId xmlns:a16="http://schemas.microsoft.com/office/drawing/2014/main" id="{775241E4-9061-8DB7-2B87-BA0CCA011ACE}"/>
              </a:ext>
            </a:extLst>
          </p:cNvPr>
          <p:cNvSpPr>
            <a:spLocks noGrp="1"/>
          </p:cNvSpPr>
          <p:nvPr>
            <p:ph type="body" sz="quarter" idx="11" hasCustomPrompt="1"/>
          </p:nvPr>
        </p:nvSpPr>
        <p:spPr>
          <a:xfrm>
            <a:off x="582877"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27" name="Text Placeholder 4">
            <a:extLst>
              <a:ext uri="{FF2B5EF4-FFF2-40B4-BE49-F238E27FC236}">
                <a16:creationId xmlns:a16="http://schemas.microsoft.com/office/drawing/2014/main" id="{82D1AEC7-7020-CBA4-58E1-0D75BA2EF496}"/>
              </a:ext>
            </a:extLst>
          </p:cNvPr>
          <p:cNvSpPr>
            <a:spLocks noGrp="1"/>
          </p:cNvSpPr>
          <p:nvPr>
            <p:ph type="body" sz="quarter" idx="12" hasCustomPrompt="1"/>
          </p:nvPr>
        </p:nvSpPr>
        <p:spPr>
          <a:xfrm>
            <a:off x="4371341"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28" name="Text Placeholder 4">
            <a:extLst>
              <a:ext uri="{FF2B5EF4-FFF2-40B4-BE49-F238E27FC236}">
                <a16:creationId xmlns:a16="http://schemas.microsoft.com/office/drawing/2014/main" id="{6416719B-F50B-D496-C069-4C1F30AFEC70}"/>
              </a:ext>
            </a:extLst>
          </p:cNvPr>
          <p:cNvSpPr>
            <a:spLocks noGrp="1"/>
          </p:cNvSpPr>
          <p:nvPr>
            <p:ph type="body" sz="quarter" idx="13" hasCustomPrompt="1"/>
          </p:nvPr>
        </p:nvSpPr>
        <p:spPr>
          <a:xfrm>
            <a:off x="8136551"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Tree>
    <p:extLst>
      <p:ext uri="{BB962C8B-B14F-4D97-AF65-F5344CB8AC3E}">
        <p14:creationId xmlns:p14="http://schemas.microsoft.com/office/powerpoint/2010/main" val="23467923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3">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6" name="Text Placeholder 3">
            <a:extLst>
              <a:ext uri="{FF2B5EF4-FFF2-40B4-BE49-F238E27FC236}">
                <a16:creationId xmlns:a16="http://schemas.microsoft.com/office/drawing/2014/main" id="{46628952-3608-D408-E97B-C5509801C79B}"/>
              </a:ext>
            </a:extLst>
          </p:cNvPr>
          <p:cNvSpPr>
            <a:spLocks noGrp="1"/>
          </p:cNvSpPr>
          <p:nvPr>
            <p:ph type="body" sz="quarter" idx="10" hasCustomPrompt="1"/>
          </p:nvPr>
        </p:nvSpPr>
        <p:spPr>
          <a:xfrm>
            <a:off x="588263" y="1971020"/>
            <a:ext cx="9449500" cy="615553"/>
          </a:xfrm>
          <a:prstGeom prst="rect">
            <a:avLst/>
          </a:prstGeom>
        </p:spPr>
        <p:txBody>
          <a:bodyPr wrap="square" lIns="0" tIns="0" rIns="0" bIns="0">
            <a:spAutoFit/>
          </a:bodyPr>
          <a:lstStyle>
            <a:lvl1pPr marL="0" indent="0">
              <a:lnSpc>
                <a:spcPts val="2400"/>
              </a:lnSpc>
              <a:buNone/>
              <a:defRPr lang="en-US" sz="2000" kern="1200" spc="0" baseline="0" dirty="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lvl="0"/>
            <a:r>
              <a:rPr lang="en-US"/>
              <a:t>Subhead Segoe UI Regular 20/24.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2" y="3214124"/>
            <a:ext cx="3474720"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356101" y="3214124"/>
            <a:ext cx="3474720"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9" name="Text Placeholder 4">
            <a:extLst>
              <a:ext uri="{FF2B5EF4-FFF2-40B4-BE49-F238E27FC236}">
                <a16:creationId xmlns:a16="http://schemas.microsoft.com/office/drawing/2014/main" id="{A65E358F-5CAF-2294-2C8A-0C65BE0A268F}"/>
              </a:ext>
            </a:extLst>
          </p:cNvPr>
          <p:cNvSpPr>
            <a:spLocks noGrp="1"/>
          </p:cNvSpPr>
          <p:nvPr>
            <p:ph type="body" sz="quarter" idx="13" hasCustomPrompt="1"/>
          </p:nvPr>
        </p:nvSpPr>
        <p:spPr>
          <a:xfrm>
            <a:off x="8128000" y="3214124"/>
            <a:ext cx="3474445"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200" y="3521898"/>
            <a:ext cx="3474720"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356101" y="3521898"/>
            <a:ext cx="3474720"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4">
            <a:extLst>
              <a:ext uri="{FF2B5EF4-FFF2-40B4-BE49-F238E27FC236}">
                <a16:creationId xmlns:a16="http://schemas.microsoft.com/office/drawing/2014/main" id="{602E34F2-8AEC-5D82-A459-7615DC29B15F}"/>
              </a:ext>
            </a:extLst>
          </p:cNvPr>
          <p:cNvSpPr>
            <a:spLocks noGrp="1"/>
          </p:cNvSpPr>
          <p:nvPr>
            <p:ph type="body" sz="quarter" idx="19" hasCustomPrompt="1"/>
          </p:nvPr>
        </p:nvSpPr>
        <p:spPr>
          <a:xfrm>
            <a:off x="8134943" y="3521898"/>
            <a:ext cx="3474445"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33156714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Oval 10">
            <a:extLst>
              <a:ext uri="{FF2B5EF4-FFF2-40B4-BE49-F238E27FC236}">
                <a16:creationId xmlns:a16="http://schemas.microsoft.com/office/drawing/2014/main" id="{F3C14C4D-447D-641B-9EE1-BB7D37876DFD}"/>
              </a:ext>
            </a:extLst>
          </p:cNvPr>
          <p:cNvSpPr/>
          <p:nvPr userDrawn="1"/>
        </p:nvSpPr>
        <p:spPr>
          <a:xfrm>
            <a:off x="8769505" y="1609347"/>
            <a:ext cx="2196790" cy="219679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1A257B80-0E22-6118-D58C-8D479BE856CC}"/>
              </a:ext>
            </a:extLst>
          </p:cNvPr>
          <p:cNvSpPr/>
          <p:nvPr userDrawn="1"/>
        </p:nvSpPr>
        <p:spPr>
          <a:xfrm>
            <a:off x="1216757" y="1609347"/>
            <a:ext cx="2196790" cy="219679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F3C5F4DB-FE2F-3894-3C54-F1395F059BC1}"/>
              </a:ext>
            </a:extLst>
          </p:cNvPr>
          <p:cNvSpPr/>
          <p:nvPr userDrawn="1"/>
        </p:nvSpPr>
        <p:spPr>
          <a:xfrm>
            <a:off x="4997605" y="1609347"/>
            <a:ext cx="2196790" cy="2196790"/>
          </a:xfrm>
          <a:prstGeom prst="ellipse">
            <a:avLst/>
          </a:prstGeom>
          <a:solidFill>
            <a:srgbClr val="CD9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3772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2"/>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1"/>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chemeClr val="accent3"/>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8382403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6"/>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5"/>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rgbClr val="8DC8E8"/>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295149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2532063"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3413125" y="1438275"/>
            <a:ext cx="2533650"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3413125" y="227647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6244208" y="1438275"/>
            <a:ext cx="2532063"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6244208" y="228311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9073133" y="1438275"/>
            <a:ext cx="2533650"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9073133" y="227647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60288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2">
    <p:bg>
      <p:bgPr>
        <a:solidFill>
          <a:srgbClr val="F4F3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4763AA-7A64-C315-54ED-405AA5F28928}"/>
              </a:ext>
            </a:extLst>
          </p:cNvPr>
          <p:cNvSpPr/>
          <p:nvPr userDrawn="1"/>
        </p:nvSpPr>
        <p:spPr bwMode="auto">
          <a:xfrm>
            <a:off x="0" y="0"/>
            <a:ext cx="12192000" cy="120898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chemeClr val="accent2"/>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7" name="Text Placeholder 11">
            <a:extLst>
              <a:ext uri="{FF2B5EF4-FFF2-40B4-BE49-F238E27FC236}">
                <a16:creationId xmlns:a16="http://schemas.microsoft.com/office/drawing/2014/main" id="{0EA42F63-B2F3-3A38-57BC-24F6164484E0}"/>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9" name="Text Placeholder 7">
            <a:extLst>
              <a:ext uri="{FF2B5EF4-FFF2-40B4-BE49-F238E27FC236}">
                <a16:creationId xmlns:a16="http://schemas.microsoft.com/office/drawing/2014/main" id="{1F284777-927E-F267-62FB-0ADA3AB8ABEF}"/>
              </a:ext>
            </a:extLst>
          </p:cNvPr>
          <p:cNvSpPr>
            <a:spLocks noGrp="1"/>
          </p:cNvSpPr>
          <p:nvPr>
            <p:ph type="body" sz="quarter" idx="14"/>
          </p:nvPr>
        </p:nvSpPr>
        <p:spPr>
          <a:xfrm>
            <a:off x="584200" y="251102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a:extLst>
              <a:ext uri="{FF2B5EF4-FFF2-40B4-BE49-F238E27FC236}">
                <a16:creationId xmlns:a16="http://schemas.microsoft.com/office/drawing/2014/main" id="{B6D7214D-CF27-5C85-22BE-C501CC3F79F6}"/>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1" name="Text Placeholder 9">
            <a:extLst>
              <a:ext uri="{FF2B5EF4-FFF2-40B4-BE49-F238E27FC236}">
                <a16:creationId xmlns:a16="http://schemas.microsoft.com/office/drawing/2014/main" id="{D0E08958-F760-A396-6DDC-ADDF12562EFC}"/>
              </a:ext>
            </a:extLst>
          </p:cNvPr>
          <p:cNvSpPr>
            <a:spLocks noGrp="1"/>
          </p:cNvSpPr>
          <p:nvPr>
            <p:ph type="body" sz="quarter" idx="15"/>
          </p:nvPr>
        </p:nvSpPr>
        <p:spPr>
          <a:xfrm>
            <a:off x="3413125" y="250438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2E8EB955-55F0-24FF-CDCC-B5A5FFFC6B4A}"/>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3" name="Text Placeholder 7">
            <a:extLst>
              <a:ext uri="{FF2B5EF4-FFF2-40B4-BE49-F238E27FC236}">
                <a16:creationId xmlns:a16="http://schemas.microsoft.com/office/drawing/2014/main" id="{36792F0E-DEBA-6C31-5613-59E8E3706BAE}"/>
              </a:ext>
            </a:extLst>
          </p:cNvPr>
          <p:cNvSpPr>
            <a:spLocks noGrp="1"/>
          </p:cNvSpPr>
          <p:nvPr>
            <p:ph type="body" sz="quarter" idx="19"/>
          </p:nvPr>
        </p:nvSpPr>
        <p:spPr>
          <a:xfrm>
            <a:off x="6244208" y="251102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A858486-2BAB-90FA-E642-5FFCB8955993}"/>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5" name="Text Placeholder 9">
            <a:extLst>
              <a:ext uri="{FF2B5EF4-FFF2-40B4-BE49-F238E27FC236}">
                <a16:creationId xmlns:a16="http://schemas.microsoft.com/office/drawing/2014/main" id="{6614B332-A4F9-7C7C-FA27-45DE478DA645}"/>
              </a:ext>
            </a:extLst>
          </p:cNvPr>
          <p:cNvSpPr>
            <a:spLocks noGrp="1"/>
          </p:cNvSpPr>
          <p:nvPr>
            <p:ph type="body" sz="quarter" idx="21"/>
          </p:nvPr>
        </p:nvSpPr>
        <p:spPr>
          <a:xfrm>
            <a:off x="9073133" y="250438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1452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2849007"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5113814" y="228311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7378621"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hasCustomPrompt="1"/>
          </p:nvPr>
        </p:nvSpPr>
        <p:spPr>
          <a:xfrm>
            <a:off x="9643428"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519585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32047496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6">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0">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2875002"/>
            <a:ext cx="4127692" cy="1107996"/>
          </a:xfrm>
        </p:spPr>
        <p:txBody>
          <a:bodyPr wrap="square" anchor="ctr">
            <a:spAutoFit/>
          </a:bodyPr>
          <a:lstStyle/>
          <a:p>
            <a:r>
              <a:rPr lang="en-US"/>
              <a:t>Click to edit title style</a:t>
            </a:r>
          </a:p>
        </p:txBody>
      </p:sp>
    </p:spTree>
    <p:extLst>
      <p:ext uri="{BB962C8B-B14F-4D97-AF65-F5344CB8AC3E}">
        <p14:creationId xmlns:p14="http://schemas.microsoft.com/office/powerpoint/2010/main" val="3078607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Tree>
    <p:extLst>
      <p:ext uri="{BB962C8B-B14F-4D97-AF65-F5344CB8AC3E}">
        <p14:creationId xmlns:p14="http://schemas.microsoft.com/office/powerpoint/2010/main" val="25076803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spl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2" y="457200"/>
            <a:ext cx="5687568" cy="553998"/>
          </a:xfrm>
        </p:spPr>
        <p:txBody>
          <a:bodyPr/>
          <a:lstStyle/>
          <a:p>
            <a:r>
              <a:rPr lang="en-US"/>
              <a:t>Click to edit title style</a:t>
            </a:r>
          </a:p>
        </p:txBody>
      </p:sp>
      <p:sp>
        <p:nvSpPr>
          <p:cNvPr id="4" name="Rectangle 3">
            <a:extLst>
              <a:ext uri="{FF2B5EF4-FFF2-40B4-BE49-F238E27FC236}">
                <a16:creationId xmlns:a16="http://schemas.microsoft.com/office/drawing/2014/main" id="{66ED9561-2D36-C7A9-8121-647D44F28482}"/>
              </a:ext>
              <a:ext uri="{C183D7F6-B498-43B3-948B-1728B52AA6E4}">
                <adec:decorative xmlns:adec="http://schemas.microsoft.com/office/drawing/2017/decorative" val="1"/>
              </a:ext>
            </a:extLst>
          </p:cNvPr>
          <p:cNvSpPr/>
          <p:nvPr userDrawn="1"/>
        </p:nvSpPr>
        <p:spPr bwMode="auto">
          <a:xfrm>
            <a:off x="6858000" y="0"/>
            <a:ext cx="5333999" cy="6858000"/>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959952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453303"/>
            <a:ext cx="4158362" cy="430887"/>
          </a:xfrm>
        </p:spPr>
        <p:txBody>
          <a:bodyPr anchor="b"/>
          <a:lstStyle>
            <a:lvl1pPr>
              <a:defRPr sz="2800"/>
            </a:lvl1pPr>
          </a:lstStyle>
          <a:p>
            <a:r>
              <a:rPr lang="en-US"/>
              <a:t>Click to edit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1971020"/>
            <a:ext cx="4162425" cy="307777"/>
          </a:xfrm>
        </p:spPr>
        <p:txBody>
          <a:bodyPr/>
          <a:lstStyle>
            <a:lvl1pPr marL="0" indent="0">
              <a:lnSpc>
                <a:spcPts val="2400"/>
              </a:lnSpc>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8" name="Text Placeholder 4">
            <a:extLst>
              <a:ext uri="{FF2B5EF4-FFF2-40B4-BE49-F238E27FC236}">
                <a16:creationId xmlns:a16="http://schemas.microsoft.com/office/drawing/2014/main" id="{AA4A25BE-EEC4-2D45-6B51-A6D5FDC0CD9E}"/>
              </a:ext>
            </a:extLst>
          </p:cNvPr>
          <p:cNvSpPr>
            <a:spLocks noGrp="1"/>
          </p:cNvSpPr>
          <p:nvPr>
            <p:ph type="body" sz="quarter" idx="13" hasCustomPrompt="1"/>
          </p:nvPr>
        </p:nvSpPr>
        <p:spPr>
          <a:xfrm>
            <a:off x="586062" y="3084755"/>
            <a:ext cx="4167188"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9" name="Text Placeholder 4">
            <a:extLst>
              <a:ext uri="{FF2B5EF4-FFF2-40B4-BE49-F238E27FC236}">
                <a16:creationId xmlns:a16="http://schemas.microsoft.com/office/drawing/2014/main" id="{B898ECC2-F025-9F52-FDDA-2757DC69BA28}"/>
              </a:ext>
            </a:extLst>
          </p:cNvPr>
          <p:cNvSpPr>
            <a:spLocks noGrp="1"/>
          </p:cNvSpPr>
          <p:nvPr>
            <p:ph type="body" sz="quarter" idx="17" hasCustomPrompt="1"/>
          </p:nvPr>
        </p:nvSpPr>
        <p:spPr>
          <a:xfrm>
            <a:off x="584200" y="3392529"/>
            <a:ext cx="4167188" cy="1598771"/>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AB1F49BE-32CF-300B-48DC-B74CA09F2E96}"/>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320885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28">
          <p15:clr>
            <a:srgbClr val="A4A3A4"/>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Square Photo 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27750147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hasCustomPrompt="1"/>
          </p:nvPr>
        </p:nvSpPr>
        <p:spPr>
          <a:xfrm>
            <a:off x="588263" y="2873414"/>
            <a:ext cx="4159950" cy="1107996"/>
          </a:xfrm>
        </p:spPr>
        <p:txBody>
          <a:bodyPr anchor="ct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907287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738664"/>
          </a:xfrm>
        </p:spPr>
        <p:txBody>
          <a:bodyPr anchor="t"/>
          <a:lstStyle>
            <a:lvl1pPr>
              <a:defRPr sz="24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520956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full bleed">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cstate="email">
              <a:extLst>
                <a:ext uri="{28A0092B-C50C-407E-A947-70E740481C1C}">
                  <a14:useLocalDpi xmlns:a14="http://schemas.microsoft.com/office/drawing/2010/main"/>
                </a:ext>
              </a:extLst>
            </a:blip>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515920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cstate="email">
              <a:extLst>
                <a:ext uri="{28A0092B-C50C-407E-A947-70E740481C1C}">
                  <a14:useLocalDpi xmlns:a14="http://schemas.microsoft.com/office/drawing/2010/main"/>
                </a:ext>
              </a:extLst>
            </a:blip>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200" spc="0">
                <a:solidFill>
                  <a:srgbClr val="FFFFFF"/>
                </a:solidFill>
              </a:defRPr>
            </a:lvl1pPr>
          </a:lstStyle>
          <a:p>
            <a:r>
              <a:rPr lang="en-US"/>
              <a:t>Click to edit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5991725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cstate="email">
              <a:extLst>
                <a:ext uri="{28A0092B-C50C-407E-A947-70E740481C1C}">
                  <a14:useLocalDpi xmlns:a14="http://schemas.microsoft.com/office/drawing/2010/main"/>
                </a:ext>
              </a:extLst>
            </a:blip>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273711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cstate="email">
              <a:extLst>
                <a:ext uri="{28A0092B-C50C-407E-A947-70E740481C1C}">
                  <a14:useLocalDpi xmlns:a14="http://schemas.microsoft.com/office/drawing/2010/main"/>
                </a:ext>
              </a:extLst>
            </a:blip>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1760174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hasCustomPrompt="1"/>
          </p:nvPr>
        </p:nvSpPr>
        <p:spPr>
          <a:xfrm>
            <a:off x="588263" y="5436128"/>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cstate="email">
              <a:extLst>
                <a:ext uri="{28A0092B-C50C-407E-A947-70E740481C1C}">
                  <a14:useLocalDpi xmlns:a14="http://schemas.microsoft.com/office/drawing/2010/main"/>
                </a:ext>
              </a:extLst>
            </a:blip>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6688546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hasCustomPrompt="1"/>
          </p:nvPr>
        </p:nvSpPr>
        <p:spPr>
          <a:xfrm>
            <a:off x="588263" y="866287"/>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cstate="email">
              <a:extLst>
                <a:ext uri="{28A0092B-C50C-407E-A947-70E740481C1C}">
                  <a14:useLocalDpi xmlns:a14="http://schemas.microsoft.com/office/drawing/2010/main"/>
                </a:ext>
              </a:extLst>
            </a:blip>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1411285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wo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4199" y="5689600"/>
            <a:ext cx="5367528"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prstGeom prst="roundRect">
            <a:avLst>
              <a:gd name="adj" fmla="val 8178"/>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1860" y="5689600"/>
            <a:ext cx="5367528" cy="246221"/>
          </a:xfrm>
        </p:spPr>
        <p:txBody>
          <a:bodyPr/>
          <a:lstStyle>
            <a:lvl1pPr marL="0" indent="0" algn="l">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prstGeom prst="roundRect">
            <a:avLst>
              <a:gd name="adj" fmla="val 7612"/>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80722904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hree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prstGeom prst="roundRect">
            <a:avLst>
              <a:gd name="adj" fmla="val 7612"/>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oundRect">
            <a:avLst>
              <a:gd name="adj" fmla="val 7612"/>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oundRect">
            <a:avLst>
              <a:gd name="adj" fmla="val 7895"/>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89540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hree picture with subtitl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1332631"/>
            <a:ext cx="3474720" cy="3474720"/>
          </a:xfrm>
          <a:prstGeom prst="roundRect">
            <a:avLst>
              <a:gd name="adj" fmla="val 7612"/>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1332631"/>
            <a:ext cx="3474720" cy="3474720"/>
          </a:xfrm>
          <a:prstGeom prst="roundRect">
            <a:avLst>
              <a:gd name="adj" fmla="val 7612"/>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1332631"/>
            <a:ext cx="3474720" cy="3474720"/>
          </a:xfrm>
          <a:prstGeom prst="roundRect">
            <a:avLst>
              <a:gd name="adj" fmla="val 7895"/>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4">
            <a:extLst>
              <a:ext uri="{FF2B5EF4-FFF2-40B4-BE49-F238E27FC236}">
                <a16:creationId xmlns:a16="http://schemas.microsoft.com/office/drawing/2014/main" id="{2BFE283E-20EE-6783-BD84-82B4E8AD3588}"/>
              </a:ext>
            </a:extLst>
          </p:cNvPr>
          <p:cNvSpPr>
            <a:spLocks noGrp="1"/>
          </p:cNvSpPr>
          <p:nvPr>
            <p:ph type="body" sz="quarter" idx="19" hasCustomPrompt="1"/>
          </p:nvPr>
        </p:nvSpPr>
        <p:spPr>
          <a:xfrm>
            <a:off x="584200" y="5354468"/>
            <a:ext cx="3474720"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4">
            <a:extLst>
              <a:ext uri="{FF2B5EF4-FFF2-40B4-BE49-F238E27FC236}">
                <a16:creationId xmlns:a16="http://schemas.microsoft.com/office/drawing/2014/main" id="{4F92DA75-7E4D-567F-ECD8-2CA3158E6DF4}"/>
              </a:ext>
            </a:extLst>
          </p:cNvPr>
          <p:cNvSpPr>
            <a:spLocks noGrp="1"/>
          </p:cNvSpPr>
          <p:nvPr>
            <p:ph type="body" sz="quarter" idx="20" hasCustomPrompt="1"/>
          </p:nvPr>
        </p:nvSpPr>
        <p:spPr>
          <a:xfrm>
            <a:off x="4356101" y="5354468"/>
            <a:ext cx="3474720"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8" name="Text Placeholder 4">
            <a:extLst>
              <a:ext uri="{FF2B5EF4-FFF2-40B4-BE49-F238E27FC236}">
                <a16:creationId xmlns:a16="http://schemas.microsoft.com/office/drawing/2014/main" id="{1341BE00-329F-B62F-D11D-64896AE5DD0E}"/>
              </a:ext>
            </a:extLst>
          </p:cNvPr>
          <p:cNvSpPr>
            <a:spLocks noGrp="1"/>
          </p:cNvSpPr>
          <p:nvPr>
            <p:ph type="body" sz="quarter" idx="21" hasCustomPrompt="1"/>
          </p:nvPr>
        </p:nvSpPr>
        <p:spPr>
          <a:xfrm>
            <a:off x="8134943" y="5354468"/>
            <a:ext cx="3474445"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72166919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Four picture content">
    <p:bg>
      <p:bgPr>
        <a:solidFill>
          <a:srgbClr val="F4F3F5"/>
        </a:solidFill>
        <a:effectLst/>
      </p:bgPr>
    </p:bg>
    <p:spTree>
      <p:nvGrpSpPr>
        <p:cNvPr id="1" name=""/>
        <p:cNvGrpSpPr/>
        <p:nvPr/>
      </p:nvGrpSpPr>
      <p:grpSpPr>
        <a:xfrm>
          <a:off x="0" y="0"/>
          <a:ext cx="0" cy="0"/>
          <a:chOff x="0" y="0"/>
          <a:chExt cx="0" cy="0"/>
        </a:xfrm>
      </p:grpSpPr>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oundRect">
            <a:avLst>
              <a:gd name="adj" fmla="val 9291"/>
            </a:avLst>
          </a:prstGeo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oundRect">
            <a:avLst>
              <a:gd name="adj" fmla="val 9680"/>
            </a:avLst>
          </a:prstGeo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oundRect">
            <a:avLst>
              <a:gd name="adj" fmla="val 9679"/>
            </a:avLst>
          </a:prstGeo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prstGeom prst="roundRect">
            <a:avLst>
              <a:gd name="adj" fmla="val 9680"/>
            </a:avLst>
          </a:prstGeom>
          <a:blipFill>
            <a:blip r:embed="rId5"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3413908"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5204"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hasCustomPrompt="1"/>
          </p:nvPr>
        </p:nvSpPr>
        <p:spPr>
          <a:xfrm>
            <a:off x="9076500"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Tree>
    <p:extLst>
      <p:ext uri="{BB962C8B-B14F-4D97-AF65-F5344CB8AC3E}">
        <p14:creationId xmlns:p14="http://schemas.microsoft.com/office/powerpoint/2010/main" val="390691479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wo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5334000"/>
            <a:ext cx="4892040" cy="246221"/>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6714744" y="5334000"/>
            <a:ext cx="4892040" cy="246221"/>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875950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hre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2"/>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4669536" y="4799409"/>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8753856" y="4799410"/>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0255697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our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3649472" y="4799409"/>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6713728" y="4799410"/>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9777984" y="4799409"/>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035200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iv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292608" y="4800600"/>
            <a:ext cx="1801368" cy="492443"/>
          </a:xfrm>
        </p:spPr>
        <p:txBody>
          <a:bodyPr/>
          <a:lstStyle>
            <a:lvl1pPr marL="0" indent="0" algn="ctr">
              <a:spcBef>
                <a:spcPts val="0"/>
              </a:spcBef>
              <a:buNone/>
              <a:defRPr sz="1600">
                <a:solidFill>
                  <a:schemeClr val="tx1"/>
                </a:solidFill>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2743962" y="4799409"/>
            <a:ext cx="1801368" cy="492443"/>
          </a:xfrm>
        </p:spPr>
        <p:txBody>
          <a:bodyPr/>
          <a:lstStyle>
            <a:lvl1pPr marL="0" indent="0" algn="ctr">
              <a:spcBef>
                <a:spcPts val="0"/>
              </a:spcBef>
              <a:buNone/>
              <a:defRPr sz="1600">
                <a:solidFill>
                  <a:schemeClr val="tx1"/>
                </a:solidFill>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5195316" y="4799410"/>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7646670" y="4799409"/>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hasCustomPrompt="1"/>
          </p:nvPr>
        </p:nvSpPr>
        <p:spPr>
          <a:xfrm>
            <a:off x="10098024" y="4799409"/>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017624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hre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9747"/>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2037906"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4939284"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7840663"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773487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348725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639030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9293351"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5734221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Fiv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2905506"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5227320" y="4235451"/>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7548118"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hasCustomPrompt="1"/>
          </p:nvPr>
        </p:nvSpPr>
        <p:spPr>
          <a:xfrm>
            <a:off x="9869423"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447725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text side by sid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hasCustomPrompt="1"/>
          </p:nvPr>
        </p:nvSpPr>
        <p:spPr>
          <a:xfrm>
            <a:off x="4356100" y="2309812"/>
            <a:ext cx="7253288" cy="3959225"/>
          </a:xfrm>
        </p:spPr>
        <p:txBody>
          <a:bodyPr anchor="t"/>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48370C-2FF9-EB05-1275-F0B9E34E40E3}"/>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57362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text side by side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FD366496-0526-A79B-C195-310BDEC5329D}"/>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8B9282B-2098-430D-B57F-67ED8C920ADA}"/>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F917A19-5353-F019-737D-CB017D70B4F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E9EDB421-EDBF-FF28-16C9-56834DF21C4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20" name="Text Placeholder 2">
            <a:extLst>
              <a:ext uri="{FF2B5EF4-FFF2-40B4-BE49-F238E27FC236}">
                <a16:creationId xmlns:a16="http://schemas.microsoft.com/office/drawing/2014/main" id="{8C86039A-AC59-0AA2-3B10-E7EE56A2CD57}"/>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84126602"/>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text side by side 3">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9"/>
            <a:ext cx="6667500" cy="5683248"/>
          </a:xfrm>
        </p:spPr>
        <p:txBody>
          <a:bodyPr anchor="ctr"/>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82075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EFC8378B-6E45-F469-0519-68B9FC5BEEA8}"/>
              </a:ext>
            </a:extLst>
          </p:cNvPr>
          <p:cNvSpPr>
            <a:spLocks noGrp="1"/>
          </p:cNvSpPr>
          <p:nvPr>
            <p:ph type="body" sz="quarter" idx="11" hasCustomPrompt="1"/>
          </p:nvPr>
        </p:nvSpPr>
        <p:spPr>
          <a:xfrm>
            <a:off x="5654082" y="1857800"/>
            <a:ext cx="5966418"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16" name="Text Placeholder 2">
            <a:extLst>
              <a:ext uri="{FF2B5EF4-FFF2-40B4-BE49-F238E27FC236}">
                <a16:creationId xmlns:a16="http://schemas.microsoft.com/office/drawing/2014/main" id="{6763BA2C-322D-A7E8-7431-EF84FFCD9B12}"/>
              </a:ext>
            </a:extLst>
          </p:cNvPr>
          <p:cNvSpPr>
            <a:spLocks noGrp="1"/>
          </p:cNvSpPr>
          <p:nvPr>
            <p:ph type="body" sz="quarter" idx="25" hasCustomPrompt="1"/>
          </p:nvPr>
        </p:nvSpPr>
        <p:spPr>
          <a:xfrm>
            <a:off x="5095668" y="1857800"/>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233279391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Pr>
        <a:solidFill>
          <a:srgbClr val="F4F3F5"/>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50BFCD8B-853E-92A8-FD5C-C5659CCB744A}"/>
              </a:ext>
              <a:ext uri="{C183D7F6-B498-43B3-948B-1728B52AA6E4}">
                <adec:decorative xmlns:adec="http://schemas.microsoft.com/office/drawing/2017/decorative" val="1"/>
              </a:ext>
            </a:extLst>
          </p:cNvPr>
          <p:cNvCxnSpPr>
            <a:cxnSpLocks/>
          </p:cNvCxnSpPr>
          <p:nvPr userDrawn="1"/>
        </p:nvCxnSpPr>
        <p:spPr>
          <a:xfrm>
            <a:off x="584200" y="2019300"/>
            <a:ext cx="3182112" cy="0"/>
          </a:xfrm>
          <a:prstGeom prst="line">
            <a:avLst/>
          </a:prstGeom>
          <a:ln w="76200" cap="rnd">
            <a:gradFill>
              <a:gsLst>
                <a:gs pos="0">
                  <a:schemeClr val="accent1"/>
                </a:gs>
                <a:gs pos="100000">
                  <a:schemeClr val="accent2"/>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1698F6FE-FA89-D09B-0F56-2F89F05F6E1E}"/>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1DBC7FD1-5168-7C9E-36DD-EFCBEFE2FAC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19" name="Text Placeholder 2">
            <a:extLst>
              <a:ext uri="{FF2B5EF4-FFF2-40B4-BE49-F238E27FC236}">
                <a16:creationId xmlns:a16="http://schemas.microsoft.com/office/drawing/2014/main" id="{AC81A518-CF66-2BAF-FE9A-48CB9F7E9C5C}"/>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3363125809"/>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F4F3F5"/>
        </a:solidFill>
        <a:effectLst/>
      </p:bgPr>
    </p:bg>
    <p:spTree>
      <p:nvGrpSpPr>
        <p:cNvPr id="1" name=""/>
        <p:cNvGrpSpPr/>
        <p:nvPr/>
      </p:nvGrpSpPr>
      <p:grpSpPr>
        <a:xfrm>
          <a:off x="0" y="0"/>
          <a:ext cx="0" cy="0"/>
          <a:chOff x="0" y="0"/>
          <a:chExt cx="0" cy="0"/>
        </a:xfrm>
      </p:grpSpPr>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Tree>
    <p:extLst>
      <p:ext uri="{BB962C8B-B14F-4D97-AF65-F5344CB8AC3E}">
        <p14:creationId xmlns:p14="http://schemas.microsoft.com/office/powerpoint/2010/main" val="258680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eveloper cod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88263" y="2099310"/>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Tree>
    <p:extLst>
      <p:ext uri="{BB962C8B-B14F-4D97-AF65-F5344CB8AC3E}">
        <p14:creationId xmlns:p14="http://schemas.microsoft.com/office/powerpoint/2010/main" val="11567833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Developer 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07777"/>
          </a:xfrm>
        </p:spPr>
        <p:txBody>
          <a:bodyPr wrap="square">
            <a:spAutoFit/>
          </a:bodyPr>
          <a:lstStyle>
            <a:lvl1pPr marL="0" indent="0">
              <a:spcBef>
                <a:spcPts val="600"/>
              </a:spcBef>
              <a:spcAft>
                <a:spcPts val="0"/>
              </a:spcAft>
              <a:buNone/>
              <a:defRPr sz="20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79175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veloper 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a:xfrm>
            <a:off x="588263" y="4224580"/>
            <a:ext cx="11018520" cy="492443"/>
          </a:xfrm>
        </p:spPr>
        <p:txBody>
          <a:bodyPr/>
          <a:lstStyle>
            <a:lvl1pPr>
              <a:defRPr sz="3200">
                <a:solidFill>
                  <a:schemeClr val="tx1"/>
                </a:solidFill>
              </a:defRPr>
            </a:lvl1pPr>
          </a:lstStyle>
          <a:p>
            <a:r>
              <a:rPr lang="en-US"/>
              <a:t>Click to edit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07777"/>
          </a:xfrm>
        </p:spPr>
        <p:txBody>
          <a:bodyPr wrap="square">
            <a:spAutoFit/>
          </a:bodyPr>
          <a:lstStyle>
            <a:lvl1pPr marL="0" indent="0">
              <a:spcBef>
                <a:spcPts val="600"/>
              </a:spcBef>
              <a:spcAft>
                <a:spcPts val="0"/>
              </a:spcAft>
              <a:buNone/>
              <a:defRPr sz="20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09321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eveloper code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07777"/>
          </a:xfrm>
        </p:spPr>
        <p:txBody>
          <a:bodyPr wrap="square">
            <a:spAutoFit/>
          </a:bodyPr>
          <a:lstStyle>
            <a:lvl1pPr marL="0" indent="0">
              <a:lnSpc>
                <a:spcPct val="100000"/>
              </a:lnSpc>
              <a:spcBef>
                <a:spcPts val="600"/>
              </a:spcBef>
              <a:spcAft>
                <a:spcPts val="0"/>
              </a:spcAft>
              <a:buNone/>
              <a:defRPr sz="20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07777"/>
          </a:xfrm>
        </p:spPr>
        <p:txBody>
          <a:bodyPr/>
          <a:lstStyle>
            <a:lvl1pPr marL="0" indent="0">
              <a:buNone/>
              <a:tabLst/>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682708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eveloper code left">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07777"/>
          </a:xfrm>
        </p:spPr>
        <p:txBody>
          <a:bodyPr wrap="square">
            <a:spAutoFit/>
          </a:bodyPr>
          <a:lstStyle>
            <a:lvl1pPr marL="0" indent="0">
              <a:lnSpc>
                <a:spcPct val="100000"/>
              </a:lnSpc>
              <a:spcBef>
                <a:spcPts val="600"/>
              </a:spcBef>
              <a:spcAft>
                <a:spcPts val="0"/>
              </a:spcAft>
              <a:buNone/>
              <a:defRPr sz="20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9302251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eveloper code left, image right">
    <p:bg>
      <p:bgPr>
        <a:solidFill>
          <a:srgbClr val="F4F3F5"/>
        </a:solidFill>
        <a:effectLst/>
      </p:bgPr>
    </p:bg>
    <p:spTree>
      <p:nvGrpSpPr>
        <p:cNvPr id="1" name=""/>
        <p:cNvGrpSpPr/>
        <p:nvPr/>
      </p:nvGrpSpPr>
      <p:grpSpPr>
        <a:xfrm>
          <a:off x="0" y="0"/>
          <a:ext cx="0" cy="0"/>
          <a:chOff x="0" y="0"/>
          <a:chExt cx="0" cy="0"/>
        </a:xfrm>
      </p:grpSpPr>
      <p:sp>
        <p:nvSpPr>
          <p:cNvPr id="9" name="Picture Placeholder 7" descr="This photo is a 'placeholder' only. Drag or drop your photo here, or click and tap the center to insert a photo.">
            <a:extLst>
              <a:ext uri="{FF2B5EF4-FFF2-40B4-BE49-F238E27FC236}">
                <a16:creationId xmlns:a16="http://schemas.microsoft.com/office/drawing/2014/main" id="{8456ECE7-2FD2-0E8A-D0BD-61173814D9B7}"/>
              </a:ext>
            </a:extLst>
          </p:cNvPr>
          <p:cNvSpPr>
            <a:spLocks noGrp="1"/>
          </p:cNvSpPr>
          <p:nvPr>
            <p:ph type="pic" sz="quarter" idx="10" hasCustomPrompt="1"/>
          </p:nvPr>
        </p:nvSpPr>
        <p:spPr bwMode="ltGray">
          <a:xfrm>
            <a:off x="8490856" y="707231"/>
            <a:ext cx="3116945" cy="5561808"/>
          </a:xfrm>
          <a:prstGeom prst="roundRect">
            <a:avLst>
              <a:gd name="adj" fmla="val 4445"/>
            </a:avLst>
          </a:prstGeom>
          <a:blipFill>
            <a:blip r:embed="rId2" cstate="print">
              <a:extLst>
                <a:ext uri="{28A0092B-C50C-407E-A947-70E740481C1C}">
                  <a14:useLocalDpi xmlns:a14="http://schemas.microsoft.com/office/drawing/2010/main"/>
                </a:ext>
              </a:extLst>
            </a:blip>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42137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evice 1">
    <p:bg>
      <p:bgPr>
        <a:solidFill>
          <a:srgbClr val="F4F3F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584200" y="464817"/>
            <a:ext cx="11023600"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584200" y="1922802"/>
            <a:ext cx="4630006" cy="615553"/>
          </a:xfrm>
          <a:prstGeom prst="rect">
            <a:avLst/>
          </a:prstGeom>
        </p:spPr>
        <p:txBody>
          <a:bodyPr wrap="square" lIns="0" tIns="0" rIns="0" bIns="0">
            <a:spAutoFit/>
          </a:bodyPr>
          <a:lstStyle>
            <a:lvl1pPr marL="0" indent="0">
              <a:lnSpc>
                <a:spcPts val="2400"/>
              </a:lnSpc>
              <a:buNone/>
              <a:defRPr sz="2000"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a:t>
            </a:r>
            <a:r>
              <a:rPr lang="da-DK"/>
              <a:t>Lorem ipsum dolor sit amet</a:t>
            </a:r>
            <a:r>
              <a:rPr lang="pt-BR"/>
              <a:t>.</a:t>
            </a:r>
            <a:endParaRPr lang="en-US"/>
          </a:p>
        </p:txBody>
      </p:sp>
      <p:sp>
        <p:nvSpPr>
          <p:cNvPr id="5" name="Text Placeholder 4"/>
          <p:cNvSpPr>
            <a:spLocks noGrp="1"/>
          </p:cNvSpPr>
          <p:nvPr>
            <p:ph type="body" sz="quarter" idx="11" hasCustomPrompt="1"/>
          </p:nvPr>
        </p:nvSpPr>
        <p:spPr>
          <a:xfrm>
            <a:off x="584199" y="2707597"/>
            <a:ext cx="4630005" cy="2521331"/>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8812" y="1519688"/>
            <a:ext cx="5833188" cy="4343375"/>
          </a:xfrm>
          <a:prstGeom prst="rect">
            <a:avLst/>
          </a:prstGeom>
        </p:spPr>
        <p:txBody>
          <a:bodyPr anchor="ctr" anchorCtr="0">
            <a:noAutofit/>
          </a:bodyPr>
          <a:lstStyle>
            <a:lvl1pPr algn="ctr">
              <a:defRPr>
                <a:solidFill>
                  <a:srgbClr val="000000"/>
                </a:solidFill>
              </a:defRPr>
            </a:lvl1pPr>
          </a:lstStyle>
          <a:p>
            <a:r>
              <a:rPr lang="en-US" dirty="0"/>
              <a:t>Click icon to add picture</a:t>
            </a:r>
          </a:p>
        </p:txBody>
      </p:sp>
    </p:spTree>
    <p:extLst>
      <p:ext uri="{BB962C8B-B14F-4D97-AF65-F5344CB8AC3E}">
        <p14:creationId xmlns:p14="http://schemas.microsoft.com/office/powerpoint/2010/main" val="69084658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Device 2">
    <p:bg>
      <p:bgPr>
        <a:solidFill>
          <a:srgbClr val="F4F3F5"/>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1535104"/>
            <a:ext cx="5834041" cy="4315059"/>
          </a:xfrm>
          <a:prstGeom prst="rect">
            <a:avLst/>
          </a:prstGeom>
        </p:spPr>
        <p:txBody>
          <a:bodyPr anchor="ctr" anchorCtr="0">
            <a:noAutofit/>
          </a:bodyPr>
          <a:lstStyle>
            <a:lvl1pPr algn="ctr">
              <a:defRPr>
                <a:solidFill>
                  <a:srgbClr val="000000"/>
                </a:solidFill>
              </a:defRPr>
            </a:lvl1pPr>
          </a:lstStyle>
          <a:p>
            <a:r>
              <a:rPr lang="en-US" dirty="0"/>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593750" y="2000739"/>
            <a:ext cx="1693247" cy="442532"/>
          </a:xfrm>
          <a:prstGeom prst="rect">
            <a:avLst/>
          </a:prstGeom>
        </p:spPr>
        <p:txBody>
          <a:bodyPr lIns="0" tIns="0" rIns="0" bIns="0"/>
          <a:lstStyle>
            <a:lvl1pPr marL="0" indent="0">
              <a:lnSpc>
                <a:spcPts val="1765"/>
              </a:lnSpc>
              <a:spcBef>
                <a:spcPts val="882"/>
              </a:spcBef>
              <a:buNone/>
              <a:defRPr lang="en-US" sz="14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521876" y="2000739"/>
            <a:ext cx="1693247" cy="442532"/>
          </a:xfrm>
          <a:prstGeom prst="rect">
            <a:avLst/>
          </a:prstGeom>
        </p:spPr>
        <p:txBody>
          <a:bodyPr lIns="0" tIns="0" rIns="0" bIns="0"/>
          <a:lstStyle>
            <a:lvl1pPr marL="0" indent="0">
              <a:lnSpc>
                <a:spcPts val="1765"/>
              </a:lnSpc>
              <a:spcBef>
                <a:spcPts val="882"/>
              </a:spcBef>
              <a:buNone/>
              <a:defRPr lang="en-US" sz="14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590248" y="2528961"/>
            <a:ext cx="1693247" cy="1828834"/>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521608" y="2528961"/>
            <a:ext cx="1693247" cy="1828834"/>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Title 1">
            <a:extLst>
              <a:ext uri="{FF2B5EF4-FFF2-40B4-BE49-F238E27FC236}">
                <a16:creationId xmlns:a16="http://schemas.microsoft.com/office/drawing/2014/main" id="{41C62C6E-6C8D-E263-ED20-65125864F2C8}"/>
              </a:ext>
            </a:extLst>
          </p:cNvPr>
          <p:cNvSpPr>
            <a:spLocks noGrp="1"/>
          </p:cNvSpPr>
          <p:nvPr>
            <p:ph type="title" hasCustomPrompt="1"/>
          </p:nvPr>
        </p:nvSpPr>
        <p:spPr>
          <a:xfrm>
            <a:off x="582612" y="462415"/>
            <a:ext cx="11026776"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Tree>
    <p:extLst>
      <p:ext uri="{BB962C8B-B14F-4D97-AF65-F5344CB8AC3E}">
        <p14:creationId xmlns:p14="http://schemas.microsoft.com/office/powerpoint/2010/main" val="993326050"/>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Device 3">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1599603"/>
            <a:ext cx="7678751" cy="4327960"/>
          </a:xfrm>
          <a:prstGeom prst="rect">
            <a:avLst/>
          </a:prstGeom>
        </p:spPr>
        <p:txBody>
          <a:bodyPr anchor="ctr" anchorCtr="0">
            <a:noAutofit/>
          </a:bodyPr>
          <a:lstStyle>
            <a:lvl1pPr algn="ctr">
              <a:defRPr>
                <a:solidFill>
                  <a:srgbClr val="000000"/>
                </a:solidFill>
              </a:defRPr>
            </a:lvl1pPr>
          </a:lstStyle>
          <a:p>
            <a:r>
              <a:rPr lang="en-US" dirty="0"/>
              <a:t>Click icon to add picture</a:t>
            </a:r>
          </a:p>
        </p:txBody>
      </p:sp>
    </p:spTree>
    <p:extLst>
      <p:ext uri="{BB962C8B-B14F-4D97-AF65-F5344CB8AC3E}">
        <p14:creationId xmlns:p14="http://schemas.microsoft.com/office/powerpoint/2010/main" val="1165843007"/>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hart with caption">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layout examples</a:t>
            </a:r>
          </a:p>
        </p:txBody>
      </p:sp>
      <p:sp>
        <p:nvSpPr>
          <p:cNvPr id="5" name="Chart Placeholder 6">
            <a:extLst>
              <a:ext uri="{FF2B5EF4-FFF2-40B4-BE49-F238E27FC236}">
                <a16:creationId xmlns:a16="http://schemas.microsoft.com/office/drawing/2014/main" id="{D9638BF3-12D1-2694-0190-0AB19FCB5432}"/>
              </a:ext>
            </a:extLst>
          </p:cNvPr>
          <p:cNvSpPr>
            <a:spLocks noGrp="1"/>
          </p:cNvSpPr>
          <p:nvPr>
            <p:ph type="chart" sz="quarter" idx="21"/>
          </p:nvPr>
        </p:nvSpPr>
        <p:spPr>
          <a:xfrm>
            <a:off x="584200"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dirty="0"/>
              <a:t>Click icon to add chart</a:t>
            </a:r>
          </a:p>
        </p:txBody>
      </p:sp>
      <p:sp>
        <p:nvSpPr>
          <p:cNvPr id="6" name="Text Placeholder 4">
            <a:extLst>
              <a:ext uri="{FF2B5EF4-FFF2-40B4-BE49-F238E27FC236}">
                <a16:creationId xmlns:a16="http://schemas.microsoft.com/office/drawing/2014/main" id="{9FDA6635-EE72-35BC-5065-7C47B07E2AF7}"/>
              </a:ext>
            </a:extLst>
          </p:cNvPr>
          <p:cNvSpPr>
            <a:spLocks noGrp="1"/>
          </p:cNvSpPr>
          <p:nvPr>
            <p:ph type="body" sz="quarter" idx="12" hasCustomPrompt="1"/>
          </p:nvPr>
        </p:nvSpPr>
        <p:spPr>
          <a:xfrm>
            <a:off x="584201" y="5973763"/>
            <a:ext cx="3474720" cy="307777"/>
          </a:xfrm>
          <a:prstGeom prst="rect">
            <a:avLst/>
          </a:prstGeom>
        </p:spPr>
        <p:txBody>
          <a:bodyPr lIns="0" tIns="0" rIns="0" bIns="0"/>
          <a:lstStyle>
            <a:lvl1pPr marL="0" indent="0">
              <a:lnSpc>
                <a:spcPts val="1200"/>
              </a:lnSpc>
              <a:spcBef>
                <a:spcPts val="900"/>
              </a:spcBef>
              <a:buFont typeface="Arial" panose="020B0604020202020204" pitchFamily="34" charset="0"/>
              <a:buNone/>
              <a:defRPr sz="1000" b="0" i="0" spc="0">
                <a:solidFill>
                  <a:srgbClr val="000000"/>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7" name="Text Placeholder 4">
            <a:extLst>
              <a:ext uri="{FF2B5EF4-FFF2-40B4-BE49-F238E27FC236}">
                <a16:creationId xmlns:a16="http://schemas.microsoft.com/office/drawing/2014/main" id="{426EF772-758C-C1A7-A309-173E2AB9C395}"/>
              </a:ext>
            </a:extLst>
          </p:cNvPr>
          <p:cNvSpPr>
            <a:spLocks noGrp="1"/>
          </p:cNvSpPr>
          <p:nvPr>
            <p:ph type="body" sz="quarter" idx="18" hasCustomPrompt="1"/>
          </p:nvPr>
        </p:nvSpPr>
        <p:spPr>
          <a:xfrm>
            <a:off x="4358640" y="5973763"/>
            <a:ext cx="3474720" cy="307777"/>
          </a:xfrm>
          <a:prstGeom prst="rect">
            <a:avLst/>
          </a:prstGeom>
        </p:spPr>
        <p:txBody>
          <a:bodyPr vert="horz" wrap="square" lIns="0" tIns="0" rIns="0" bIns="0" rtlCol="0">
            <a:spAutoFit/>
          </a:bodyPr>
          <a:lstStyle>
            <a:lvl1pPr marL="0" indent="0">
              <a:buNone/>
              <a:tabLst/>
              <a:defRPr lang="en-US" sz="1000" b="0" i="0" spc="0" dirty="0" smtClean="0">
                <a:solidFill>
                  <a:srgbClr val="000000"/>
                </a:solidFill>
                <a:latin typeface="+mn-lt"/>
              </a:defRPr>
            </a:lvl1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9" name="Chart Placeholder 6">
            <a:extLst>
              <a:ext uri="{FF2B5EF4-FFF2-40B4-BE49-F238E27FC236}">
                <a16:creationId xmlns:a16="http://schemas.microsoft.com/office/drawing/2014/main" id="{C01D8C54-5478-2BF6-769F-9F0FC6FB57EA}"/>
              </a:ext>
            </a:extLst>
          </p:cNvPr>
          <p:cNvSpPr>
            <a:spLocks noGrp="1"/>
          </p:cNvSpPr>
          <p:nvPr>
            <p:ph type="chart" sz="quarter" idx="22"/>
          </p:nvPr>
        </p:nvSpPr>
        <p:spPr>
          <a:xfrm>
            <a:off x="4358641"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dirty="0"/>
              <a:t>Click icon to add chart</a:t>
            </a:r>
          </a:p>
        </p:txBody>
      </p:sp>
      <p:sp>
        <p:nvSpPr>
          <p:cNvPr id="11" name="Chart Placeholder 6">
            <a:extLst>
              <a:ext uri="{FF2B5EF4-FFF2-40B4-BE49-F238E27FC236}">
                <a16:creationId xmlns:a16="http://schemas.microsoft.com/office/drawing/2014/main" id="{657835EA-5000-4043-FCC9-D8A17E147B1F}"/>
              </a:ext>
            </a:extLst>
          </p:cNvPr>
          <p:cNvSpPr>
            <a:spLocks noGrp="1"/>
          </p:cNvSpPr>
          <p:nvPr>
            <p:ph type="chart" sz="quarter" idx="23"/>
          </p:nvPr>
        </p:nvSpPr>
        <p:spPr>
          <a:xfrm>
            <a:off x="8132064"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dirty="0"/>
              <a:t>Click icon to add chart</a:t>
            </a:r>
          </a:p>
        </p:txBody>
      </p:sp>
      <p:sp>
        <p:nvSpPr>
          <p:cNvPr id="12" name="Text Placeholder 3">
            <a:extLst>
              <a:ext uri="{FF2B5EF4-FFF2-40B4-BE49-F238E27FC236}">
                <a16:creationId xmlns:a16="http://schemas.microsoft.com/office/drawing/2014/main" id="{D11E6A22-8ABF-B71A-3401-3376773ED9AC}"/>
              </a:ext>
            </a:extLst>
          </p:cNvPr>
          <p:cNvSpPr>
            <a:spLocks noGrp="1"/>
          </p:cNvSpPr>
          <p:nvPr>
            <p:ph type="body" sz="quarter" idx="24" hasCustomPrompt="1"/>
          </p:nvPr>
        </p:nvSpPr>
        <p:spPr>
          <a:xfrm>
            <a:off x="584200"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3" name="Text Placeholder 3">
            <a:extLst>
              <a:ext uri="{FF2B5EF4-FFF2-40B4-BE49-F238E27FC236}">
                <a16:creationId xmlns:a16="http://schemas.microsoft.com/office/drawing/2014/main" id="{608861AB-092C-6472-7C72-ED6E47461F7C}"/>
              </a:ext>
            </a:extLst>
          </p:cNvPr>
          <p:cNvSpPr>
            <a:spLocks noGrp="1"/>
          </p:cNvSpPr>
          <p:nvPr>
            <p:ph type="body" sz="quarter" idx="25" hasCustomPrompt="1"/>
          </p:nvPr>
        </p:nvSpPr>
        <p:spPr>
          <a:xfrm>
            <a:off x="4369751"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4" name="Text Placeholder 3">
            <a:extLst>
              <a:ext uri="{FF2B5EF4-FFF2-40B4-BE49-F238E27FC236}">
                <a16:creationId xmlns:a16="http://schemas.microsoft.com/office/drawing/2014/main" id="{000561FE-DBFA-4AC4-AFCD-6B19B0C28254}"/>
              </a:ext>
            </a:extLst>
          </p:cNvPr>
          <p:cNvSpPr>
            <a:spLocks noGrp="1"/>
          </p:cNvSpPr>
          <p:nvPr>
            <p:ph type="body" sz="quarter" idx="26" hasCustomPrompt="1"/>
          </p:nvPr>
        </p:nvSpPr>
        <p:spPr>
          <a:xfrm>
            <a:off x="8132063"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4">
            <a:extLst>
              <a:ext uri="{FF2B5EF4-FFF2-40B4-BE49-F238E27FC236}">
                <a16:creationId xmlns:a16="http://schemas.microsoft.com/office/drawing/2014/main" id="{ABB165B4-FDFD-ADBC-4A1C-58CA8748A55C}"/>
              </a:ext>
            </a:extLst>
          </p:cNvPr>
          <p:cNvSpPr>
            <a:spLocks noGrp="1"/>
          </p:cNvSpPr>
          <p:nvPr>
            <p:ph type="body" sz="quarter" idx="27" hasCustomPrompt="1"/>
          </p:nvPr>
        </p:nvSpPr>
        <p:spPr>
          <a:xfrm>
            <a:off x="8132063" y="5973763"/>
            <a:ext cx="3474720" cy="307777"/>
          </a:xfrm>
          <a:prstGeom prst="rect">
            <a:avLst/>
          </a:prstGeom>
        </p:spPr>
        <p:txBody>
          <a:bodyPr vert="horz" wrap="square" lIns="0" tIns="0" rIns="0" bIns="0" rtlCol="0">
            <a:spAutoFit/>
          </a:bodyPr>
          <a:lstStyle>
            <a:lvl1pPr marL="0" indent="0">
              <a:buNone/>
              <a:tabLst/>
              <a:defRPr lang="en-US" sz="1000" b="0" i="0" spc="0" dirty="0" smtClean="0">
                <a:solidFill>
                  <a:srgbClr val="000000"/>
                </a:solidFill>
                <a:latin typeface="+mn-lt"/>
              </a:defRPr>
            </a:lvl1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Tree>
    <p:extLst>
      <p:ext uri="{BB962C8B-B14F-4D97-AF65-F5344CB8AC3E}">
        <p14:creationId xmlns:p14="http://schemas.microsoft.com/office/powerpoint/2010/main" val="1982342779"/>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le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1098-5BDB-3A14-0BC4-F3DC4A76BABB}"/>
              </a:ext>
            </a:extLst>
          </p:cNvPr>
          <p:cNvSpPr>
            <a:spLocks noGrp="1"/>
          </p:cNvSpPr>
          <p:nvPr>
            <p:ph type="title" hasCustomPrompt="1"/>
          </p:nvPr>
        </p:nvSpPr>
        <p:spPr/>
        <p:txBody>
          <a:bodyPr/>
          <a:lstStyle>
            <a:lvl1pPr>
              <a:defRPr/>
            </a:lvl1pPr>
          </a:lstStyle>
          <a:p>
            <a:r>
              <a:rPr lang="en-US"/>
              <a:t>Table layout</a:t>
            </a:r>
          </a:p>
        </p:txBody>
      </p:sp>
      <p:sp>
        <p:nvSpPr>
          <p:cNvPr id="4" name="Table Placeholder 3">
            <a:extLst>
              <a:ext uri="{FF2B5EF4-FFF2-40B4-BE49-F238E27FC236}">
                <a16:creationId xmlns:a16="http://schemas.microsoft.com/office/drawing/2014/main" id="{6DAF7D07-1867-0A94-96A1-88DE5F76DCC0}"/>
              </a:ext>
            </a:extLst>
          </p:cNvPr>
          <p:cNvSpPr>
            <a:spLocks noGrp="1"/>
          </p:cNvSpPr>
          <p:nvPr>
            <p:ph type="tbl" sz="quarter" idx="10"/>
          </p:nvPr>
        </p:nvSpPr>
        <p:spPr>
          <a:xfrm>
            <a:off x="584201" y="2201863"/>
            <a:ext cx="11025188" cy="4067176"/>
          </a:xfrm>
          <a:prstGeom prst="rect">
            <a:avLst/>
          </a:prstGeom>
        </p:spPr>
        <p:txBody>
          <a:bodyPr anchor="ctr" anchorCtr="0"/>
          <a:lstStyle>
            <a:lvl1pPr algn="ctr">
              <a:defRPr/>
            </a:lvl1pPr>
          </a:lstStyle>
          <a:p>
            <a:r>
              <a:rPr lang="en-US" dirty="0"/>
              <a:t>Click icon to add table</a:t>
            </a:r>
          </a:p>
        </p:txBody>
      </p:sp>
    </p:spTree>
    <p:extLst>
      <p:ext uri="{BB962C8B-B14F-4D97-AF65-F5344CB8AC3E}">
        <p14:creationId xmlns:p14="http://schemas.microsoft.com/office/powerpoint/2010/main" val="687834266"/>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8FF295-4867-A99B-E458-6E9396360BC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1163637"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1163637"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1163637" y="850900"/>
            <a:ext cx="7256463" cy="3238500"/>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708572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95A0AA-74F0-F906-FF6C-5C3C4846A89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8" name="Picture 7" descr="Quotation marks">
            <a:extLst>
              <a:ext uri="{FF2B5EF4-FFF2-40B4-BE49-F238E27FC236}">
                <a16:creationId xmlns:a16="http://schemas.microsoft.com/office/drawing/2014/main" id="{04EC2229-8FBE-426A-CDA3-79B76E4E64E9}"/>
              </a:ext>
            </a:extLst>
          </p:cNvPr>
          <p:cNvPicPr>
            <a:picLocks noChangeAspect="1"/>
          </p:cNvPicPr>
          <p:nvPr userDrawn="1"/>
        </p:nvPicPr>
        <p:blipFill>
          <a:blip r:embed="rId3"/>
          <a:stretch>
            <a:fillRect/>
          </a:stretch>
        </p:blipFill>
        <p:spPr bwMode="black">
          <a:xfrm>
            <a:off x="549201" y="1033463"/>
            <a:ext cx="1555824" cy="1392940"/>
          </a:xfrm>
          <a:prstGeom prst="rect">
            <a:avLst/>
          </a:prstGeom>
        </p:spPr>
      </p:pic>
    </p:spTree>
    <p:extLst>
      <p:ext uri="{BB962C8B-B14F-4D97-AF65-F5344CB8AC3E}">
        <p14:creationId xmlns:p14="http://schemas.microsoft.com/office/powerpoint/2010/main" val="2459506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E79450-F76B-B7C6-BF65-EFBA04ADB473}"/>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11" name="Picture 10" descr="Quotation marks">
            <a:extLst>
              <a:ext uri="{FF2B5EF4-FFF2-40B4-BE49-F238E27FC236}">
                <a16:creationId xmlns:a16="http://schemas.microsoft.com/office/drawing/2014/main" id="{3425CD53-2A7D-2007-E862-FDADC36307A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bwMode="black">
          <a:xfrm>
            <a:off x="564441" y="1042185"/>
            <a:ext cx="1271081" cy="1132055"/>
          </a:xfrm>
          <a:prstGeom prst="rect">
            <a:avLst/>
          </a:prstGeom>
        </p:spPr>
      </p:pic>
    </p:spTree>
    <p:extLst>
      <p:ext uri="{BB962C8B-B14F-4D97-AF65-F5344CB8AC3E}">
        <p14:creationId xmlns:p14="http://schemas.microsoft.com/office/powerpoint/2010/main" val="4224302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8C42C5-9D1B-8547-8199-B0D8C17707CB}"/>
              </a:ext>
              <a:ext uri="{C183D7F6-B498-43B3-948B-1728B52AA6E4}">
                <adec:decorative xmlns:adec="http://schemas.microsoft.com/office/drawing/2017/decorative" val="1"/>
              </a:ext>
            </a:extLst>
          </p:cNvPr>
          <p:cNvPicPr>
            <a:picLocks noChangeAspect="1"/>
          </p:cNvPicPr>
          <p:nvPr userDrawn="1"/>
        </p:nvPicPr>
        <p:blipFill rotWithShape="1">
          <a:blip r:embed="rId2" cstate="email">
            <a:alphaModFix/>
            <a:extLst>
              <a:ext uri="{28A0092B-C50C-407E-A947-70E740481C1C}">
                <a14:useLocalDpi xmlns:a14="http://schemas.microsoft.com/office/drawing/2010/main"/>
              </a:ext>
            </a:extLst>
          </a:blip>
          <a:srcRect r="19824"/>
          <a:stretch/>
        </p:blipFill>
        <p:spPr>
          <a:xfrm>
            <a:off x="2417010" y="0"/>
            <a:ext cx="9774990" cy="6858000"/>
          </a:xfrm>
          <a:prstGeom prst="rect">
            <a:avLst/>
          </a:prstGeom>
        </p:spPr>
      </p:pic>
      <p:sp>
        <p:nvSpPr>
          <p:cNvPr id="2" name="Title 1"/>
          <p:cNvSpPr>
            <a:spLocks noGrp="1"/>
          </p:cNvSpPr>
          <p:nvPr>
            <p:ph type="title" hasCustomPrompt="1"/>
          </p:nvPr>
        </p:nvSpPr>
        <p:spPr>
          <a:xfrm>
            <a:off x="585215" y="3091208"/>
            <a:ext cx="4773168"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65764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Demo slid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6AA0B9-027D-8539-FF20-AFB01D1F7528}"/>
              </a:ext>
              <a:ext uri="{C183D7F6-B498-43B3-948B-1728B52AA6E4}">
                <adec:decorative xmlns:adec="http://schemas.microsoft.com/office/drawing/2017/decorative" val="1"/>
              </a:ext>
            </a:extLst>
          </p:cNvPr>
          <p:cNvPicPr>
            <a:picLocks noChangeAspect="1"/>
          </p:cNvPicPr>
          <p:nvPr userDrawn="1"/>
        </p:nvPicPr>
        <p:blipFill rotWithShape="1">
          <a:blip r:embed="rId2" cstate="email">
            <a:alphaModFix/>
            <a:extLst>
              <a:ext uri="{28A0092B-C50C-407E-A947-70E740481C1C}">
                <a14:useLocalDpi xmlns:a14="http://schemas.microsoft.com/office/drawing/2010/main"/>
              </a:ext>
            </a:extLst>
          </a:blip>
          <a:srcRect r="19824"/>
          <a:stretch/>
        </p:blipFill>
        <p:spPr>
          <a:xfrm>
            <a:off x="2417010" y="0"/>
            <a:ext cx="9774990"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375664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D5FC56-4517-D1AD-EA54-49ECDFA7612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47936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79DAA2-FFF6-E1D5-7BF6-E98C822B2F5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2636084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Section Title 3">
    <p:bg bwMode="gray">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756D10-0030-D9D3-52FE-13D839CE63B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8542742"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368362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Demo slide 3">
    <p:bg bwMode="gray">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A2250-4B7E-6E63-E698-996FB39D2C1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4393121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4378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6543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6" name="Title 1">
            <a:extLst>
              <a:ext uri="{FF2B5EF4-FFF2-40B4-BE49-F238E27FC236}">
                <a16:creationId xmlns:a16="http://schemas.microsoft.com/office/drawing/2014/main" id="{08079CCE-8626-53E5-1C9C-E9081D2B67CD}"/>
              </a:ext>
            </a:extLst>
          </p:cNvPr>
          <p:cNvSpPr>
            <a:spLocks noGrp="1"/>
          </p:cNvSpPr>
          <p:nvPr>
            <p:ph type="title"/>
          </p:nvPr>
        </p:nvSpPr>
        <p:spPr>
          <a:xfrm>
            <a:off x="4255769" y="1769814"/>
            <a:ext cx="5504688" cy="307777"/>
          </a:xfrm>
        </p:spPr>
        <p:txBody>
          <a:bodyPr/>
          <a:lstStyle>
            <a:lvl1pPr marL="0" algn="l" defTabSz="457200" rtl="0" eaLnBrk="1" latinLnBrk="0" hangingPunct="1">
              <a:lnSpc>
                <a:spcPct val="100000"/>
              </a:lnSpc>
              <a:spcBef>
                <a:spcPct val="0"/>
              </a:spcBef>
              <a:buNone/>
              <a:defRPr lang="en-US" sz="2000" b="0" kern="1200" cap="none" spc="-50" baseline="0" dirty="0">
                <a:ln w="3175">
                  <a:noFill/>
                </a:ln>
                <a:solidFill>
                  <a:schemeClr val="bg1"/>
                </a:solidFill>
                <a:effectLst/>
                <a:latin typeface="+mn-lt"/>
                <a:ea typeface="+mn-ea"/>
                <a:cs typeface="Segoe UI" panose="020B0502040204020203" pitchFamily="34" charset="0"/>
              </a:defRPr>
            </a:lvl1pPr>
          </a:lstStyle>
          <a:p>
            <a:r>
              <a:rPr lang="en-US"/>
              <a:t>Click to edit Master title style</a:t>
            </a:r>
          </a:p>
        </p:txBody>
      </p:sp>
      <p:sp>
        <p:nvSpPr>
          <p:cNvPr id="7" name="Text Placeholder 4">
            <a:extLst>
              <a:ext uri="{FF2B5EF4-FFF2-40B4-BE49-F238E27FC236}">
                <a16:creationId xmlns:a16="http://schemas.microsoft.com/office/drawing/2014/main" id="{8845B3A2-DAC2-0B7B-1866-377A5A244AC2}"/>
              </a:ext>
            </a:extLst>
          </p:cNvPr>
          <p:cNvSpPr>
            <a:spLocks noGrp="1"/>
          </p:cNvSpPr>
          <p:nvPr>
            <p:ph type="body" sz="quarter" idx="12" hasCustomPrompt="1"/>
          </p:nvPr>
        </p:nvSpPr>
        <p:spPr>
          <a:xfrm>
            <a:off x="585216" y="1572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1"/>
                </a:solidFill>
                <a:effectLst/>
                <a:latin typeface="+mj-lt"/>
                <a:ea typeface="+mn-ea"/>
                <a:cs typeface="Segoe UI" panose="020B0502040204020203" pitchFamily="34" charset="0"/>
              </a:defRPr>
            </a:lvl1pPr>
          </a:lstStyle>
          <a:p>
            <a:pPr lvl="0"/>
            <a:r>
              <a:rPr lang="en-US"/>
              <a:t>Thank you.</a:t>
            </a:r>
          </a:p>
        </p:txBody>
      </p:sp>
    </p:spTree>
    <p:extLst>
      <p:ext uri="{BB962C8B-B14F-4D97-AF65-F5344CB8AC3E}">
        <p14:creationId xmlns:p14="http://schemas.microsoft.com/office/powerpoint/2010/main" val="8973908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1272">
          <p15:clr>
            <a:srgbClr val="FBAE40"/>
          </p15:clr>
        </p15:guide>
        <p15:guide id="3" orient="horz" pos="912">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losing logo slide 2">
    <p:bg>
      <p:bgPr>
        <a:solidFill>
          <a:schemeClr val="tx2"/>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F0F127D-8512-846C-2C30-5A85666BF445}"/>
              </a:ext>
            </a:extLst>
          </p:cNvPr>
          <p:cNvSpPr>
            <a:spLocks noGrp="1"/>
          </p:cNvSpPr>
          <p:nvPr>
            <p:ph type="body" sz="quarter" idx="12" hasCustomPrompt="1"/>
          </p:nvPr>
        </p:nvSpPr>
        <p:spPr>
          <a:xfrm>
            <a:off x="6090921" y="4612614"/>
            <a:ext cx="5524500" cy="553998"/>
          </a:xfrm>
          <a:noFill/>
        </p:spPr>
        <p:txBody>
          <a:bodyPr wrap="square" lIns="0" tIns="0" rIns="0" bIns="0">
            <a:spAutoFit/>
          </a:bodyPr>
          <a:lstStyle>
            <a:lvl1pPr marL="0" indent="0" algn="r"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1"/>
                </a:solidFill>
                <a:effectLst/>
                <a:latin typeface="+mj-lt"/>
                <a:ea typeface="+mn-ea"/>
                <a:cs typeface="Segoe UI" panose="020B0502040204020203" pitchFamily="34" charset="0"/>
              </a:defRPr>
            </a:lvl1pPr>
          </a:lstStyle>
          <a:p>
            <a:pPr lvl="0"/>
            <a:r>
              <a:rPr lang="en-US"/>
              <a:t>Thank you.</a:t>
            </a:r>
          </a:p>
        </p:txBody>
      </p:sp>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7A38A2C9-D8C3-D252-BC8C-25222F314054}"/>
              </a:ext>
            </a:extLst>
          </p:cNvPr>
          <p:cNvSpPr>
            <a:spLocks noGrp="1"/>
          </p:cNvSpPr>
          <p:nvPr>
            <p:ph type="title"/>
          </p:nvPr>
        </p:nvSpPr>
        <p:spPr>
          <a:xfrm>
            <a:off x="588263" y="1766555"/>
            <a:ext cx="5502658" cy="307777"/>
          </a:xfrm>
        </p:spPr>
        <p:txBody>
          <a:bodyPr/>
          <a:lstStyle>
            <a:lvl1pPr marL="0" algn="l" defTabSz="457200" rtl="0" eaLnBrk="1" latinLnBrk="0" hangingPunct="1">
              <a:lnSpc>
                <a:spcPct val="100000"/>
              </a:lnSpc>
              <a:spcBef>
                <a:spcPct val="0"/>
              </a:spcBef>
              <a:buNone/>
              <a:defRPr lang="en-US" sz="2000" b="0" kern="1200" cap="none" spc="-50" baseline="0" dirty="0">
                <a:ln w="3175">
                  <a:noFill/>
                </a:ln>
                <a:solidFill>
                  <a:schemeClr val="bg1"/>
                </a:solidFill>
                <a:effectLst/>
                <a:latin typeface="+mn-lt"/>
                <a:ea typeface="+mn-ea"/>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5427755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912">
          <p15:clr>
            <a:srgbClr val="FBAE40"/>
          </p15:clr>
        </p15:guide>
        <p15:guide id="3" orient="horz" pos="1272">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losing logo slide 3">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4F8C85E6-DBED-FCF3-8B7D-1F82C6DBBCB7}"/>
              </a:ext>
            </a:extLst>
          </p:cNvPr>
          <p:cNvSpPr>
            <a:spLocks noGrp="1"/>
          </p:cNvSpPr>
          <p:nvPr>
            <p:ph type="title"/>
          </p:nvPr>
        </p:nvSpPr>
        <p:spPr>
          <a:xfrm>
            <a:off x="588263" y="1845276"/>
            <a:ext cx="11018520" cy="553998"/>
          </a:xfrm>
        </p:spPr>
        <p:txBody>
          <a:bodyPr/>
          <a:lstStyle>
            <a:lvl1pPr marL="0" algn="l" defTabSz="457200" rtl="0" eaLnBrk="1" latinLnBrk="0" hangingPunct="1">
              <a:defRPr lang="en-US" sz="3600" b="1" kern="1200" dirty="0">
                <a:gradFill>
                  <a:gsLst>
                    <a:gs pos="0">
                      <a:srgbClr val="FF5C39"/>
                    </a:gs>
                    <a:gs pos="100000">
                      <a:srgbClr val="C73ECC"/>
                    </a:gs>
                  </a:gsLst>
                  <a:lin ang="3900000" scaled="0"/>
                </a:gradFill>
                <a:latin typeface="Segoe UI" panose="020B0502040204020203" pitchFamily="34" charset="0"/>
                <a:ea typeface="+mn-ea"/>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1438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1286506"/>
          </a:xfrm>
        </p:spPr>
        <p:txBody>
          <a:bodyPr>
            <a:spAutoFit/>
          </a:bodyPr>
          <a:lstStyle>
            <a:lvl1pPr>
              <a:defRPr sz="2000">
                <a:latin typeface="+mn-lt"/>
              </a:defRPr>
            </a:lvl1pPr>
            <a:lvl2pPr>
              <a:defRPr sz="1600">
                <a:latin typeface="+mn-lt"/>
              </a:defRPr>
            </a:lvl2pPr>
            <a:lvl3pPr>
              <a:defRPr sz="1400">
                <a:latin typeface="+mn-lt"/>
              </a:defRPr>
            </a:lvl3pPr>
            <a:lvl4pPr>
              <a:defRPr sz="1200">
                <a:latin typeface="+mn-lt"/>
              </a:defRPr>
            </a:lvl4pPr>
            <a:lvl5pPr>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9074012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80759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42886543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5457147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16485305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46300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76420402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63176189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88222470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971026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64420476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6049514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29564191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00157270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6130370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9287408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162321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8741874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293755087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218978587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976438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74795986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320541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7438748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1972895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910742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581101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651635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02679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3835440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968852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504249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179144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7097662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273920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166027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67276513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4510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187391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351335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3164739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35336174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520940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3583062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424948904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89757429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5913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26339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7519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951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984103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0615152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2128518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407652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59343268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1304641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1845942436"/>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939229172"/>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1654461878"/>
      </p:ext>
    </p:extLst>
  </p:cSld>
  <p:clrMapOvr>
    <a:masterClrMapping/>
  </p:clrMapOvr>
  <p:transition>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71500" y="581978"/>
            <a:ext cx="1454782" cy="343851"/>
          </a:xfrm>
          <a:prstGeom prst="rect">
            <a:avLst/>
          </a:prstGeom>
        </p:spPr>
      </p:pic>
    </p:spTree>
    <p:extLst>
      <p:ext uri="{BB962C8B-B14F-4D97-AF65-F5344CB8AC3E}">
        <p14:creationId xmlns:p14="http://schemas.microsoft.com/office/powerpoint/2010/main" val="21418743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1255961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slideLayout" Target="../slideLayouts/slideLayout81.xml"/><Relationship Id="rId47" Type="http://schemas.openxmlformats.org/officeDocument/2006/relationships/slideLayout" Target="../slideLayouts/slideLayout86.xml"/><Relationship Id="rId50" Type="http://schemas.openxmlformats.org/officeDocument/2006/relationships/theme" Target="../theme/theme2.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slideLayout" Target="../slideLayouts/slideLayout84.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49" Type="http://schemas.openxmlformats.org/officeDocument/2006/relationships/slideLayout" Target="../slideLayouts/slideLayout88.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4" Type="http://schemas.openxmlformats.org/officeDocument/2006/relationships/slideLayout" Target="../slideLayouts/slideLayout83.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slideLayout" Target="../slideLayouts/slideLayout82.xml"/><Relationship Id="rId48" Type="http://schemas.openxmlformats.org/officeDocument/2006/relationships/slideLayout" Target="../slideLayouts/slideLayout87.xml"/><Relationship Id="rId8" Type="http://schemas.openxmlformats.org/officeDocument/2006/relationships/slideLayout" Target="../slideLayouts/slideLayout47.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slideLayout" Target="../slideLayouts/slideLayout85.xml"/><Relationship Id="rId20" Type="http://schemas.openxmlformats.org/officeDocument/2006/relationships/slideLayout" Target="../slideLayouts/slideLayout59.xml"/><Relationship Id="rId41" Type="http://schemas.openxmlformats.org/officeDocument/2006/relationships/slideLayout" Target="../slideLayouts/slideLayout80.xml"/><Relationship Id="rId1" Type="http://schemas.openxmlformats.org/officeDocument/2006/relationships/slideLayout" Target="../slideLayouts/slideLayout40.xml"/><Relationship Id="rId6"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14.xml"/><Relationship Id="rId21" Type="http://schemas.openxmlformats.org/officeDocument/2006/relationships/slideLayout" Target="../slideLayouts/slideLayout109.xml"/><Relationship Id="rId42" Type="http://schemas.openxmlformats.org/officeDocument/2006/relationships/slideLayout" Target="../slideLayouts/slideLayout130.xml"/><Relationship Id="rId47" Type="http://schemas.openxmlformats.org/officeDocument/2006/relationships/slideLayout" Target="../slideLayouts/slideLayout135.xml"/><Relationship Id="rId63" Type="http://schemas.openxmlformats.org/officeDocument/2006/relationships/slideLayout" Target="../slideLayouts/slideLayout151.xml"/><Relationship Id="rId68" Type="http://schemas.openxmlformats.org/officeDocument/2006/relationships/slideLayout" Target="../slideLayouts/slideLayout156.xml"/><Relationship Id="rId84" Type="http://schemas.openxmlformats.org/officeDocument/2006/relationships/slideLayout" Target="../slideLayouts/slideLayout172.xml"/><Relationship Id="rId16" Type="http://schemas.openxmlformats.org/officeDocument/2006/relationships/slideLayout" Target="../slideLayouts/slideLayout104.xml"/><Relationship Id="rId11" Type="http://schemas.openxmlformats.org/officeDocument/2006/relationships/slideLayout" Target="../slideLayouts/slideLayout99.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53" Type="http://schemas.openxmlformats.org/officeDocument/2006/relationships/slideLayout" Target="../slideLayouts/slideLayout141.xml"/><Relationship Id="rId58" Type="http://schemas.openxmlformats.org/officeDocument/2006/relationships/slideLayout" Target="../slideLayouts/slideLayout146.xml"/><Relationship Id="rId74" Type="http://schemas.openxmlformats.org/officeDocument/2006/relationships/slideLayout" Target="../slideLayouts/slideLayout162.xml"/><Relationship Id="rId79" Type="http://schemas.openxmlformats.org/officeDocument/2006/relationships/slideLayout" Target="../slideLayouts/slideLayout167.xml"/><Relationship Id="rId5" Type="http://schemas.openxmlformats.org/officeDocument/2006/relationships/slideLayout" Target="../slideLayouts/slideLayout93.xml"/><Relationship Id="rId19" Type="http://schemas.openxmlformats.org/officeDocument/2006/relationships/slideLayout" Target="../slideLayouts/slideLayout10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slideLayout" Target="../slideLayouts/slideLayout131.xml"/><Relationship Id="rId48" Type="http://schemas.openxmlformats.org/officeDocument/2006/relationships/slideLayout" Target="../slideLayouts/slideLayout136.xml"/><Relationship Id="rId56" Type="http://schemas.openxmlformats.org/officeDocument/2006/relationships/slideLayout" Target="../slideLayouts/slideLayout144.xml"/><Relationship Id="rId64" Type="http://schemas.openxmlformats.org/officeDocument/2006/relationships/slideLayout" Target="../slideLayouts/slideLayout152.xml"/><Relationship Id="rId69" Type="http://schemas.openxmlformats.org/officeDocument/2006/relationships/slideLayout" Target="../slideLayouts/slideLayout157.xml"/><Relationship Id="rId77" Type="http://schemas.openxmlformats.org/officeDocument/2006/relationships/slideLayout" Target="../slideLayouts/slideLayout165.xml"/><Relationship Id="rId8" Type="http://schemas.openxmlformats.org/officeDocument/2006/relationships/slideLayout" Target="../slideLayouts/slideLayout96.xml"/><Relationship Id="rId51" Type="http://schemas.openxmlformats.org/officeDocument/2006/relationships/slideLayout" Target="../slideLayouts/slideLayout139.xml"/><Relationship Id="rId72" Type="http://schemas.openxmlformats.org/officeDocument/2006/relationships/slideLayout" Target="../slideLayouts/slideLayout160.xml"/><Relationship Id="rId80" Type="http://schemas.openxmlformats.org/officeDocument/2006/relationships/slideLayout" Target="../slideLayouts/slideLayout168.xml"/><Relationship Id="rId85" Type="http://schemas.openxmlformats.org/officeDocument/2006/relationships/slideLayout" Target="../slideLayouts/slideLayout173.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 Id="rId46" Type="http://schemas.openxmlformats.org/officeDocument/2006/relationships/slideLayout" Target="../slideLayouts/slideLayout134.xml"/><Relationship Id="rId59" Type="http://schemas.openxmlformats.org/officeDocument/2006/relationships/slideLayout" Target="../slideLayouts/slideLayout147.xml"/><Relationship Id="rId67" Type="http://schemas.openxmlformats.org/officeDocument/2006/relationships/slideLayout" Target="../slideLayouts/slideLayout155.xml"/><Relationship Id="rId20" Type="http://schemas.openxmlformats.org/officeDocument/2006/relationships/slideLayout" Target="../slideLayouts/slideLayout108.xml"/><Relationship Id="rId41" Type="http://schemas.openxmlformats.org/officeDocument/2006/relationships/slideLayout" Target="../slideLayouts/slideLayout129.xml"/><Relationship Id="rId54" Type="http://schemas.openxmlformats.org/officeDocument/2006/relationships/slideLayout" Target="../slideLayouts/slideLayout142.xml"/><Relationship Id="rId62" Type="http://schemas.openxmlformats.org/officeDocument/2006/relationships/slideLayout" Target="../slideLayouts/slideLayout150.xml"/><Relationship Id="rId70" Type="http://schemas.openxmlformats.org/officeDocument/2006/relationships/slideLayout" Target="../slideLayouts/slideLayout158.xml"/><Relationship Id="rId75" Type="http://schemas.openxmlformats.org/officeDocument/2006/relationships/slideLayout" Target="../slideLayouts/slideLayout163.xml"/><Relationship Id="rId83" Type="http://schemas.openxmlformats.org/officeDocument/2006/relationships/slideLayout" Target="../slideLayouts/slideLayout171.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49" Type="http://schemas.openxmlformats.org/officeDocument/2006/relationships/slideLayout" Target="../slideLayouts/slideLayout137.xml"/><Relationship Id="rId57" Type="http://schemas.openxmlformats.org/officeDocument/2006/relationships/slideLayout" Target="../slideLayouts/slideLayout145.xml"/><Relationship Id="rId10" Type="http://schemas.openxmlformats.org/officeDocument/2006/relationships/slideLayout" Target="../slideLayouts/slideLayout98.xml"/><Relationship Id="rId31" Type="http://schemas.openxmlformats.org/officeDocument/2006/relationships/slideLayout" Target="../slideLayouts/slideLayout119.xml"/><Relationship Id="rId44" Type="http://schemas.openxmlformats.org/officeDocument/2006/relationships/slideLayout" Target="../slideLayouts/slideLayout132.xml"/><Relationship Id="rId52" Type="http://schemas.openxmlformats.org/officeDocument/2006/relationships/slideLayout" Target="../slideLayouts/slideLayout140.xml"/><Relationship Id="rId60" Type="http://schemas.openxmlformats.org/officeDocument/2006/relationships/slideLayout" Target="../slideLayouts/slideLayout148.xml"/><Relationship Id="rId65" Type="http://schemas.openxmlformats.org/officeDocument/2006/relationships/slideLayout" Target="../slideLayouts/slideLayout153.xml"/><Relationship Id="rId73" Type="http://schemas.openxmlformats.org/officeDocument/2006/relationships/slideLayout" Target="../slideLayouts/slideLayout161.xml"/><Relationship Id="rId78" Type="http://schemas.openxmlformats.org/officeDocument/2006/relationships/slideLayout" Target="../slideLayouts/slideLayout166.xml"/><Relationship Id="rId81" Type="http://schemas.openxmlformats.org/officeDocument/2006/relationships/slideLayout" Target="../slideLayouts/slideLayout169.xml"/><Relationship Id="rId86" Type="http://schemas.openxmlformats.org/officeDocument/2006/relationships/theme" Target="../theme/theme3.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39" Type="http://schemas.openxmlformats.org/officeDocument/2006/relationships/slideLayout" Target="../slideLayouts/slideLayout127.xml"/><Relationship Id="rId34" Type="http://schemas.openxmlformats.org/officeDocument/2006/relationships/slideLayout" Target="../slideLayouts/slideLayout122.xml"/><Relationship Id="rId50" Type="http://schemas.openxmlformats.org/officeDocument/2006/relationships/slideLayout" Target="../slideLayouts/slideLayout138.xml"/><Relationship Id="rId55" Type="http://schemas.openxmlformats.org/officeDocument/2006/relationships/slideLayout" Target="../slideLayouts/slideLayout143.xml"/><Relationship Id="rId76" Type="http://schemas.openxmlformats.org/officeDocument/2006/relationships/slideLayout" Target="../slideLayouts/slideLayout164.xml"/><Relationship Id="rId7" Type="http://schemas.openxmlformats.org/officeDocument/2006/relationships/slideLayout" Target="../slideLayouts/slideLayout95.xml"/><Relationship Id="rId71" Type="http://schemas.openxmlformats.org/officeDocument/2006/relationships/slideLayout" Target="../slideLayouts/slideLayout159.xml"/><Relationship Id="rId2" Type="http://schemas.openxmlformats.org/officeDocument/2006/relationships/slideLayout" Target="../slideLayouts/slideLayout90.xml"/><Relationship Id="rId29" Type="http://schemas.openxmlformats.org/officeDocument/2006/relationships/slideLayout" Target="../slideLayouts/slideLayout117.xml"/><Relationship Id="rId24" Type="http://schemas.openxmlformats.org/officeDocument/2006/relationships/slideLayout" Target="../slideLayouts/slideLayout112.xml"/><Relationship Id="rId40" Type="http://schemas.openxmlformats.org/officeDocument/2006/relationships/slideLayout" Target="../slideLayouts/slideLayout128.xml"/><Relationship Id="rId45" Type="http://schemas.openxmlformats.org/officeDocument/2006/relationships/slideLayout" Target="../slideLayouts/slideLayout133.xml"/><Relationship Id="rId66" Type="http://schemas.openxmlformats.org/officeDocument/2006/relationships/slideLayout" Target="../slideLayouts/slideLayout154.xml"/><Relationship Id="rId61" Type="http://schemas.openxmlformats.org/officeDocument/2006/relationships/slideLayout" Target="../slideLayouts/slideLayout149.xml"/><Relationship Id="rId82" Type="http://schemas.openxmlformats.org/officeDocument/2006/relationships/slideLayout" Target="../slideLayouts/slideLayout17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6.xml"/><Relationship Id="rId18" Type="http://schemas.openxmlformats.org/officeDocument/2006/relationships/slideLayout" Target="../slideLayouts/slideLayout191.xml"/><Relationship Id="rId26" Type="http://schemas.openxmlformats.org/officeDocument/2006/relationships/slideLayout" Target="../slideLayouts/slideLayout199.xml"/><Relationship Id="rId39" Type="http://schemas.openxmlformats.org/officeDocument/2006/relationships/slideLayout" Target="../slideLayouts/slideLayout212.xml"/><Relationship Id="rId21" Type="http://schemas.openxmlformats.org/officeDocument/2006/relationships/slideLayout" Target="../slideLayouts/slideLayout194.xml"/><Relationship Id="rId34" Type="http://schemas.openxmlformats.org/officeDocument/2006/relationships/slideLayout" Target="../slideLayouts/slideLayout207.xml"/><Relationship Id="rId42" Type="http://schemas.openxmlformats.org/officeDocument/2006/relationships/slideLayout" Target="../slideLayouts/slideLayout215.xml"/><Relationship Id="rId47" Type="http://schemas.openxmlformats.org/officeDocument/2006/relationships/slideLayout" Target="../slideLayouts/slideLayout220.xml"/><Relationship Id="rId50" Type="http://schemas.openxmlformats.org/officeDocument/2006/relationships/slideLayout" Target="../slideLayouts/slideLayout223.xml"/><Relationship Id="rId55" Type="http://schemas.openxmlformats.org/officeDocument/2006/relationships/slideLayout" Target="../slideLayouts/slideLayout228.xml"/><Relationship Id="rId7" Type="http://schemas.openxmlformats.org/officeDocument/2006/relationships/slideLayout" Target="../slideLayouts/slideLayout180.xml"/><Relationship Id="rId2" Type="http://schemas.openxmlformats.org/officeDocument/2006/relationships/slideLayout" Target="../slideLayouts/slideLayout175.xml"/><Relationship Id="rId16" Type="http://schemas.openxmlformats.org/officeDocument/2006/relationships/slideLayout" Target="../slideLayouts/slideLayout189.xml"/><Relationship Id="rId29" Type="http://schemas.openxmlformats.org/officeDocument/2006/relationships/slideLayout" Target="../slideLayouts/slideLayout202.xml"/><Relationship Id="rId11" Type="http://schemas.openxmlformats.org/officeDocument/2006/relationships/slideLayout" Target="../slideLayouts/slideLayout184.xml"/><Relationship Id="rId24" Type="http://schemas.openxmlformats.org/officeDocument/2006/relationships/slideLayout" Target="../slideLayouts/slideLayout197.xml"/><Relationship Id="rId32" Type="http://schemas.openxmlformats.org/officeDocument/2006/relationships/slideLayout" Target="../slideLayouts/slideLayout205.xml"/><Relationship Id="rId37" Type="http://schemas.openxmlformats.org/officeDocument/2006/relationships/slideLayout" Target="../slideLayouts/slideLayout210.xml"/><Relationship Id="rId40" Type="http://schemas.openxmlformats.org/officeDocument/2006/relationships/slideLayout" Target="../slideLayouts/slideLayout213.xml"/><Relationship Id="rId45" Type="http://schemas.openxmlformats.org/officeDocument/2006/relationships/slideLayout" Target="../slideLayouts/slideLayout218.xml"/><Relationship Id="rId53" Type="http://schemas.openxmlformats.org/officeDocument/2006/relationships/slideLayout" Target="../slideLayouts/slideLayout226.xml"/><Relationship Id="rId58" Type="http://schemas.openxmlformats.org/officeDocument/2006/relationships/slideLayout" Target="../slideLayouts/slideLayout231.xml"/><Relationship Id="rId5" Type="http://schemas.openxmlformats.org/officeDocument/2006/relationships/slideLayout" Target="../slideLayouts/slideLayout178.xml"/><Relationship Id="rId61" Type="http://schemas.openxmlformats.org/officeDocument/2006/relationships/image" Target="../media/image66.png"/><Relationship Id="rId19" Type="http://schemas.openxmlformats.org/officeDocument/2006/relationships/slideLayout" Target="../slideLayouts/slideLayout192.xml"/><Relationship Id="rId14" Type="http://schemas.openxmlformats.org/officeDocument/2006/relationships/slideLayout" Target="../slideLayouts/slideLayout187.xml"/><Relationship Id="rId22" Type="http://schemas.openxmlformats.org/officeDocument/2006/relationships/slideLayout" Target="../slideLayouts/slideLayout195.xml"/><Relationship Id="rId27" Type="http://schemas.openxmlformats.org/officeDocument/2006/relationships/slideLayout" Target="../slideLayouts/slideLayout200.xml"/><Relationship Id="rId30" Type="http://schemas.openxmlformats.org/officeDocument/2006/relationships/slideLayout" Target="../slideLayouts/slideLayout203.xml"/><Relationship Id="rId35" Type="http://schemas.openxmlformats.org/officeDocument/2006/relationships/slideLayout" Target="../slideLayouts/slideLayout208.xml"/><Relationship Id="rId43" Type="http://schemas.openxmlformats.org/officeDocument/2006/relationships/slideLayout" Target="../slideLayouts/slideLayout216.xml"/><Relationship Id="rId48" Type="http://schemas.openxmlformats.org/officeDocument/2006/relationships/slideLayout" Target="../slideLayouts/slideLayout221.xml"/><Relationship Id="rId56" Type="http://schemas.openxmlformats.org/officeDocument/2006/relationships/slideLayout" Target="../slideLayouts/slideLayout229.xml"/><Relationship Id="rId8" Type="http://schemas.openxmlformats.org/officeDocument/2006/relationships/slideLayout" Target="../slideLayouts/slideLayout181.xml"/><Relationship Id="rId51" Type="http://schemas.openxmlformats.org/officeDocument/2006/relationships/slideLayout" Target="../slideLayouts/slideLayout224.xml"/><Relationship Id="rId3" Type="http://schemas.openxmlformats.org/officeDocument/2006/relationships/slideLayout" Target="../slideLayouts/slideLayout176.xml"/><Relationship Id="rId12" Type="http://schemas.openxmlformats.org/officeDocument/2006/relationships/slideLayout" Target="../slideLayouts/slideLayout185.xml"/><Relationship Id="rId17" Type="http://schemas.openxmlformats.org/officeDocument/2006/relationships/slideLayout" Target="../slideLayouts/slideLayout190.xml"/><Relationship Id="rId25" Type="http://schemas.openxmlformats.org/officeDocument/2006/relationships/slideLayout" Target="../slideLayouts/slideLayout198.xml"/><Relationship Id="rId33" Type="http://schemas.openxmlformats.org/officeDocument/2006/relationships/slideLayout" Target="../slideLayouts/slideLayout206.xml"/><Relationship Id="rId38" Type="http://schemas.openxmlformats.org/officeDocument/2006/relationships/slideLayout" Target="../slideLayouts/slideLayout211.xml"/><Relationship Id="rId46" Type="http://schemas.openxmlformats.org/officeDocument/2006/relationships/slideLayout" Target="../slideLayouts/slideLayout219.xml"/><Relationship Id="rId59" Type="http://schemas.openxmlformats.org/officeDocument/2006/relationships/slideLayout" Target="../slideLayouts/slideLayout232.xml"/><Relationship Id="rId20" Type="http://schemas.openxmlformats.org/officeDocument/2006/relationships/slideLayout" Target="../slideLayouts/slideLayout193.xml"/><Relationship Id="rId41" Type="http://schemas.openxmlformats.org/officeDocument/2006/relationships/slideLayout" Target="../slideLayouts/slideLayout214.xml"/><Relationship Id="rId54" Type="http://schemas.openxmlformats.org/officeDocument/2006/relationships/slideLayout" Target="../slideLayouts/slideLayout227.xml"/><Relationship Id="rId62" Type="http://schemas.openxmlformats.org/officeDocument/2006/relationships/image" Target="../media/image67.svg"/><Relationship Id="rId1" Type="http://schemas.openxmlformats.org/officeDocument/2006/relationships/slideLayout" Target="../slideLayouts/slideLayout174.xml"/><Relationship Id="rId6" Type="http://schemas.openxmlformats.org/officeDocument/2006/relationships/slideLayout" Target="../slideLayouts/slideLayout179.xml"/><Relationship Id="rId15" Type="http://schemas.openxmlformats.org/officeDocument/2006/relationships/slideLayout" Target="../slideLayouts/slideLayout188.xml"/><Relationship Id="rId23" Type="http://schemas.openxmlformats.org/officeDocument/2006/relationships/slideLayout" Target="../slideLayouts/slideLayout196.xml"/><Relationship Id="rId28" Type="http://schemas.openxmlformats.org/officeDocument/2006/relationships/slideLayout" Target="../slideLayouts/slideLayout201.xml"/><Relationship Id="rId36" Type="http://schemas.openxmlformats.org/officeDocument/2006/relationships/slideLayout" Target="../slideLayouts/slideLayout209.xml"/><Relationship Id="rId49" Type="http://schemas.openxmlformats.org/officeDocument/2006/relationships/slideLayout" Target="../slideLayouts/slideLayout222.xml"/><Relationship Id="rId57" Type="http://schemas.openxmlformats.org/officeDocument/2006/relationships/slideLayout" Target="../slideLayouts/slideLayout230.xml"/><Relationship Id="rId10" Type="http://schemas.openxmlformats.org/officeDocument/2006/relationships/slideLayout" Target="../slideLayouts/slideLayout183.xml"/><Relationship Id="rId31" Type="http://schemas.openxmlformats.org/officeDocument/2006/relationships/slideLayout" Target="../slideLayouts/slideLayout204.xml"/><Relationship Id="rId44" Type="http://schemas.openxmlformats.org/officeDocument/2006/relationships/slideLayout" Target="../slideLayouts/slideLayout217.xml"/><Relationship Id="rId52" Type="http://schemas.openxmlformats.org/officeDocument/2006/relationships/slideLayout" Target="../slideLayouts/slideLayout225.xml"/><Relationship Id="rId60" Type="http://schemas.openxmlformats.org/officeDocument/2006/relationships/theme" Target="../theme/theme4.xml"/><Relationship Id="rId4" Type="http://schemas.openxmlformats.org/officeDocument/2006/relationships/slideLayout" Target="../slideLayouts/slideLayout177.xml"/><Relationship Id="rId9" Type="http://schemas.openxmlformats.org/officeDocument/2006/relationships/slideLayout" Target="../slideLayouts/slideLayout1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0" r:id="rId1"/>
    <p:sldLayoutId id="2147484884" r:id="rId2"/>
    <p:sldLayoutId id="2147484845" r:id="rId3"/>
    <p:sldLayoutId id="2147484870" r:id="rId4"/>
    <p:sldLayoutId id="2147484872" r:id="rId5"/>
    <p:sldLayoutId id="2147484867" r:id="rId6"/>
    <p:sldLayoutId id="2147484839" r:id="rId7"/>
    <p:sldLayoutId id="2147484742" r:id="rId8"/>
    <p:sldLayoutId id="2147484910" r:id="rId9"/>
    <p:sldLayoutId id="2147484817" r:id="rId10"/>
    <p:sldLayoutId id="2147484741" r:id="rId11"/>
    <p:sldLayoutId id="2147484807" r:id="rId12"/>
    <p:sldLayoutId id="2147484753" r:id="rId13"/>
    <p:sldLayoutId id="2147484808" r:id="rId14"/>
    <p:sldLayoutId id="2147484912" r:id="rId15"/>
    <p:sldLayoutId id="2147484914" r:id="rId16"/>
    <p:sldLayoutId id="2147484915" r:id="rId17"/>
    <p:sldLayoutId id="2147484873" r:id="rId18"/>
    <p:sldLayoutId id="2147484886" r:id="rId19"/>
    <p:sldLayoutId id="2147484885" r:id="rId20"/>
    <p:sldLayoutId id="2147484874" r:id="rId21"/>
    <p:sldLayoutId id="2147484745" r:id="rId22"/>
    <p:sldLayoutId id="2147484743" r:id="rId23"/>
    <p:sldLayoutId id="2147484749" r:id="rId24"/>
    <p:sldLayoutId id="2147484875" r:id="rId25"/>
    <p:sldLayoutId id="2147484840" r:id="rId26"/>
    <p:sldLayoutId id="2147484887" r:id="rId27"/>
    <p:sldLayoutId id="2147484909" r:id="rId28"/>
    <p:sldLayoutId id="2147484907" r:id="rId29"/>
    <p:sldLayoutId id="2147484911" r:id="rId30"/>
    <p:sldLayoutId id="2147484899" r:id="rId31"/>
    <p:sldLayoutId id="2147484903" r:id="rId32"/>
    <p:sldLayoutId id="2147484905" r:id="rId33"/>
    <p:sldLayoutId id="2147484900" r:id="rId34"/>
    <p:sldLayoutId id="2147484906" r:id="rId35"/>
    <p:sldLayoutId id="2147484821" r:id="rId36"/>
    <p:sldLayoutId id="2147484728" r:id="rId37"/>
    <p:sldLayoutId id="2147484859" r:id="rId38"/>
    <p:sldLayoutId id="2147485132" r:id="rId39"/>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26" pos="7496" userDrawn="1">
          <p15:clr>
            <a:srgbClr val="A5A5A5"/>
          </p15:clr>
        </p15:guide>
        <p15:guide id="27" orient="horz" userDrawn="1">
          <p15:clr>
            <a:srgbClr val="A5A5A5"/>
          </p15:clr>
        </p15:guide>
        <p15:guide id="28" orient="horz" pos="4320" userDrawn="1">
          <p15:clr>
            <a:srgbClr val="A5A5A5"/>
          </p15:clr>
        </p15:guide>
        <p15:guide id="29" orient="horz" pos="184" userDrawn="1">
          <p15:clr>
            <a:srgbClr val="A5A5A5"/>
          </p15:clr>
        </p15:guide>
        <p15:guide id="40" orient="horz" pos="4134" userDrawn="1">
          <p15:clr>
            <a:srgbClr val="A5A5A5"/>
          </p15:clr>
        </p15:guide>
        <p15:guide id="42" pos="365" userDrawn="1">
          <p15:clr>
            <a:srgbClr val="C35EA4"/>
          </p15:clr>
        </p15:guide>
        <p15:guide id="43" orient="horz" pos="367" userDrawn="1">
          <p15:clr>
            <a:srgbClr val="C35EA4"/>
          </p15:clr>
        </p15:guide>
        <p15:guide id="44" orient="horz" pos="3953" userDrawn="1">
          <p15:clr>
            <a:srgbClr val="C35EA4"/>
          </p15:clr>
        </p15:guide>
        <p15:guide id="45" pos="7307"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5" r:id="rId22"/>
    <p:sldLayoutId id="2147484946" r:id="rId23"/>
    <p:sldLayoutId id="2147484947" r:id="rId24"/>
    <p:sldLayoutId id="2147484948" r:id="rId25"/>
    <p:sldLayoutId id="2147484949" r:id="rId26"/>
    <p:sldLayoutId id="2147484950" r:id="rId27"/>
    <p:sldLayoutId id="2147484951" r:id="rId28"/>
    <p:sldLayoutId id="2147484952" r:id="rId29"/>
    <p:sldLayoutId id="2147484953" r:id="rId30"/>
    <p:sldLayoutId id="2147484954" r:id="rId31"/>
    <p:sldLayoutId id="2147484955" r:id="rId32"/>
    <p:sldLayoutId id="2147484956" r:id="rId33"/>
    <p:sldLayoutId id="2147484957" r:id="rId34"/>
    <p:sldLayoutId id="2147484958" r:id="rId35"/>
    <p:sldLayoutId id="2147484959" r:id="rId36"/>
    <p:sldLayoutId id="2147484960" r:id="rId37"/>
    <p:sldLayoutId id="2147484961" r:id="rId38"/>
    <p:sldLayoutId id="2147484962" r:id="rId39"/>
    <p:sldLayoutId id="2147484963" r:id="rId40"/>
    <p:sldLayoutId id="2147484964" r:id="rId41"/>
    <p:sldLayoutId id="2147484965" r:id="rId42"/>
    <p:sldLayoutId id="2147484966" r:id="rId43"/>
    <p:sldLayoutId id="2147484967" r:id="rId44"/>
    <p:sldLayoutId id="2147484968" r:id="rId45"/>
    <p:sldLayoutId id="2147484969" r:id="rId46"/>
    <p:sldLayoutId id="2147484970" r:id="rId47"/>
    <p:sldLayoutId id="2147484971" r:id="rId48"/>
    <p:sldLayoutId id="2147484972" r:id="rId49"/>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Click to edit Master text styles</a:t>
            </a:r>
          </a:p>
          <a:p>
            <a:pPr marL="2286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228600" marR="0" lvl="2"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228600" marR="0" lvl="3"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228600" marR="0" lvl="4"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58" name="Group 257">
            <a:extLst>
              <a:ext uri="{FF2B5EF4-FFF2-40B4-BE49-F238E27FC236}">
                <a16:creationId xmlns:a16="http://schemas.microsoft.com/office/drawing/2014/main" id="{566C3ED6-7167-1619-C333-B86D0D162316}"/>
              </a:ext>
            </a:extLst>
          </p:cNvPr>
          <p:cNvGrpSpPr>
            <a:grpSpLocks noChangeAspect="1"/>
          </p:cNvGrpSpPr>
          <p:nvPr userDrawn="1"/>
        </p:nvGrpSpPr>
        <p:grpSpPr bwMode="auto">
          <a:xfrm rot="5400000">
            <a:off x="10659863" y="3998558"/>
            <a:ext cx="4597400" cy="1169987"/>
            <a:chOff x="1529" y="1423"/>
            <a:chExt cx="2896" cy="737"/>
          </a:xfrm>
        </p:grpSpPr>
        <p:sp>
          <p:nvSpPr>
            <p:cNvPr id="259" name="AutoShape 3">
              <a:extLst>
                <a:ext uri="{FF2B5EF4-FFF2-40B4-BE49-F238E27FC236}">
                  <a16:creationId xmlns:a16="http://schemas.microsoft.com/office/drawing/2014/main" id="{894C58B4-3C22-9620-7C92-D65ED6617E67}"/>
                </a:ext>
              </a:extLst>
            </p:cNvPr>
            <p:cNvSpPr>
              <a:spLocks noChangeAspect="1" noChangeArrowheads="1" noTextEdit="1"/>
            </p:cNvSpPr>
            <p:nvPr/>
          </p:nvSpPr>
          <p:spPr bwMode="auto">
            <a:xfrm>
              <a:off x="1529" y="1423"/>
              <a:ext cx="2896"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0" name="Rectangle 5">
              <a:extLst>
                <a:ext uri="{FF2B5EF4-FFF2-40B4-BE49-F238E27FC236}">
                  <a16:creationId xmlns:a16="http://schemas.microsoft.com/office/drawing/2014/main" id="{B4F93CCF-3F88-5DCB-F12D-4DEBF36B9444}"/>
                </a:ext>
              </a:extLst>
            </p:cNvPr>
            <p:cNvSpPr>
              <a:spLocks noChangeArrowheads="1"/>
            </p:cNvSpPr>
            <p:nvPr/>
          </p:nvSpPr>
          <p:spPr bwMode="auto">
            <a:xfrm>
              <a:off x="2254" y="1727"/>
              <a:ext cx="707" cy="135"/>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1" name="Rectangle 6">
              <a:extLst>
                <a:ext uri="{FF2B5EF4-FFF2-40B4-BE49-F238E27FC236}">
                  <a16:creationId xmlns:a16="http://schemas.microsoft.com/office/drawing/2014/main" id="{7AC4893A-D0A3-D947-BE61-70B6DC4B9314}"/>
                </a:ext>
              </a:extLst>
            </p:cNvPr>
            <p:cNvSpPr>
              <a:spLocks noChangeArrowheads="1"/>
            </p:cNvSpPr>
            <p:nvPr/>
          </p:nvSpPr>
          <p:spPr bwMode="auto">
            <a:xfrm>
              <a:off x="2264" y="1722"/>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latin typeface="Segoe UI Black" panose="020B0A02040204020203" pitchFamily="34" charset="0"/>
                </a:rPr>
                <a:t>A</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62" name="Rectangle 7">
              <a:extLst>
                <a:ext uri="{FF2B5EF4-FFF2-40B4-BE49-F238E27FC236}">
                  <a16:creationId xmlns:a16="http://schemas.microsoft.com/office/drawing/2014/main" id="{DE65DAC6-345A-2542-166A-D2D08E76F806}"/>
                </a:ext>
              </a:extLst>
            </p:cNvPr>
            <p:cNvSpPr>
              <a:spLocks noChangeArrowheads="1"/>
            </p:cNvSpPr>
            <p:nvPr/>
          </p:nvSpPr>
          <p:spPr bwMode="auto">
            <a:xfrm>
              <a:off x="2264" y="1800"/>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effectLst/>
                  <a:latin typeface="Segoe UI" panose="020B0502040204020203" pitchFamily="34" charset="0"/>
                </a:rPr>
                <a:t>F4364C</a:t>
              </a:r>
              <a:endParaRPr kumimoji="0" lang="en-US" altLang="en-US" sz="1800" b="0" i="0" u="none" strike="noStrike" cap="none" normalizeH="0" baseline="0" dirty="0">
                <a:ln>
                  <a:noFill/>
                </a:ln>
                <a:effectLst/>
                <a:latin typeface="Arial" panose="020B0604020202020204" pitchFamily="34" charset="0"/>
              </a:endParaRPr>
            </a:p>
          </p:txBody>
        </p:sp>
        <p:sp>
          <p:nvSpPr>
            <p:cNvPr id="263" name="Rectangle 8">
              <a:extLst>
                <a:ext uri="{FF2B5EF4-FFF2-40B4-BE49-F238E27FC236}">
                  <a16:creationId xmlns:a16="http://schemas.microsoft.com/office/drawing/2014/main" id="{1EADC519-4AB4-60A0-260A-EF7DC8229A97}"/>
                </a:ext>
              </a:extLst>
            </p:cNvPr>
            <p:cNvSpPr>
              <a:spLocks noChangeArrowheads="1"/>
            </p:cNvSpPr>
            <p:nvPr/>
          </p:nvSpPr>
          <p:spPr bwMode="auto">
            <a:xfrm>
              <a:off x="2254" y="1871"/>
              <a:ext cx="707" cy="1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4" name="Rectangle 9">
              <a:extLst>
                <a:ext uri="{FF2B5EF4-FFF2-40B4-BE49-F238E27FC236}">
                  <a16:creationId xmlns:a16="http://schemas.microsoft.com/office/drawing/2014/main" id="{B2CFF324-4BA8-188D-7395-AC042B4D6560}"/>
                </a:ext>
              </a:extLst>
            </p:cNvPr>
            <p:cNvSpPr>
              <a:spLocks noChangeArrowheads="1"/>
            </p:cNvSpPr>
            <p:nvPr/>
          </p:nvSpPr>
          <p:spPr bwMode="auto">
            <a:xfrm>
              <a:off x="2264" y="1865"/>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B3BB"/>
                  </a:solidFill>
                  <a:effectLst/>
                  <a:latin typeface="Segoe UI Black" panose="020B0A02040204020203" pitchFamily="34" charset="0"/>
                </a:rPr>
                <a:t>A</a:t>
              </a:r>
              <a:endParaRPr kumimoji="0" lang="en-US" altLang="en-US" sz="1800" b="0" i="0" u="none" strike="noStrike" cap="none" normalizeH="0" baseline="0" dirty="0">
                <a:ln>
                  <a:noFill/>
                </a:ln>
                <a:solidFill>
                  <a:srgbClr val="FFB3BB"/>
                </a:solidFill>
                <a:effectLst/>
                <a:latin typeface="Arial" panose="020B0604020202020204" pitchFamily="34" charset="0"/>
              </a:endParaRPr>
            </a:p>
          </p:txBody>
        </p:sp>
        <p:sp>
          <p:nvSpPr>
            <p:cNvPr id="265" name="Rectangle 10">
              <a:extLst>
                <a:ext uri="{FF2B5EF4-FFF2-40B4-BE49-F238E27FC236}">
                  <a16:creationId xmlns:a16="http://schemas.microsoft.com/office/drawing/2014/main" id="{03BDB961-C287-23C5-66DF-74F0AFDFB76B}"/>
                </a:ext>
              </a:extLst>
            </p:cNvPr>
            <p:cNvSpPr>
              <a:spLocks noChangeArrowheads="1"/>
            </p:cNvSpPr>
            <p:nvPr/>
          </p:nvSpPr>
          <p:spPr bwMode="auto">
            <a:xfrm>
              <a:off x="2329" y="1865"/>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6" name="Rectangle 11">
              <a:extLst>
                <a:ext uri="{FF2B5EF4-FFF2-40B4-BE49-F238E27FC236}">
                  <a16:creationId xmlns:a16="http://schemas.microsoft.com/office/drawing/2014/main" id="{35ADEDE9-FB7B-876E-7225-4D3AB73422EF}"/>
                </a:ext>
              </a:extLst>
            </p:cNvPr>
            <p:cNvSpPr>
              <a:spLocks noChangeArrowheads="1"/>
            </p:cNvSpPr>
            <p:nvPr/>
          </p:nvSpPr>
          <p:spPr bwMode="auto">
            <a:xfrm>
              <a:off x="2264" y="1943"/>
              <a:ext cx="13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FFFFFF"/>
                  </a:solidFill>
                  <a:effectLst/>
                  <a:latin typeface="Segoe UI" panose="020B0502040204020203" pitchFamily="34" charset="0"/>
                </a:rPr>
                <a:t>73262F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7" name="Rectangle 12">
              <a:extLst>
                <a:ext uri="{FF2B5EF4-FFF2-40B4-BE49-F238E27FC236}">
                  <a16:creationId xmlns:a16="http://schemas.microsoft.com/office/drawing/2014/main" id="{03DA7BF6-FE99-195F-2925-BD0968D0CE23}"/>
                </a:ext>
              </a:extLst>
            </p:cNvPr>
            <p:cNvSpPr>
              <a:spLocks noChangeArrowheads="1"/>
            </p:cNvSpPr>
            <p:nvPr/>
          </p:nvSpPr>
          <p:spPr bwMode="auto">
            <a:xfrm>
              <a:off x="2254" y="1582"/>
              <a:ext cx="707" cy="136"/>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8" name="Rectangle 13">
              <a:extLst>
                <a:ext uri="{FF2B5EF4-FFF2-40B4-BE49-F238E27FC236}">
                  <a16:creationId xmlns:a16="http://schemas.microsoft.com/office/drawing/2014/main" id="{AE1CAD70-4A31-E224-8481-B797DB87F72F}"/>
                </a:ext>
              </a:extLst>
            </p:cNvPr>
            <p:cNvSpPr>
              <a:spLocks noChangeArrowheads="1"/>
            </p:cNvSpPr>
            <p:nvPr/>
          </p:nvSpPr>
          <p:spPr bwMode="auto">
            <a:xfrm>
              <a:off x="2264" y="1577"/>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3262F"/>
                  </a:solidFill>
                  <a:effectLst/>
                  <a:latin typeface="Segoe UI Black" panose="020B0A02040204020203" pitchFamily="34" charset="0"/>
                </a:rPr>
                <a:t>A</a:t>
              </a:r>
              <a:endParaRPr kumimoji="0" lang="en-US" altLang="en-US" sz="1800" b="0" i="0" u="none" strike="noStrike" cap="none" normalizeH="0" baseline="0" dirty="0">
                <a:ln>
                  <a:noFill/>
                </a:ln>
                <a:solidFill>
                  <a:srgbClr val="73262F"/>
                </a:solidFill>
                <a:effectLst/>
                <a:latin typeface="Arial" panose="020B0604020202020204" pitchFamily="34" charset="0"/>
              </a:endParaRPr>
            </a:p>
          </p:txBody>
        </p:sp>
        <p:sp>
          <p:nvSpPr>
            <p:cNvPr id="269" name="Rectangle 14">
              <a:extLst>
                <a:ext uri="{FF2B5EF4-FFF2-40B4-BE49-F238E27FC236}">
                  <a16:creationId xmlns:a16="http://schemas.microsoft.com/office/drawing/2014/main" id="{50413BA8-271F-17E9-274D-A6681E4E35BE}"/>
                </a:ext>
              </a:extLst>
            </p:cNvPr>
            <p:cNvSpPr>
              <a:spLocks noChangeArrowheads="1"/>
            </p:cNvSpPr>
            <p:nvPr/>
          </p:nvSpPr>
          <p:spPr bwMode="auto">
            <a:xfrm>
              <a:off x="2329" y="1577"/>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0" name="Rectangle 15">
              <a:extLst>
                <a:ext uri="{FF2B5EF4-FFF2-40B4-BE49-F238E27FC236}">
                  <a16:creationId xmlns:a16="http://schemas.microsoft.com/office/drawing/2014/main" id="{5E8A55D7-5C9F-19E4-44F8-0D5ED73A059E}"/>
                </a:ext>
              </a:extLst>
            </p:cNvPr>
            <p:cNvSpPr>
              <a:spLocks noChangeArrowheads="1"/>
            </p:cNvSpPr>
            <p:nvPr/>
          </p:nvSpPr>
          <p:spPr bwMode="auto">
            <a:xfrm>
              <a:off x="2264" y="1654"/>
              <a:ext cx="13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FFB3BB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1" name="Rectangle 16">
              <a:extLst>
                <a:ext uri="{FF2B5EF4-FFF2-40B4-BE49-F238E27FC236}">
                  <a16:creationId xmlns:a16="http://schemas.microsoft.com/office/drawing/2014/main" id="{AB98BB47-C797-09CC-A9F3-51FE51653B12}"/>
                </a:ext>
              </a:extLst>
            </p:cNvPr>
            <p:cNvSpPr>
              <a:spLocks noChangeArrowheads="1"/>
            </p:cNvSpPr>
            <p:nvPr/>
          </p:nvSpPr>
          <p:spPr bwMode="auto">
            <a:xfrm>
              <a:off x="2255" y="2022"/>
              <a:ext cx="706"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2" name="Rectangle 17">
              <a:extLst>
                <a:ext uri="{FF2B5EF4-FFF2-40B4-BE49-F238E27FC236}">
                  <a16:creationId xmlns:a16="http://schemas.microsoft.com/office/drawing/2014/main" id="{C52F19C0-13E8-0692-788F-02A274A980BA}"/>
                </a:ext>
              </a:extLst>
            </p:cNvPr>
            <p:cNvSpPr>
              <a:spLocks noChangeArrowheads="1"/>
            </p:cNvSpPr>
            <p:nvPr/>
          </p:nvSpPr>
          <p:spPr bwMode="auto">
            <a:xfrm>
              <a:off x="2255" y="2022"/>
              <a:ext cx="706"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73" name="Rectangle 18">
              <a:extLst>
                <a:ext uri="{FF2B5EF4-FFF2-40B4-BE49-F238E27FC236}">
                  <a16:creationId xmlns:a16="http://schemas.microsoft.com/office/drawing/2014/main" id="{0EF8B30C-1FB6-7C73-44FC-2C39DF7549A8}"/>
                </a:ext>
              </a:extLst>
            </p:cNvPr>
            <p:cNvSpPr>
              <a:spLocks noChangeArrowheads="1"/>
            </p:cNvSpPr>
            <p:nvPr/>
          </p:nvSpPr>
          <p:spPr bwMode="auto">
            <a:xfrm>
              <a:off x="2264" y="2024"/>
              <a:ext cx="12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FFFFFF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4" name="Rectangle 50">
              <a:extLst>
                <a:ext uri="{FF2B5EF4-FFF2-40B4-BE49-F238E27FC236}">
                  <a16:creationId xmlns:a16="http://schemas.microsoft.com/office/drawing/2014/main" id="{D25297AC-6025-DA45-015A-AD5967168C02}"/>
                </a:ext>
              </a:extLst>
            </p:cNvPr>
            <p:cNvSpPr>
              <a:spLocks noChangeArrowheads="1"/>
            </p:cNvSpPr>
            <p:nvPr/>
          </p:nvSpPr>
          <p:spPr bwMode="auto">
            <a:xfrm>
              <a:off x="1533" y="1727"/>
              <a:ext cx="706" cy="135"/>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5" name="Rectangle 51">
              <a:extLst>
                <a:ext uri="{FF2B5EF4-FFF2-40B4-BE49-F238E27FC236}">
                  <a16:creationId xmlns:a16="http://schemas.microsoft.com/office/drawing/2014/main" id="{D895CA29-DE29-0BF3-3158-751FF8EC37F0}"/>
                </a:ext>
              </a:extLst>
            </p:cNvPr>
            <p:cNvSpPr>
              <a:spLocks noChangeArrowheads="1"/>
            </p:cNvSpPr>
            <p:nvPr/>
          </p:nvSpPr>
          <p:spPr bwMode="auto">
            <a:xfrm>
              <a:off x="1542" y="1722"/>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latin typeface="Segoe UI Black" panose="020B0A02040204020203" pitchFamily="34" charset="0"/>
                </a:rPr>
                <a:t>A</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76" name="Rectangle 52">
              <a:extLst>
                <a:ext uri="{FF2B5EF4-FFF2-40B4-BE49-F238E27FC236}">
                  <a16:creationId xmlns:a16="http://schemas.microsoft.com/office/drawing/2014/main" id="{7EFCFC16-4A98-86AC-7619-A114CF099F7D}"/>
                </a:ext>
              </a:extLst>
            </p:cNvPr>
            <p:cNvSpPr>
              <a:spLocks noChangeArrowheads="1"/>
            </p:cNvSpPr>
            <p:nvPr/>
          </p:nvSpPr>
          <p:spPr bwMode="auto">
            <a:xfrm>
              <a:off x="1608" y="1722"/>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7" name="Rectangle 53">
              <a:extLst>
                <a:ext uri="{FF2B5EF4-FFF2-40B4-BE49-F238E27FC236}">
                  <a16:creationId xmlns:a16="http://schemas.microsoft.com/office/drawing/2014/main" id="{B9712463-FD5D-ABC4-36B0-C830E76330F6}"/>
                </a:ext>
              </a:extLst>
            </p:cNvPr>
            <p:cNvSpPr>
              <a:spLocks noChangeArrowheads="1"/>
            </p:cNvSpPr>
            <p:nvPr/>
          </p:nvSpPr>
          <p:spPr bwMode="auto">
            <a:xfrm>
              <a:off x="1542" y="1800"/>
              <a:ext cx="13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effectLst/>
                  <a:latin typeface="Segoe UI" panose="020B0502040204020203" pitchFamily="34" charset="0"/>
                </a:rPr>
                <a:t>FF5C39</a:t>
              </a:r>
              <a:endParaRPr kumimoji="0" lang="en-US" altLang="en-US" sz="1800" b="0" i="0" u="none" strike="noStrike" cap="none" normalizeH="0" baseline="0" dirty="0">
                <a:ln>
                  <a:noFill/>
                </a:ln>
                <a:effectLst/>
                <a:latin typeface="Arial" panose="020B0604020202020204" pitchFamily="34" charset="0"/>
              </a:endParaRPr>
            </a:p>
          </p:txBody>
        </p:sp>
        <p:sp>
          <p:nvSpPr>
            <p:cNvPr id="278" name="Rectangle 54">
              <a:extLst>
                <a:ext uri="{FF2B5EF4-FFF2-40B4-BE49-F238E27FC236}">
                  <a16:creationId xmlns:a16="http://schemas.microsoft.com/office/drawing/2014/main" id="{8ACAB4E1-6417-0C0C-9E12-B1E8EEA4613E}"/>
                </a:ext>
              </a:extLst>
            </p:cNvPr>
            <p:cNvSpPr>
              <a:spLocks noChangeArrowheads="1"/>
            </p:cNvSpPr>
            <p:nvPr/>
          </p:nvSpPr>
          <p:spPr bwMode="auto">
            <a:xfrm>
              <a:off x="1533" y="1871"/>
              <a:ext cx="706" cy="1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9" name="Rectangle 55">
              <a:extLst>
                <a:ext uri="{FF2B5EF4-FFF2-40B4-BE49-F238E27FC236}">
                  <a16:creationId xmlns:a16="http://schemas.microsoft.com/office/drawing/2014/main" id="{7E6BE592-BF8C-8CF1-0798-04DA17C036E6}"/>
                </a:ext>
              </a:extLst>
            </p:cNvPr>
            <p:cNvSpPr>
              <a:spLocks noChangeArrowheads="1"/>
            </p:cNvSpPr>
            <p:nvPr/>
          </p:nvSpPr>
          <p:spPr bwMode="auto">
            <a:xfrm>
              <a:off x="1542" y="1865"/>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A38B"/>
                  </a:solidFill>
                  <a:effectLst/>
                  <a:latin typeface="Segoe UI Black" panose="020B0A02040204020203" pitchFamily="34" charset="0"/>
                </a:rPr>
                <a:t>A</a:t>
              </a:r>
              <a:endParaRPr kumimoji="0" lang="en-US" altLang="en-US" sz="1800" b="0" i="0" u="none" strike="noStrike" cap="none" normalizeH="0" baseline="0" dirty="0">
                <a:ln>
                  <a:noFill/>
                </a:ln>
                <a:solidFill>
                  <a:srgbClr val="FFA38B"/>
                </a:solidFill>
                <a:effectLst/>
                <a:latin typeface="Arial" panose="020B0604020202020204" pitchFamily="34" charset="0"/>
              </a:endParaRPr>
            </a:p>
          </p:txBody>
        </p:sp>
        <p:sp>
          <p:nvSpPr>
            <p:cNvPr id="280" name="Rectangle 56">
              <a:extLst>
                <a:ext uri="{FF2B5EF4-FFF2-40B4-BE49-F238E27FC236}">
                  <a16:creationId xmlns:a16="http://schemas.microsoft.com/office/drawing/2014/main" id="{F02A06DF-8715-F16B-5F10-11C5F2584525}"/>
                </a:ext>
              </a:extLst>
            </p:cNvPr>
            <p:cNvSpPr>
              <a:spLocks noChangeArrowheads="1"/>
            </p:cNvSpPr>
            <p:nvPr/>
          </p:nvSpPr>
          <p:spPr bwMode="auto">
            <a:xfrm>
              <a:off x="1608" y="1865"/>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1" name="Rectangle 57">
              <a:extLst>
                <a:ext uri="{FF2B5EF4-FFF2-40B4-BE49-F238E27FC236}">
                  <a16:creationId xmlns:a16="http://schemas.microsoft.com/office/drawing/2014/main" id="{45F29D9D-6572-80B7-280A-53297335FBF7}"/>
                </a:ext>
              </a:extLst>
            </p:cNvPr>
            <p:cNvSpPr>
              <a:spLocks noChangeArrowheads="1"/>
            </p:cNvSpPr>
            <p:nvPr/>
          </p:nvSpPr>
          <p:spPr bwMode="auto">
            <a:xfrm>
              <a:off x="1542" y="1943"/>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FFFFFF"/>
                  </a:solidFill>
                  <a:effectLst/>
                  <a:latin typeface="Segoe UI" panose="020B0502040204020203" pitchFamily="34" charset="0"/>
                </a:rPr>
                <a:t>73391D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2" name="Rectangle 58">
              <a:extLst>
                <a:ext uri="{FF2B5EF4-FFF2-40B4-BE49-F238E27FC236}">
                  <a16:creationId xmlns:a16="http://schemas.microsoft.com/office/drawing/2014/main" id="{013A62C5-A54C-C8BE-D34C-557861D50FBB}"/>
                </a:ext>
              </a:extLst>
            </p:cNvPr>
            <p:cNvSpPr>
              <a:spLocks noChangeArrowheads="1"/>
            </p:cNvSpPr>
            <p:nvPr/>
          </p:nvSpPr>
          <p:spPr bwMode="auto">
            <a:xfrm>
              <a:off x="1533" y="1582"/>
              <a:ext cx="706" cy="136"/>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3" name="Rectangle 59">
              <a:extLst>
                <a:ext uri="{FF2B5EF4-FFF2-40B4-BE49-F238E27FC236}">
                  <a16:creationId xmlns:a16="http://schemas.microsoft.com/office/drawing/2014/main" id="{A3D38249-2B2F-44FE-8004-78F738A54143}"/>
                </a:ext>
              </a:extLst>
            </p:cNvPr>
            <p:cNvSpPr>
              <a:spLocks noChangeArrowheads="1"/>
            </p:cNvSpPr>
            <p:nvPr/>
          </p:nvSpPr>
          <p:spPr bwMode="auto">
            <a:xfrm>
              <a:off x="1542" y="1577"/>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3391D"/>
                  </a:solidFill>
                  <a:effectLst/>
                  <a:latin typeface="Segoe UI Black" panose="020B0A02040204020203" pitchFamily="34" charset="0"/>
                </a:rPr>
                <a:t>A</a:t>
              </a:r>
              <a:endParaRPr kumimoji="0" lang="en-US" altLang="en-US" sz="1800" b="0" i="0" u="none" strike="noStrike" cap="none" normalizeH="0" baseline="0" dirty="0">
                <a:ln>
                  <a:noFill/>
                </a:ln>
                <a:solidFill>
                  <a:srgbClr val="73391D"/>
                </a:solidFill>
                <a:effectLst/>
                <a:latin typeface="Arial" panose="020B0604020202020204" pitchFamily="34" charset="0"/>
              </a:endParaRPr>
            </a:p>
          </p:txBody>
        </p:sp>
        <p:sp>
          <p:nvSpPr>
            <p:cNvPr id="284" name="Rectangle 60">
              <a:extLst>
                <a:ext uri="{FF2B5EF4-FFF2-40B4-BE49-F238E27FC236}">
                  <a16:creationId xmlns:a16="http://schemas.microsoft.com/office/drawing/2014/main" id="{6356C9D6-F46C-5F18-CC06-57CEDB989050}"/>
                </a:ext>
              </a:extLst>
            </p:cNvPr>
            <p:cNvSpPr>
              <a:spLocks noChangeArrowheads="1"/>
            </p:cNvSpPr>
            <p:nvPr/>
          </p:nvSpPr>
          <p:spPr bwMode="auto">
            <a:xfrm>
              <a:off x="1608" y="1577"/>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5" name="Rectangle 61">
              <a:extLst>
                <a:ext uri="{FF2B5EF4-FFF2-40B4-BE49-F238E27FC236}">
                  <a16:creationId xmlns:a16="http://schemas.microsoft.com/office/drawing/2014/main" id="{809C64CC-0B9B-063B-F7A5-63EE36FBDCCD}"/>
                </a:ext>
              </a:extLst>
            </p:cNvPr>
            <p:cNvSpPr>
              <a:spLocks noChangeArrowheads="1"/>
            </p:cNvSpPr>
            <p:nvPr/>
          </p:nvSpPr>
          <p:spPr bwMode="auto">
            <a:xfrm>
              <a:off x="1542" y="1654"/>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FFA38B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6" name="Rectangle 62">
              <a:extLst>
                <a:ext uri="{FF2B5EF4-FFF2-40B4-BE49-F238E27FC236}">
                  <a16:creationId xmlns:a16="http://schemas.microsoft.com/office/drawing/2014/main" id="{94AB9329-702D-4A1F-E5A5-C3B78F016261}"/>
                </a:ext>
              </a:extLst>
            </p:cNvPr>
            <p:cNvSpPr>
              <a:spLocks noChangeArrowheads="1"/>
            </p:cNvSpPr>
            <p:nvPr/>
          </p:nvSpPr>
          <p:spPr bwMode="auto">
            <a:xfrm>
              <a:off x="1533" y="2022"/>
              <a:ext cx="707" cy="136"/>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7" name="Rectangle 63">
              <a:extLst>
                <a:ext uri="{FF2B5EF4-FFF2-40B4-BE49-F238E27FC236}">
                  <a16:creationId xmlns:a16="http://schemas.microsoft.com/office/drawing/2014/main" id="{24EB0818-3B44-BF17-FF2B-E025C738466C}"/>
                </a:ext>
              </a:extLst>
            </p:cNvPr>
            <p:cNvSpPr>
              <a:spLocks noChangeArrowheads="1"/>
            </p:cNvSpPr>
            <p:nvPr/>
          </p:nvSpPr>
          <p:spPr bwMode="auto">
            <a:xfrm>
              <a:off x="1533" y="2022"/>
              <a:ext cx="707"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88" name="Rectangle 64">
              <a:extLst>
                <a:ext uri="{FF2B5EF4-FFF2-40B4-BE49-F238E27FC236}">
                  <a16:creationId xmlns:a16="http://schemas.microsoft.com/office/drawing/2014/main" id="{8D3440B3-96D8-0B26-9877-7E62CD77370D}"/>
                </a:ext>
              </a:extLst>
            </p:cNvPr>
            <p:cNvSpPr>
              <a:spLocks noChangeArrowheads="1"/>
            </p:cNvSpPr>
            <p:nvPr/>
          </p:nvSpPr>
          <p:spPr bwMode="auto">
            <a:xfrm>
              <a:off x="1542" y="2024"/>
              <a:ext cx="127"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F4F3F5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9" name="Rectangle 65">
              <a:extLst>
                <a:ext uri="{FF2B5EF4-FFF2-40B4-BE49-F238E27FC236}">
                  <a16:creationId xmlns:a16="http://schemas.microsoft.com/office/drawing/2014/main" id="{64795BFF-26DD-4F9D-7E57-E8A3C163A079}"/>
                </a:ext>
              </a:extLst>
            </p:cNvPr>
            <p:cNvSpPr>
              <a:spLocks noChangeArrowheads="1"/>
            </p:cNvSpPr>
            <p:nvPr/>
          </p:nvSpPr>
          <p:spPr bwMode="auto">
            <a:xfrm>
              <a:off x="3698" y="1729"/>
              <a:ext cx="707" cy="13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0" name="Rectangle 66">
              <a:extLst>
                <a:ext uri="{FF2B5EF4-FFF2-40B4-BE49-F238E27FC236}">
                  <a16:creationId xmlns:a16="http://schemas.microsoft.com/office/drawing/2014/main" id="{973E90C8-2FFF-2256-D29B-6A3ABBA35099}"/>
                </a:ext>
              </a:extLst>
            </p:cNvPr>
            <p:cNvSpPr>
              <a:spLocks noChangeArrowheads="1"/>
            </p:cNvSpPr>
            <p:nvPr/>
          </p:nvSpPr>
          <p:spPr bwMode="auto">
            <a:xfrm>
              <a:off x="3707"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1" name="Rectangle 67">
              <a:extLst>
                <a:ext uri="{FF2B5EF4-FFF2-40B4-BE49-F238E27FC236}">
                  <a16:creationId xmlns:a16="http://schemas.microsoft.com/office/drawing/2014/main" id="{F146B7CE-CBC5-956E-DA0D-244A26F54704}"/>
                </a:ext>
              </a:extLst>
            </p:cNvPr>
            <p:cNvSpPr>
              <a:spLocks noChangeArrowheads="1"/>
            </p:cNvSpPr>
            <p:nvPr/>
          </p:nvSpPr>
          <p:spPr bwMode="auto">
            <a:xfrm>
              <a:off x="3773"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2" name="Rectangle 68">
              <a:extLst>
                <a:ext uri="{FF2B5EF4-FFF2-40B4-BE49-F238E27FC236}">
                  <a16:creationId xmlns:a16="http://schemas.microsoft.com/office/drawing/2014/main" id="{841A3A9C-7ABE-216A-7AAA-FC8E018652B9}"/>
                </a:ext>
              </a:extLst>
            </p:cNvPr>
            <p:cNvSpPr>
              <a:spLocks noChangeArrowheads="1"/>
            </p:cNvSpPr>
            <p:nvPr/>
          </p:nvSpPr>
          <p:spPr bwMode="auto">
            <a:xfrm>
              <a:off x="3707" y="1801"/>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chemeClr val="bg1"/>
                  </a:solidFill>
                  <a:effectLst/>
                  <a:latin typeface="Segoe UI" panose="020B0502040204020203" pitchFamily="34" charset="0"/>
                </a:rPr>
                <a:t>0078D4</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93" name="Rectangle 69">
              <a:extLst>
                <a:ext uri="{FF2B5EF4-FFF2-40B4-BE49-F238E27FC236}">
                  <a16:creationId xmlns:a16="http://schemas.microsoft.com/office/drawing/2014/main" id="{B67B7695-C3C0-34B4-72B1-C7E58FF3275A}"/>
                </a:ext>
              </a:extLst>
            </p:cNvPr>
            <p:cNvSpPr>
              <a:spLocks noChangeArrowheads="1"/>
            </p:cNvSpPr>
            <p:nvPr/>
          </p:nvSpPr>
          <p:spPr bwMode="auto">
            <a:xfrm>
              <a:off x="3698" y="1873"/>
              <a:ext cx="707" cy="136"/>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4" name="Rectangle 70">
              <a:extLst>
                <a:ext uri="{FF2B5EF4-FFF2-40B4-BE49-F238E27FC236}">
                  <a16:creationId xmlns:a16="http://schemas.microsoft.com/office/drawing/2014/main" id="{F3BB6A3B-AD16-5C6E-2848-CC82A261CE5A}"/>
                </a:ext>
              </a:extLst>
            </p:cNvPr>
            <p:cNvSpPr>
              <a:spLocks noChangeArrowheads="1"/>
            </p:cNvSpPr>
            <p:nvPr/>
          </p:nvSpPr>
          <p:spPr bwMode="auto">
            <a:xfrm>
              <a:off x="3707" y="1866"/>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8DC8E8"/>
                  </a:solidFill>
                  <a:effectLst/>
                  <a:latin typeface="Segoe UI Black" panose="020B0A02040204020203" pitchFamily="34" charset="0"/>
                </a:rPr>
                <a:t>A</a:t>
              </a:r>
              <a:endParaRPr kumimoji="0" lang="en-US" altLang="en-US" sz="1800" b="0" i="0" u="none" strike="noStrike" cap="none" normalizeH="0" baseline="0" dirty="0">
                <a:ln>
                  <a:noFill/>
                </a:ln>
                <a:solidFill>
                  <a:srgbClr val="8DC8E8"/>
                </a:solidFill>
                <a:effectLst/>
                <a:latin typeface="Arial" panose="020B0604020202020204" pitchFamily="34" charset="0"/>
              </a:endParaRPr>
            </a:p>
          </p:txBody>
        </p:sp>
        <p:sp>
          <p:nvSpPr>
            <p:cNvPr id="295" name="Rectangle 71">
              <a:extLst>
                <a:ext uri="{FF2B5EF4-FFF2-40B4-BE49-F238E27FC236}">
                  <a16:creationId xmlns:a16="http://schemas.microsoft.com/office/drawing/2014/main" id="{AF58A79C-F974-45C7-A85C-F40D9A65E853}"/>
                </a:ext>
              </a:extLst>
            </p:cNvPr>
            <p:cNvSpPr>
              <a:spLocks noChangeArrowheads="1"/>
            </p:cNvSpPr>
            <p:nvPr/>
          </p:nvSpPr>
          <p:spPr bwMode="auto">
            <a:xfrm>
              <a:off x="3773" y="1866"/>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6" name="Rectangle 72">
              <a:extLst>
                <a:ext uri="{FF2B5EF4-FFF2-40B4-BE49-F238E27FC236}">
                  <a16:creationId xmlns:a16="http://schemas.microsoft.com/office/drawing/2014/main" id="{9CAD9107-51BE-8F4A-FEBB-F3BD3DC96520}"/>
                </a:ext>
              </a:extLst>
            </p:cNvPr>
            <p:cNvSpPr>
              <a:spLocks noChangeArrowheads="1"/>
            </p:cNvSpPr>
            <p:nvPr/>
          </p:nvSpPr>
          <p:spPr bwMode="auto">
            <a:xfrm>
              <a:off x="3707" y="1944"/>
              <a:ext cx="135"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FFFFFF"/>
                  </a:solidFill>
                  <a:effectLst/>
                  <a:latin typeface="Segoe UI" panose="020B0502040204020203" pitchFamily="34" charset="0"/>
                </a:rPr>
                <a:t>2A446F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7" name="Rectangle 73">
              <a:extLst>
                <a:ext uri="{FF2B5EF4-FFF2-40B4-BE49-F238E27FC236}">
                  <a16:creationId xmlns:a16="http://schemas.microsoft.com/office/drawing/2014/main" id="{F0CA8CB9-EFF0-9A10-BBC0-A9A36D6E6ADF}"/>
                </a:ext>
              </a:extLst>
            </p:cNvPr>
            <p:cNvSpPr>
              <a:spLocks noChangeArrowheads="1"/>
            </p:cNvSpPr>
            <p:nvPr/>
          </p:nvSpPr>
          <p:spPr bwMode="auto">
            <a:xfrm>
              <a:off x="3698" y="1583"/>
              <a:ext cx="707" cy="1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8" name="Rectangle 74">
              <a:extLst>
                <a:ext uri="{FF2B5EF4-FFF2-40B4-BE49-F238E27FC236}">
                  <a16:creationId xmlns:a16="http://schemas.microsoft.com/office/drawing/2014/main" id="{CF1A989F-9EAE-5BC1-AD31-5728CD61EE81}"/>
                </a:ext>
              </a:extLst>
            </p:cNvPr>
            <p:cNvSpPr>
              <a:spLocks noChangeArrowheads="1"/>
            </p:cNvSpPr>
            <p:nvPr/>
          </p:nvSpPr>
          <p:spPr bwMode="auto">
            <a:xfrm>
              <a:off x="3707" y="1578"/>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2A446F"/>
                  </a:solidFill>
                  <a:effectLst/>
                  <a:latin typeface="Segoe UI Black" panose="020B0A02040204020203" pitchFamily="34" charset="0"/>
                </a:rPr>
                <a:t>A</a:t>
              </a:r>
              <a:endParaRPr kumimoji="0" lang="en-US" altLang="en-US" sz="1800" b="0" i="0" u="none" strike="noStrike" cap="none" normalizeH="0" baseline="0" dirty="0">
                <a:ln>
                  <a:noFill/>
                </a:ln>
                <a:solidFill>
                  <a:srgbClr val="2A446F"/>
                </a:solidFill>
                <a:effectLst/>
                <a:latin typeface="Arial" panose="020B0604020202020204" pitchFamily="34" charset="0"/>
              </a:endParaRPr>
            </a:p>
          </p:txBody>
        </p:sp>
        <p:sp>
          <p:nvSpPr>
            <p:cNvPr id="299" name="Rectangle 75">
              <a:extLst>
                <a:ext uri="{FF2B5EF4-FFF2-40B4-BE49-F238E27FC236}">
                  <a16:creationId xmlns:a16="http://schemas.microsoft.com/office/drawing/2014/main" id="{957953AB-E9C6-D080-ADB2-1F206404C0B7}"/>
                </a:ext>
              </a:extLst>
            </p:cNvPr>
            <p:cNvSpPr>
              <a:spLocks noChangeArrowheads="1"/>
            </p:cNvSpPr>
            <p:nvPr/>
          </p:nvSpPr>
          <p:spPr bwMode="auto">
            <a:xfrm>
              <a:off x="3773" y="1578"/>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0" name="Rectangle 76">
              <a:extLst>
                <a:ext uri="{FF2B5EF4-FFF2-40B4-BE49-F238E27FC236}">
                  <a16:creationId xmlns:a16="http://schemas.microsoft.com/office/drawing/2014/main" id="{D3F9BD24-BF97-98DF-7799-FF5527E1F0E4}"/>
                </a:ext>
              </a:extLst>
            </p:cNvPr>
            <p:cNvSpPr>
              <a:spLocks noChangeArrowheads="1"/>
            </p:cNvSpPr>
            <p:nvPr/>
          </p:nvSpPr>
          <p:spPr bwMode="auto">
            <a:xfrm>
              <a:off x="3707" y="1655"/>
              <a:ext cx="14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8DC8E8</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1" name="Rectangle 80">
              <a:extLst>
                <a:ext uri="{FF2B5EF4-FFF2-40B4-BE49-F238E27FC236}">
                  <a16:creationId xmlns:a16="http://schemas.microsoft.com/office/drawing/2014/main" id="{D9F904A4-74AE-C098-E989-4C11A3671B63}"/>
                </a:ext>
              </a:extLst>
            </p:cNvPr>
            <p:cNvSpPr>
              <a:spLocks noChangeArrowheads="1"/>
            </p:cNvSpPr>
            <p:nvPr/>
          </p:nvSpPr>
          <p:spPr bwMode="auto">
            <a:xfrm>
              <a:off x="2981" y="1438"/>
              <a:ext cx="1423" cy="135"/>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2" name="Rectangle 81">
              <a:extLst>
                <a:ext uri="{FF2B5EF4-FFF2-40B4-BE49-F238E27FC236}">
                  <a16:creationId xmlns:a16="http://schemas.microsoft.com/office/drawing/2014/main" id="{86561027-5502-5CBF-CC1E-E9283F7A3EA8}"/>
                </a:ext>
              </a:extLst>
            </p:cNvPr>
            <p:cNvSpPr>
              <a:spLocks noChangeArrowheads="1"/>
            </p:cNvSpPr>
            <p:nvPr/>
          </p:nvSpPr>
          <p:spPr bwMode="auto">
            <a:xfrm>
              <a:off x="2977" y="1437"/>
              <a:ext cx="1427"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3" name="Freeform 82">
              <a:extLst>
                <a:ext uri="{FF2B5EF4-FFF2-40B4-BE49-F238E27FC236}">
                  <a16:creationId xmlns:a16="http://schemas.microsoft.com/office/drawing/2014/main" id="{815862B1-E237-764F-DF2A-70DEC4B6F67A}"/>
                </a:ext>
              </a:extLst>
            </p:cNvPr>
            <p:cNvSpPr>
              <a:spLocks noEditPoints="1"/>
            </p:cNvSpPr>
            <p:nvPr/>
          </p:nvSpPr>
          <p:spPr bwMode="auto">
            <a:xfrm>
              <a:off x="2978" y="1437"/>
              <a:ext cx="1427" cy="136"/>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4" name="Rectangle 83">
              <a:extLst>
                <a:ext uri="{FF2B5EF4-FFF2-40B4-BE49-F238E27FC236}">
                  <a16:creationId xmlns:a16="http://schemas.microsoft.com/office/drawing/2014/main" id="{F8634574-E07B-D28B-BCBE-E63D6F2B0F02}"/>
                </a:ext>
              </a:extLst>
            </p:cNvPr>
            <p:cNvSpPr>
              <a:spLocks noChangeArrowheads="1"/>
            </p:cNvSpPr>
            <p:nvPr/>
          </p:nvSpPr>
          <p:spPr bwMode="auto">
            <a:xfrm>
              <a:off x="2978" y="1437"/>
              <a:ext cx="1426"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5" name="Rectangle 84">
              <a:extLst>
                <a:ext uri="{FF2B5EF4-FFF2-40B4-BE49-F238E27FC236}">
                  <a16:creationId xmlns:a16="http://schemas.microsoft.com/office/drawing/2014/main" id="{12699538-90CB-E2BB-A02E-9CAD1104357C}"/>
                </a:ext>
              </a:extLst>
            </p:cNvPr>
            <p:cNvSpPr>
              <a:spLocks noChangeArrowheads="1"/>
            </p:cNvSpPr>
            <p:nvPr/>
          </p:nvSpPr>
          <p:spPr bwMode="auto">
            <a:xfrm>
              <a:off x="2989" y="1440"/>
              <a:ext cx="31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FFFFFF"/>
                  </a:solidFill>
                  <a:effectLst/>
                  <a:latin typeface="Segoe UI" panose="020B0502040204020203" pitchFamily="34" charset="0"/>
                </a:rPr>
                <a:t>Blue Black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6" name="Rectangle 85">
              <a:extLst>
                <a:ext uri="{FF2B5EF4-FFF2-40B4-BE49-F238E27FC236}">
                  <a16:creationId xmlns:a16="http://schemas.microsoft.com/office/drawing/2014/main" id="{6FAB69FC-8CE4-AC4F-FDDF-81B46D7C1E11}"/>
                </a:ext>
              </a:extLst>
            </p:cNvPr>
            <p:cNvSpPr>
              <a:spLocks noChangeArrowheads="1"/>
            </p:cNvSpPr>
            <p:nvPr/>
          </p:nvSpPr>
          <p:spPr bwMode="auto">
            <a:xfrm>
              <a:off x="2989" y="1508"/>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FFFFFF"/>
                  </a:solidFill>
                  <a:effectLst/>
                  <a:latin typeface="Segoe UI" panose="020B0502040204020203" pitchFamily="34" charset="0"/>
                </a:rPr>
                <a:t>091F2C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7" name="Rectangle 86">
              <a:extLst>
                <a:ext uri="{FF2B5EF4-FFF2-40B4-BE49-F238E27FC236}">
                  <a16:creationId xmlns:a16="http://schemas.microsoft.com/office/drawing/2014/main" id="{0B6C3A35-3676-F821-8B84-E8FCD2D7AEB0}"/>
                </a:ext>
              </a:extLst>
            </p:cNvPr>
            <p:cNvSpPr>
              <a:spLocks noChangeArrowheads="1"/>
            </p:cNvSpPr>
            <p:nvPr/>
          </p:nvSpPr>
          <p:spPr bwMode="auto">
            <a:xfrm>
              <a:off x="2977" y="1730"/>
              <a:ext cx="706" cy="136"/>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8" name="Rectangle 87">
              <a:extLst>
                <a:ext uri="{FF2B5EF4-FFF2-40B4-BE49-F238E27FC236}">
                  <a16:creationId xmlns:a16="http://schemas.microsoft.com/office/drawing/2014/main" id="{E31C635C-F918-E83E-41BB-6A05312AF804}"/>
                </a:ext>
              </a:extLst>
            </p:cNvPr>
            <p:cNvSpPr>
              <a:spLocks noChangeArrowheads="1"/>
            </p:cNvSpPr>
            <p:nvPr/>
          </p:nvSpPr>
          <p:spPr bwMode="auto">
            <a:xfrm>
              <a:off x="2985"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9" name="Rectangle 88">
              <a:extLst>
                <a:ext uri="{FF2B5EF4-FFF2-40B4-BE49-F238E27FC236}">
                  <a16:creationId xmlns:a16="http://schemas.microsoft.com/office/drawing/2014/main" id="{C72C7396-887D-00AF-02FC-A8E598F00631}"/>
                </a:ext>
              </a:extLst>
            </p:cNvPr>
            <p:cNvSpPr>
              <a:spLocks noChangeArrowheads="1"/>
            </p:cNvSpPr>
            <p:nvPr/>
          </p:nvSpPr>
          <p:spPr bwMode="auto">
            <a:xfrm>
              <a:off x="2985" y="1803"/>
              <a:ext cx="14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effectLst/>
                  <a:latin typeface="Segoe UI" panose="020B0502040204020203" pitchFamily="34" charset="0"/>
                </a:rPr>
                <a:t>C73ECC</a:t>
              </a:r>
              <a:endParaRPr kumimoji="0" lang="en-US" altLang="en-US" sz="1800" b="0" i="0" u="none" strike="noStrike" cap="none" normalizeH="0" baseline="0" dirty="0">
                <a:ln>
                  <a:noFill/>
                </a:ln>
                <a:effectLst/>
                <a:latin typeface="Arial" panose="020B0604020202020204" pitchFamily="34" charset="0"/>
              </a:endParaRPr>
            </a:p>
          </p:txBody>
        </p:sp>
        <p:sp>
          <p:nvSpPr>
            <p:cNvPr id="310" name="Rectangle 89">
              <a:extLst>
                <a:ext uri="{FF2B5EF4-FFF2-40B4-BE49-F238E27FC236}">
                  <a16:creationId xmlns:a16="http://schemas.microsoft.com/office/drawing/2014/main" id="{D30DD6FD-51EB-19EC-8510-E1C9AF53735B}"/>
                </a:ext>
              </a:extLst>
            </p:cNvPr>
            <p:cNvSpPr>
              <a:spLocks noChangeArrowheads="1"/>
            </p:cNvSpPr>
            <p:nvPr/>
          </p:nvSpPr>
          <p:spPr bwMode="auto">
            <a:xfrm>
              <a:off x="2977" y="1875"/>
              <a:ext cx="706" cy="135"/>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1" name="Rectangle 90">
              <a:extLst>
                <a:ext uri="{FF2B5EF4-FFF2-40B4-BE49-F238E27FC236}">
                  <a16:creationId xmlns:a16="http://schemas.microsoft.com/office/drawing/2014/main" id="{FA8D36D1-67FD-B784-519E-C36BEA31B3C5}"/>
                </a:ext>
              </a:extLst>
            </p:cNvPr>
            <p:cNvSpPr>
              <a:spLocks noChangeArrowheads="1"/>
            </p:cNvSpPr>
            <p:nvPr/>
          </p:nvSpPr>
          <p:spPr bwMode="auto">
            <a:xfrm>
              <a:off x="2985" y="1869"/>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CD9BCF"/>
                  </a:solidFill>
                  <a:effectLst/>
                  <a:latin typeface="Segoe UI Black" panose="020B0A02040204020203" pitchFamily="34" charset="0"/>
                </a:rPr>
                <a:t>A</a:t>
              </a:r>
              <a:endParaRPr kumimoji="0" lang="en-US" altLang="en-US" sz="1800" b="0" i="0" u="none" strike="noStrike" cap="none" normalizeH="0" baseline="0" dirty="0">
                <a:ln>
                  <a:noFill/>
                </a:ln>
                <a:solidFill>
                  <a:srgbClr val="CD9BCF"/>
                </a:solidFill>
                <a:effectLst/>
                <a:latin typeface="Arial" panose="020B0604020202020204" pitchFamily="34" charset="0"/>
              </a:endParaRPr>
            </a:p>
          </p:txBody>
        </p:sp>
        <p:sp>
          <p:nvSpPr>
            <p:cNvPr id="312" name="Rectangle 91">
              <a:extLst>
                <a:ext uri="{FF2B5EF4-FFF2-40B4-BE49-F238E27FC236}">
                  <a16:creationId xmlns:a16="http://schemas.microsoft.com/office/drawing/2014/main" id="{A2790CC1-ECD3-C2AA-C63A-83B06BB562FD}"/>
                </a:ext>
              </a:extLst>
            </p:cNvPr>
            <p:cNvSpPr>
              <a:spLocks noChangeArrowheads="1"/>
            </p:cNvSpPr>
            <p:nvPr/>
          </p:nvSpPr>
          <p:spPr bwMode="auto">
            <a:xfrm>
              <a:off x="3051" y="1869"/>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FFFFFF"/>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3" name="Rectangle 92">
              <a:extLst>
                <a:ext uri="{FF2B5EF4-FFF2-40B4-BE49-F238E27FC236}">
                  <a16:creationId xmlns:a16="http://schemas.microsoft.com/office/drawing/2014/main" id="{C2F74C0D-75FA-B70A-ED71-3CFA807964B4}"/>
                </a:ext>
              </a:extLst>
            </p:cNvPr>
            <p:cNvSpPr>
              <a:spLocks noChangeArrowheads="1"/>
            </p:cNvSpPr>
            <p:nvPr/>
          </p:nvSpPr>
          <p:spPr bwMode="auto">
            <a:xfrm>
              <a:off x="2985" y="1946"/>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FFFFFF"/>
                  </a:solidFill>
                  <a:effectLst/>
                  <a:latin typeface="Segoe UI" panose="020B0502040204020203" pitchFamily="34" charset="0"/>
                </a:rPr>
                <a:t>702573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4" name="Rectangle 93">
              <a:extLst>
                <a:ext uri="{FF2B5EF4-FFF2-40B4-BE49-F238E27FC236}">
                  <a16:creationId xmlns:a16="http://schemas.microsoft.com/office/drawing/2014/main" id="{4B629030-A380-3E24-758E-F1D167C23086}"/>
                </a:ext>
              </a:extLst>
            </p:cNvPr>
            <p:cNvSpPr>
              <a:spLocks noChangeArrowheads="1"/>
            </p:cNvSpPr>
            <p:nvPr/>
          </p:nvSpPr>
          <p:spPr bwMode="auto">
            <a:xfrm>
              <a:off x="2977" y="1586"/>
              <a:ext cx="706" cy="135"/>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5" name="Rectangle 94">
              <a:extLst>
                <a:ext uri="{FF2B5EF4-FFF2-40B4-BE49-F238E27FC236}">
                  <a16:creationId xmlns:a16="http://schemas.microsoft.com/office/drawing/2014/main" id="{6D81EE59-1E06-6AAB-A8EE-80D567AE752D}"/>
                </a:ext>
              </a:extLst>
            </p:cNvPr>
            <p:cNvSpPr>
              <a:spLocks noChangeArrowheads="1"/>
            </p:cNvSpPr>
            <p:nvPr/>
          </p:nvSpPr>
          <p:spPr bwMode="auto">
            <a:xfrm>
              <a:off x="2985" y="1580"/>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702573"/>
                  </a:solidFill>
                  <a:effectLst/>
                  <a:latin typeface="Segoe UI Black" panose="020B0A02040204020203" pitchFamily="34" charset="0"/>
                </a:rPr>
                <a:t>A</a:t>
              </a:r>
              <a:endParaRPr kumimoji="0" lang="en-US" altLang="en-US" sz="1800" b="0" i="0" u="none" strike="noStrike" cap="none" normalizeH="0" baseline="0" dirty="0">
                <a:ln>
                  <a:noFill/>
                </a:ln>
                <a:solidFill>
                  <a:srgbClr val="702573"/>
                </a:solidFill>
                <a:effectLst/>
                <a:latin typeface="Arial" panose="020B0604020202020204" pitchFamily="34" charset="0"/>
              </a:endParaRPr>
            </a:p>
          </p:txBody>
        </p:sp>
        <p:sp>
          <p:nvSpPr>
            <p:cNvPr id="316" name="Rectangle 95">
              <a:extLst>
                <a:ext uri="{FF2B5EF4-FFF2-40B4-BE49-F238E27FC236}">
                  <a16:creationId xmlns:a16="http://schemas.microsoft.com/office/drawing/2014/main" id="{6AD9F2DD-3CC6-E096-A24F-323DA0D326AD}"/>
                </a:ext>
              </a:extLst>
            </p:cNvPr>
            <p:cNvSpPr>
              <a:spLocks noChangeArrowheads="1"/>
            </p:cNvSpPr>
            <p:nvPr/>
          </p:nvSpPr>
          <p:spPr bwMode="auto">
            <a:xfrm>
              <a:off x="3051" y="1580"/>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7" name="Rectangle 96">
              <a:extLst>
                <a:ext uri="{FF2B5EF4-FFF2-40B4-BE49-F238E27FC236}">
                  <a16:creationId xmlns:a16="http://schemas.microsoft.com/office/drawing/2014/main" id="{AFB34C5D-AB21-1047-2C41-96AAFC6CF230}"/>
                </a:ext>
              </a:extLst>
            </p:cNvPr>
            <p:cNvSpPr>
              <a:spLocks noChangeArrowheads="1"/>
            </p:cNvSpPr>
            <p:nvPr/>
          </p:nvSpPr>
          <p:spPr bwMode="auto">
            <a:xfrm>
              <a:off x="2985" y="1658"/>
              <a:ext cx="1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CD9BCF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8" name="Rectangle 97">
              <a:extLst>
                <a:ext uri="{FF2B5EF4-FFF2-40B4-BE49-F238E27FC236}">
                  <a16:creationId xmlns:a16="http://schemas.microsoft.com/office/drawing/2014/main" id="{577AD0A0-7F00-AA4F-1B1B-61CFE55F937D}"/>
                </a:ext>
              </a:extLst>
            </p:cNvPr>
            <p:cNvSpPr>
              <a:spLocks noChangeArrowheads="1"/>
            </p:cNvSpPr>
            <p:nvPr/>
          </p:nvSpPr>
          <p:spPr bwMode="auto">
            <a:xfrm>
              <a:off x="2976" y="2023"/>
              <a:ext cx="1428" cy="1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9" name="Rectangle 98">
              <a:extLst>
                <a:ext uri="{FF2B5EF4-FFF2-40B4-BE49-F238E27FC236}">
                  <a16:creationId xmlns:a16="http://schemas.microsoft.com/office/drawing/2014/main" id="{AEE8AF68-7485-0DA2-1E8F-EA9EFEEF18D2}"/>
                </a:ext>
              </a:extLst>
            </p:cNvPr>
            <p:cNvSpPr>
              <a:spLocks noChangeArrowheads="1"/>
            </p:cNvSpPr>
            <p:nvPr/>
          </p:nvSpPr>
          <p:spPr bwMode="auto">
            <a:xfrm>
              <a:off x="2977" y="2024"/>
              <a:ext cx="1427"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20" name="Rectangle 99">
              <a:extLst>
                <a:ext uri="{FF2B5EF4-FFF2-40B4-BE49-F238E27FC236}">
                  <a16:creationId xmlns:a16="http://schemas.microsoft.com/office/drawing/2014/main" id="{00A4FA1A-2972-8EFD-C7DB-916888D02231}"/>
                </a:ext>
              </a:extLst>
            </p:cNvPr>
            <p:cNvSpPr>
              <a:spLocks noChangeArrowheads="1"/>
            </p:cNvSpPr>
            <p:nvPr/>
          </p:nvSpPr>
          <p:spPr bwMode="auto">
            <a:xfrm>
              <a:off x="2985" y="2028"/>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chemeClr val="bg1"/>
                  </a:solidFill>
                  <a:effectLst/>
                  <a:latin typeface="Segoe UI" panose="020B0502040204020203" pitchFamily="34" charset="0"/>
                </a:rPr>
                <a:t>000000</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321" name="Rectangle 100">
              <a:extLst>
                <a:ext uri="{FF2B5EF4-FFF2-40B4-BE49-F238E27FC236}">
                  <a16:creationId xmlns:a16="http://schemas.microsoft.com/office/drawing/2014/main" id="{E02AE344-8FCD-07A4-1035-21E5745797EA}"/>
                </a:ext>
              </a:extLst>
            </p:cNvPr>
            <p:cNvSpPr>
              <a:spLocks noChangeArrowheads="1"/>
            </p:cNvSpPr>
            <p:nvPr/>
          </p:nvSpPr>
          <p:spPr bwMode="auto">
            <a:xfrm>
              <a:off x="1532" y="1439"/>
              <a:ext cx="1430" cy="136"/>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2" name="Rectangle 101">
              <a:extLst>
                <a:ext uri="{FF2B5EF4-FFF2-40B4-BE49-F238E27FC236}">
                  <a16:creationId xmlns:a16="http://schemas.microsoft.com/office/drawing/2014/main" id="{A8F0A57D-3D77-F52A-CEE5-C300AC719E97}"/>
                </a:ext>
              </a:extLst>
            </p:cNvPr>
            <p:cNvSpPr>
              <a:spLocks noChangeArrowheads="1"/>
            </p:cNvSpPr>
            <p:nvPr/>
          </p:nvSpPr>
          <p:spPr bwMode="auto">
            <a:xfrm>
              <a:off x="1532" y="1439"/>
              <a:ext cx="1429"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23" name="Rectangle 102">
              <a:extLst>
                <a:ext uri="{FF2B5EF4-FFF2-40B4-BE49-F238E27FC236}">
                  <a16:creationId xmlns:a16="http://schemas.microsoft.com/office/drawing/2014/main" id="{34755F26-EC65-BC3C-F00F-5952873E93B5}"/>
                </a:ext>
              </a:extLst>
            </p:cNvPr>
            <p:cNvSpPr>
              <a:spLocks noChangeArrowheads="1"/>
            </p:cNvSpPr>
            <p:nvPr/>
          </p:nvSpPr>
          <p:spPr bwMode="auto">
            <a:xfrm>
              <a:off x="1541" y="1435"/>
              <a:ext cx="38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rgbClr val="1A1A1A"/>
                  </a:solidFill>
                  <a:effectLst/>
                  <a:latin typeface="Segoe UI" panose="020B0502040204020203" pitchFamily="34" charset="0"/>
                </a:rPr>
                <a:t>Neutral Gray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4" name="Rectangle 103">
              <a:extLst>
                <a:ext uri="{FF2B5EF4-FFF2-40B4-BE49-F238E27FC236}">
                  <a16:creationId xmlns:a16="http://schemas.microsoft.com/office/drawing/2014/main" id="{B81AAAC1-86AE-E75F-941C-AB9A2CF58E0B}"/>
                </a:ext>
              </a:extLst>
            </p:cNvPr>
            <p:cNvSpPr>
              <a:spLocks noChangeArrowheads="1"/>
            </p:cNvSpPr>
            <p:nvPr/>
          </p:nvSpPr>
          <p:spPr bwMode="auto">
            <a:xfrm>
              <a:off x="1541" y="1502"/>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dirty="0">
                  <a:ln>
                    <a:noFill/>
                  </a:ln>
                  <a:solidFill>
                    <a:srgbClr val="000000"/>
                  </a:solidFill>
                  <a:effectLst/>
                  <a:latin typeface="Segoe UI" panose="020B0502040204020203" pitchFamily="34" charset="0"/>
                </a:rPr>
                <a:t>E8E6DF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5" name="Rectangle 14">
              <a:extLst>
                <a:ext uri="{FF2B5EF4-FFF2-40B4-BE49-F238E27FC236}">
                  <a16:creationId xmlns:a16="http://schemas.microsoft.com/office/drawing/2014/main" id="{EB0437A5-6694-879B-F94E-9FA34DFD9D2C}"/>
                </a:ext>
              </a:extLst>
            </p:cNvPr>
            <p:cNvSpPr>
              <a:spLocks noChangeArrowheads="1"/>
            </p:cNvSpPr>
            <p:nvPr/>
          </p:nvSpPr>
          <p:spPr bwMode="auto">
            <a:xfrm>
              <a:off x="2329" y="1724"/>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6" name="Rectangle 95">
              <a:extLst>
                <a:ext uri="{FF2B5EF4-FFF2-40B4-BE49-F238E27FC236}">
                  <a16:creationId xmlns:a16="http://schemas.microsoft.com/office/drawing/2014/main" id="{7CF198F9-1D72-F8CC-3A2E-9B2DAE529DAF}"/>
                </a:ext>
              </a:extLst>
            </p:cNvPr>
            <p:cNvSpPr>
              <a:spLocks noChangeArrowheads="1"/>
            </p:cNvSpPr>
            <p:nvPr/>
          </p:nvSpPr>
          <p:spPr bwMode="auto">
            <a:xfrm>
              <a:off x="3051"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Segoe UI Black" panose="020B0A02040204020203" pitchFamily="34"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516608941"/>
      </p:ext>
    </p:extLst>
  </p:cSld>
  <p:clrMap bg1="lt1" tx1="dk1" bg2="lt2" tx2="dk2" accent1="accent1" accent2="accent2" accent3="accent3" accent4="accent4" accent5="accent5" accent6="accent6" hlink="hlink" folHlink="folHlink"/>
  <p:sldLayoutIdLst>
    <p:sldLayoutId id="2147484974" r:id="rId1"/>
    <p:sldLayoutId id="2147484975" r:id="rId2"/>
    <p:sldLayoutId id="2147484976" r:id="rId3"/>
    <p:sldLayoutId id="2147484977" r:id="rId4"/>
    <p:sldLayoutId id="2147484978" r:id="rId5"/>
    <p:sldLayoutId id="2147484979" r:id="rId6"/>
    <p:sldLayoutId id="2147484980" r:id="rId7"/>
    <p:sldLayoutId id="2147484981" r:id="rId8"/>
    <p:sldLayoutId id="2147484982" r:id="rId9"/>
    <p:sldLayoutId id="2147484983" r:id="rId10"/>
    <p:sldLayoutId id="2147484984" r:id="rId11"/>
    <p:sldLayoutId id="2147484985" r:id="rId12"/>
    <p:sldLayoutId id="2147484986" r:id="rId13"/>
    <p:sldLayoutId id="2147484987" r:id="rId14"/>
    <p:sldLayoutId id="2147484988" r:id="rId15"/>
    <p:sldLayoutId id="2147484989" r:id="rId16"/>
    <p:sldLayoutId id="2147484990" r:id="rId17"/>
    <p:sldLayoutId id="2147484991" r:id="rId18"/>
    <p:sldLayoutId id="2147484992" r:id="rId19"/>
    <p:sldLayoutId id="2147484993" r:id="rId20"/>
    <p:sldLayoutId id="2147484994" r:id="rId21"/>
    <p:sldLayoutId id="2147484995" r:id="rId22"/>
    <p:sldLayoutId id="2147484996" r:id="rId23"/>
    <p:sldLayoutId id="2147484997" r:id="rId24"/>
    <p:sldLayoutId id="2147484998" r:id="rId25"/>
    <p:sldLayoutId id="2147484999" r:id="rId26"/>
    <p:sldLayoutId id="2147485000" r:id="rId27"/>
    <p:sldLayoutId id="2147485001" r:id="rId28"/>
    <p:sldLayoutId id="2147485002" r:id="rId29"/>
    <p:sldLayoutId id="2147485003" r:id="rId30"/>
    <p:sldLayoutId id="2147485004" r:id="rId31"/>
    <p:sldLayoutId id="2147485005" r:id="rId32"/>
    <p:sldLayoutId id="2147485006" r:id="rId33"/>
    <p:sldLayoutId id="2147485007" r:id="rId34"/>
    <p:sldLayoutId id="2147485008" r:id="rId35"/>
    <p:sldLayoutId id="2147485009" r:id="rId36"/>
    <p:sldLayoutId id="2147485010" r:id="rId37"/>
    <p:sldLayoutId id="2147485011" r:id="rId38"/>
    <p:sldLayoutId id="2147485012" r:id="rId39"/>
    <p:sldLayoutId id="2147485013" r:id="rId40"/>
    <p:sldLayoutId id="2147485014" r:id="rId41"/>
    <p:sldLayoutId id="2147485015" r:id="rId42"/>
    <p:sldLayoutId id="2147485016" r:id="rId43"/>
    <p:sldLayoutId id="2147485017" r:id="rId44"/>
    <p:sldLayoutId id="2147485018" r:id="rId45"/>
    <p:sldLayoutId id="2147485019" r:id="rId46"/>
    <p:sldLayoutId id="2147485020" r:id="rId47"/>
    <p:sldLayoutId id="2147485021" r:id="rId48"/>
    <p:sldLayoutId id="2147485022" r:id="rId49"/>
    <p:sldLayoutId id="2147485023" r:id="rId50"/>
    <p:sldLayoutId id="2147485024" r:id="rId51"/>
    <p:sldLayoutId id="2147485025" r:id="rId52"/>
    <p:sldLayoutId id="2147485026" r:id="rId53"/>
    <p:sldLayoutId id="2147485027" r:id="rId54"/>
    <p:sldLayoutId id="2147485028" r:id="rId55"/>
    <p:sldLayoutId id="2147485029" r:id="rId56"/>
    <p:sldLayoutId id="2147485030" r:id="rId57"/>
    <p:sldLayoutId id="2147485031" r:id="rId58"/>
    <p:sldLayoutId id="2147485032" r:id="rId59"/>
    <p:sldLayoutId id="2147485033" r:id="rId60"/>
    <p:sldLayoutId id="2147485034" r:id="rId61"/>
    <p:sldLayoutId id="2147485035" r:id="rId62"/>
    <p:sldLayoutId id="2147485036" r:id="rId63"/>
    <p:sldLayoutId id="2147485037" r:id="rId64"/>
    <p:sldLayoutId id="2147485038" r:id="rId65"/>
    <p:sldLayoutId id="2147485039" r:id="rId66"/>
    <p:sldLayoutId id="2147485040" r:id="rId67"/>
    <p:sldLayoutId id="2147485041" r:id="rId68"/>
    <p:sldLayoutId id="2147485042" r:id="rId69"/>
    <p:sldLayoutId id="2147485043" r:id="rId70"/>
    <p:sldLayoutId id="2147485044" r:id="rId71"/>
    <p:sldLayoutId id="2147485045" r:id="rId72"/>
    <p:sldLayoutId id="2147485046" r:id="rId73"/>
    <p:sldLayoutId id="2147485047" r:id="rId74"/>
    <p:sldLayoutId id="2147485048" r:id="rId75"/>
    <p:sldLayoutId id="2147485049" r:id="rId76"/>
    <p:sldLayoutId id="2147485050" r:id="rId77"/>
    <p:sldLayoutId id="2147485051" r:id="rId78"/>
    <p:sldLayoutId id="2147485052" r:id="rId79"/>
    <p:sldLayoutId id="2147485053" r:id="rId80"/>
    <p:sldLayoutId id="2147485054" r:id="rId81"/>
    <p:sldLayoutId id="2147485055" r:id="rId82"/>
    <p:sldLayoutId id="2147485056" r:id="rId83"/>
    <p:sldLayoutId id="2147485057" r:id="rId84"/>
    <p:sldLayoutId id="2147485131" r:id="rId8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2800" kern="1200" spc="0" baseline="0" dirty="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61">
            <a:extLst>
              <a:ext uri="{96DAC541-7B7A-43D3-8B79-37D633B846F1}">
                <asvg:svgBlip xmlns:asvg="http://schemas.microsoft.com/office/drawing/2016/SVG/main" r:embed="rId6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530541270"/>
      </p:ext>
    </p:extLst>
  </p:cSld>
  <p:clrMap bg1="lt1" tx1="dk1" bg2="lt2" tx2="dk2" accent1="accent1" accent2="accent2" accent3="accent3" accent4="accent4" accent5="accent5" accent6="accent6" hlink="hlink" folHlink="folHlink"/>
  <p:sldLayoutIdLst>
    <p:sldLayoutId id="2147485060" r:id="rId1"/>
    <p:sldLayoutId id="2147485061" r:id="rId2"/>
    <p:sldLayoutId id="2147485062" r:id="rId3"/>
    <p:sldLayoutId id="2147485063" r:id="rId4"/>
    <p:sldLayoutId id="2147485064" r:id="rId5"/>
    <p:sldLayoutId id="2147485065" r:id="rId6"/>
    <p:sldLayoutId id="2147485066" r:id="rId7"/>
    <p:sldLayoutId id="2147485067" r:id="rId8"/>
    <p:sldLayoutId id="2147485068" r:id="rId9"/>
    <p:sldLayoutId id="2147485069" r:id="rId10"/>
    <p:sldLayoutId id="2147485070" r:id="rId11"/>
    <p:sldLayoutId id="2147485071" r:id="rId12"/>
    <p:sldLayoutId id="2147485072" r:id="rId13"/>
    <p:sldLayoutId id="2147485073" r:id="rId14"/>
    <p:sldLayoutId id="2147485074" r:id="rId15"/>
    <p:sldLayoutId id="2147485075" r:id="rId16"/>
    <p:sldLayoutId id="2147485076" r:id="rId17"/>
    <p:sldLayoutId id="2147485077" r:id="rId18"/>
    <p:sldLayoutId id="2147485085" r:id="rId19"/>
    <p:sldLayoutId id="2147485086" r:id="rId20"/>
    <p:sldLayoutId id="2147485087" r:id="rId21"/>
    <p:sldLayoutId id="2147485088" r:id="rId22"/>
    <p:sldLayoutId id="2147485089" r:id="rId23"/>
    <p:sldLayoutId id="2147485090" r:id="rId24"/>
    <p:sldLayoutId id="2147485091" r:id="rId25"/>
    <p:sldLayoutId id="2147485092" r:id="rId26"/>
    <p:sldLayoutId id="2147485093" r:id="rId27"/>
    <p:sldLayoutId id="2147485094" r:id="rId28"/>
    <p:sldLayoutId id="2147485095" r:id="rId29"/>
    <p:sldLayoutId id="2147485096" r:id="rId30"/>
    <p:sldLayoutId id="2147485097" r:id="rId31"/>
    <p:sldLayoutId id="2147485098" r:id="rId32"/>
    <p:sldLayoutId id="2147485099" r:id="rId33"/>
    <p:sldLayoutId id="2147485100" r:id="rId34"/>
    <p:sldLayoutId id="2147485101" r:id="rId35"/>
    <p:sldLayoutId id="2147485102" r:id="rId36"/>
    <p:sldLayoutId id="2147485103" r:id="rId37"/>
    <p:sldLayoutId id="2147485108" r:id="rId38"/>
    <p:sldLayoutId id="2147485109" r:id="rId39"/>
    <p:sldLayoutId id="2147485110" r:id="rId40"/>
    <p:sldLayoutId id="2147485111" r:id="rId41"/>
    <p:sldLayoutId id="2147485112" r:id="rId42"/>
    <p:sldLayoutId id="2147485113" r:id="rId43"/>
    <p:sldLayoutId id="2147485114" r:id="rId44"/>
    <p:sldLayoutId id="2147485115" r:id="rId45"/>
    <p:sldLayoutId id="2147485116" r:id="rId46"/>
    <p:sldLayoutId id="2147485117" r:id="rId47"/>
    <p:sldLayoutId id="2147485118" r:id="rId48"/>
    <p:sldLayoutId id="2147485119" r:id="rId49"/>
    <p:sldLayoutId id="2147485120" r:id="rId50"/>
    <p:sldLayoutId id="2147485121" r:id="rId51"/>
    <p:sldLayoutId id="2147485122" r:id="rId52"/>
    <p:sldLayoutId id="2147485123" r:id="rId53"/>
    <p:sldLayoutId id="2147485124" r:id="rId54"/>
    <p:sldLayoutId id="2147485125" r:id="rId55"/>
    <p:sldLayoutId id="2147485126" r:id="rId56"/>
    <p:sldLayoutId id="2147485127" r:id="rId57"/>
    <p:sldLayoutId id="2147485128" r:id="rId58"/>
    <p:sldLayoutId id="2147485129" r:id="rId5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support.microsoft.com/topic/how-copilot-chat-works-with-and-without-a-microsoft-365-copilot-license-5810b659-fbe0-48ee-9fe6-d731fe86cdeb"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32.png"/></Relationships>
</file>

<file path=ppt/slides/_rels/slide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39.svg"/><Relationship Id="rId3" Type="http://schemas.openxmlformats.org/officeDocument/2006/relationships/image" Target="../media/image134.png"/><Relationship Id="rId7" Type="http://schemas.openxmlformats.org/officeDocument/2006/relationships/image" Target="../media/image138.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7.svg"/><Relationship Id="rId5" Type="http://schemas.openxmlformats.org/officeDocument/2006/relationships/image" Target="../media/image136.png"/><Relationship Id="rId10" Type="http://schemas.openxmlformats.org/officeDocument/2006/relationships/image" Target="../media/image141.svg"/><Relationship Id="rId4" Type="http://schemas.openxmlformats.org/officeDocument/2006/relationships/image" Target="../media/image135.png"/><Relationship Id="rId9" Type="http://schemas.openxmlformats.org/officeDocument/2006/relationships/image" Target="../media/image140.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9.xml"/><Relationship Id="rId1" Type="http://schemas.openxmlformats.org/officeDocument/2006/relationships/slideLayout" Target="../slideLayouts/slideLayout39.xml"/><Relationship Id="rId4" Type="http://schemas.openxmlformats.org/officeDocument/2006/relationships/hyperlink" Target="https://blog.ucem.ac.uk/onlineeducation/posts/tag/moodle-quiz"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www.microsoft365.com/chat/entity1-d870f6cd-4aa5-4d42-9626-ab690c041429/eyJ0eXBlIjoiUGxhaW5UZXh0IiwidGV4dCI6IkhvdyBjYW4gSSBldmFsdWF0ZSBhbiBpbnRlcnZpZXcgY2FuZGlkYXRlJ3Mgc29mdCBza2lsbHM_Iiwic291cmNlIjoiQ29waWxvdExhYiIsInNob3VsZFN1Ym1pdCI6ZmFsc2V9" TargetMode="External"/><Relationship Id="rId7" Type="http://schemas.openxmlformats.org/officeDocument/2006/relationships/hyperlink" Target="https://www.microsoft365.com/chat/entity1-d870f6cd-4aa5-4d42-9626-ab690c041429/eyJpZCI6IlRXbGpjbTl6YjJaMFZqSjhhSFIwY0hNNkx5OXpkV0p6ZEhKaGRHVXRjMlJtTFdsdWRDNXZabVpwWTJVdVkyOXRMM3hrZFcxdGVYd3daR1JtTTJKallpMDVOamN6TFRSbFlqVXRZVE5sTUMwMU5HRTNNV1ZqT0RBNVpHSjhaVzR0ZFhNJTNkIiwic2NlbmFyaW8iOiJzaGFyZUxpbmsiLCJwcm9wZXJ0aWVzIjp7InByb21wdFNvdXJjZSI6Im1pY3Jvc29mdCIsImNsaWNrVGltZXN0YW1wIjoiMjAyNC0xMS0yMlQyMTozNzo0MC40NzZaIn0sImNoYXRUeXBlIjoid29yayIsInZlcnNpb24iOjEuMX0"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hyperlink" Target="https://www.microsoft365.com/chat/entity1-d870f6cd-4aa5-4d42-9626-ab690c041429/eyJpZCI6IlRXbGpjbTl6YjJaMFZqSjhhSFIwY0hNNkx5OXpkV0p6ZEhKaGRHVXRjMlJtTFdsdWRDNXZabVpwWTJVdVkyOXRMM3hrZFcxdGVYdzJaV0UwWldGaU1pMDNNRFE1TFRRNFpUUXRPV1EwTUMwek5qVXdOakZqWlRkbU1ESjhaVzR0ZFhNJTNkIiwic2NlbmFyaW8iOiJzaGFyZUxpbmsiLCJwcm9wZXJ0aWVzIjp7InByb21wdFNvdXJjZSI6Im1pY3Jvc29mdCIsImNsaWNrVGltZXN0YW1wIjoiMjAyNC0xMS0yMlQyMTo0MTo1OS45NTJaIn0sImNoYXRUeXBlIjoid29yayIsInZlcnNpb24iOjEuMX0" TargetMode="External"/><Relationship Id="rId5" Type="http://schemas.openxmlformats.org/officeDocument/2006/relationships/hyperlink" Target="https://www.microsoft365.com/chat/entity1-d870f6cd-4aa5-4d42-9626-ab690c041429/eyJ0eXBlIjoiUGxhaW5UZXh0IiwidGV4dCI6IkhvdyBoYXZlIHdvcmxkIGxpdGVyYWN5IHJhdGVzIGNoYW5nZWQgaW4gdGhlIHBhc3QgMzAgeWVhcnM_Iiwic291cmNlIjoiQ29waWxvdExhYiIsInNob3VsZFN1Ym1pdCI6ZmFsc2V9" TargetMode="External"/><Relationship Id="rId4" Type="http://schemas.openxmlformats.org/officeDocument/2006/relationships/hyperlink" Target="https://www.microsoft365.com/chat/entity1-d870f6cd-4aa5-4d42-9626-ab690c041429/eyJpZCI6IlRXbGpjbTl6YjJaMFZqSjhhSFIwY0hNNkx5OXpkV0p6ZEhKaGRHVXRjMlJtTFdsdWRDNXZabVpwWTJVdVkyOXRMM3hrZFcxdGVYdzJPVFl4WWpabE1TMDBaV0UyTFRSallXWXRPREUzTWkxallqVTVZMk0zTmpRME1qTjhaVzR0ZFhNJTNkIiwic2NlbmFyaW8iOiJzaGFyZUxpbmsiLCJwcm9wZXJ0aWVzIjp7InByb21wdFNvdXJjZSI6Im1pY3Jvc29mdCIsImNsaWNrVGltZXN0YW1wIjoiMjAyNC0xMS0yMlQyMTo0MTowNC4wNzRaIn0sImNoYXRUeXBlIjoid29yayIsInZlcnNpb24iOjEuMX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www.microsoft365.com/chat/entity1-d870f6cd-4aa5-4d42-9626-ab690c041429/eyJ0eXBlIjoiUGxhaW5UZXh0IiwidGV4dCI6IkhvdyBjYW4gSSBldmFsdWF0ZSBhbiBpbnRlcnZpZXcgY2FuZGlkYXRlJ3Mgc29mdCBza2lsbHM_Iiwic291cmNlIjoiQ29waWxvdExhYiIsInNob3VsZFN1Ym1pdCI6ZmFsc2V9"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hyperlink" Target="https://www.microsoft365.com/chat/entity1-d870f6cd-4aa5-4d42-9626-ab690c041429/eyJpZCI6IlRXbGpjbTl6YjJaMFZqSjhhSFIwY0hNNkx5OXpkV0p6ZEhKaGRHVXRjMlJtTFdsdWRDNXZabVpwWTJVdVkyOXRMM3hrZFcxdGVYdzJaV0UwWldGaU1pMDNNRFE1TFRRNFpUUXRPV1EwTUMwek5qVXdOakZqWlRkbU1ESjhaVzR0ZFhNJTNkIiwic2NlbmFyaW8iOiJzaGFyZUxpbmsiLCJwcm9wZXJ0aWVzIjp7InByb21wdFNvdXJjZSI6Im1pY3Jvc29mdCIsImNsaWNrVGltZXN0YW1wIjoiMjAyNC0xMS0yMlQyMTo0MTo1OS45NTJaIn0sImNoYXRUeXBlIjoid29yayIsInZlcnNpb24iOjEuMX0" TargetMode="External"/><Relationship Id="rId5" Type="http://schemas.openxmlformats.org/officeDocument/2006/relationships/hyperlink" Target="https://www.microsoft365.com/chat/entity1-d870f6cd-4aa5-4d42-9626-ab690c041429/eyJ0eXBlIjoiUGxhaW5UZXh0IiwidGV4dCI6IkhvdyBoYXZlIHdvcmxkIGxpdGVyYWN5IHJhdGVzIGNoYW5nZWQgaW4gdGhlIHBhc3QgMzAgeWVhcnM_Iiwic291cmNlIjoiQ29waWxvdExhYiIsInNob3VsZFN1Ym1pdCI6ZmFsc2V9" TargetMode="External"/><Relationship Id="rId4" Type="http://schemas.openxmlformats.org/officeDocument/2006/relationships/hyperlink" Target="https://www.microsoft365.com/chat/entity1-d870f6cd-4aa5-4d42-9626-ab690c041429/eyJpZCI6IlRXbGpjbTl6YjJaMFZqSjhhSFIwY0hNNkx5OXpkV0p6ZEhKaGRHVXRjMlJtTFdsdWRDNXZabVpwWTJVdVkyOXRMM3hrZFcxdGVYdzJPVFl4WWpabE1TMDBaV0UyTFRSallXWXRPREUzTWkxallqVTVZMk0zTmpRME1qTjhaVzR0ZFhNJTNkIiwic2NlbmFyaW8iOiJzaGFyZUxpbmsiLCJwcm9wZXJ0aWVzIjp7InByb21wdFNvdXJjZSI6Im1pY3Jvc29mdCIsImNsaWNrVGltZXN0YW1wIjoiMjAyNC0xMS0yMlQyMTo0MTowNC4wNzRaIn0sImNoYXRUeXBlIjoid29yayIsInZlcnNpb24iOjEuMX0" TargetMode="Externa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20.xml"/><Relationship Id="rId1" Type="http://schemas.openxmlformats.org/officeDocument/2006/relationships/slideLayout" Target="../slideLayouts/slideLayout39.xml"/><Relationship Id="rId4" Type="http://schemas.openxmlformats.org/officeDocument/2006/relationships/hyperlink" Target="https://blog.ucem.ac.uk/onlineeducation/posts/tag/moodle-quiz"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learn.microsoft.com/en-us/training/wwl/write-effective-prompts-do-more-prompting/media/copilot-pages.png#lightbox"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hyperlink" Target="https://www.youtube.com/watch?v=oxxqw0E7Io8" TargetMode="External"/><Relationship Id="rId4" Type="http://schemas.openxmlformats.org/officeDocument/2006/relationships/image" Target="../media/image14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35.xml"/><Relationship Id="rId1" Type="http://schemas.openxmlformats.org/officeDocument/2006/relationships/slideLayout" Target="../slideLayouts/slideLayout39.xml"/><Relationship Id="rId4" Type="http://schemas.openxmlformats.org/officeDocument/2006/relationships/hyperlink" Target="https://blog.ucem.ac.uk/onlineeducation/posts/tag/moodle-quiz"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2" y="2813447"/>
            <a:ext cx="5686955" cy="1846659"/>
          </a:xfrm>
        </p:spPr>
        <p:txBody>
          <a:bodyPr/>
          <a:lstStyle/>
          <a:p>
            <a:r>
              <a:rPr lang="en-US" dirty="0"/>
              <a:t>Learning Path: Transform ideas into action with Copilot Chat</a:t>
            </a:r>
          </a:p>
        </p:txBody>
      </p:sp>
      <p:sp>
        <p:nvSpPr>
          <p:cNvPr id="26" name="Footer Placeholder 25">
            <a:extLst>
              <a:ext uri="{FF2B5EF4-FFF2-40B4-BE49-F238E27FC236}">
                <a16:creationId xmlns:a16="http://schemas.microsoft.com/office/drawing/2014/main" id="{8963EE6A-7DC5-CE7E-2AD5-B8FC6E39564F}"/>
              </a:ext>
            </a:extLst>
          </p:cNvPr>
          <p:cNvSpPr>
            <a:spLocks noGrp="1"/>
          </p:cNvSpPr>
          <p:nvPr>
            <p:ph type="ftr" sz="quarter" idx="3"/>
          </p:nvPr>
        </p:nvSpPr>
        <p:spPr>
          <a:xfrm>
            <a:off x="579438" y="6421083"/>
            <a:ext cx="4151312" cy="197976"/>
          </a:xfrm>
        </p:spPr>
        <p:txBody>
          <a:bodyPr/>
          <a:lstStyle/>
          <a:p>
            <a:r>
              <a:rPr lang="en-US" dirty="0"/>
              <a:t>© Copyright Microsoft Corporation. All rights reserved.</a:t>
            </a: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p:txBody>
          <a:bodyPr/>
          <a:lstStyle/>
          <a:p>
            <a:r>
              <a:rPr lang="en-US" dirty="0"/>
              <a:t>April 2025</a:t>
            </a:r>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53B5C-5E82-46D1-5CD8-9074B5F5C1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583C642-1449-23BF-BD03-713D94F99DDE}"/>
              </a:ext>
            </a:extLst>
          </p:cNvPr>
          <p:cNvSpPr>
            <a:spLocks noGrp="1"/>
          </p:cNvSpPr>
          <p:nvPr>
            <p:ph type="title"/>
          </p:nvPr>
        </p:nvSpPr>
        <p:spPr>
          <a:xfrm>
            <a:off x="569911" y="2769057"/>
            <a:ext cx="6345239" cy="1231106"/>
          </a:xfrm>
        </p:spPr>
        <p:txBody>
          <a:bodyPr/>
          <a:lstStyle/>
          <a:p>
            <a:r>
              <a:rPr lang="en-US" altLang="zh-CN" dirty="0"/>
              <a:t>Module 1: Get started with Microsoft 365 Copilot Chat</a:t>
            </a:r>
            <a:endParaRPr lang="en-US" dirty="0"/>
          </a:p>
        </p:txBody>
      </p:sp>
      <p:sp>
        <p:nvSpPr>
          <p:cNvPr id="11" name="Footer Placeholder 10">
            <a:extLst>
              <a:ext uri="{FF2B5EF4-FFF2-40B4-BE49-F238E27FC236}">
                <a16:creationId xmlns:a16="http://schemas.microsoft.com/office/drawing/2014/main" id="{A393078E-57EC-E4FD-2B42-427DFB9F74F1}"/>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896785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AEC76-F1BD-F23F-B7AA-D0F5C489D5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B1B79B-6CA1-29B1-1896-96CC583599E2}"/>
              </a:ext>
            </a:extLst>
          </p:cNvPr>
          <p:cNvSpPr>
            <a:spLocks noGrp="1"/>
          </p:cNvSpPr>
          <p:nvPr>
            <p:ph type="title"/>
          </p:nvPr>
        </p:nvSpPr>
        <p:spPr>
          <a:xfrm>
            <a:off x="579438" y="436917"/>
            <a:ext cx="10360154" cy="553998"/>
          </a:xfrm>
        </p:spPr>
        <p:txBody>
          <a:bodyPr/>
          <a:lstStyle/>
          <a:p>
            <a:pPr defTabSz="932742">
              <a:spcBef>
                <a:spcPct val="0"/>
              </a:spcBef>
              <a:spcAft>
                <a:spcPts val="600"/>
              </a:spcAft>
            </a:pPr>
            <a:r>
              <a:rPr lang="en-US" sz="3600" dirty="0">
                <a:ln w="3175">
                  <a:noFill/>
                </a:ln>
              </a:rPr>
              <a:t>Introduction</a:t>
            </a:r>
            <a:endParaRPr lang="en-US" sz="3600" b="0" i="0" kern="1200" cap="none" spc="0" baseline="0" dirty="0">
              <a:ln w="3175">
                <a:noFill/>
              </a:ln>
              <a:effectLst/>
            </a:endParaRPr>
          </a:p>
        </p:txBody>
      </p:sp>
      <p:sp>
        <p:nvSpPr>
          <p:cNvPr id="8" name="TextBox 7">
            <a:extLst>
              <a:ext uri="{FF2B5EF4-FFF2-40B4-BE49-F238E27FC236}">
                <a16:creationId xmlns:a16="http://schemas.microsoft.com/office/drawing/2014/main" id="{4C74465E-3F92-2B2F-B5C4-BDDB37E96AD8}"/>
              </a:ext>
            </a:extLst>
          </p:cNvPr>
          <p:cNvSpPr txBox="1"/>
          <p:nvPr/>
        </p:nvSpPr>
        <p:spPr>
          <a:xfrm>
            <a:off x="579438" y="3278248"/>
            <a:ext cx="10141131" cy="2354491"/>
          </a:xfrm>
          <a:prstGeom prst="rect">
            <a:avLst/>
          </a:prstGeom>
          <a:noFill/>
        </p:spPr>
        <p:txBody>
          <a:bodyPr wrap="square" lIns="0" tIns="0" rIns="0" bIns="0" rtlCol="0" anchor="t">
            <a:spAutoFit/>
          </a:bodyPr>
          <a:lstStyle/>
          <a:p>
            <a:pPr>
              <a:lnSpc>
                <a:spcPct val="150000"/>
              </a:lnSpc>
            </a:pPr>
            <a:r>
              <a:rPr lang="en-US" sz="2000" dirty="0"/>
              <a:t>In this module you’ll learn how to:</a:t>
            </a:r>
            <a:br>
              <a:rPr lang="en-US" sz="2000" dirty="0"/>
            </a:br>
            <a:endParaRPr lang="en-US" sz="1000" dirty="0"/>
          </a:p>
          <a:p>
            <a:pPr marL="285750" indent="-285750">
              <a:buFont typeface="Arial" panose="020B0604020202020204" pitchFamily="34" charset="0"/>
              <a:buChar char="•"/>
            </a:pPr>
            <a:r>
              <a:rPr lang="en-US" sz="1800" dirty="0">
                <a:cs typeface="Segoe Sans Display"/>
              </a:rPr>
              <a:t>Describe the purpose of Microsoft 365 Copilot Chat and its key features.</a:t>
            </a:r>
          </a:p>
          <a:p>
            <a:pPr marL="285750" indent="-285750">
              <a:buFont typeface="Arial" panose="020B0604020202020204" pitchFamily="34" charset="0"/>
              <a:buChar char="•"/>
            </a:pPr>
            <a:r>
              <a:rPr lang="en-US" sz="1800" dirty="0">
                <a:cs typeface="Segoe Sans Display"/>
              </a:rPr>
              <a:t>Identify where and how to access Copilot Chat across Microsoft 365 applications.</a:t>
            </a:r>
          </a:p>
          <a:p>
            <a:pPr marL="285750" indent="-285750">
              <a:buFont typeface="Arial" panose="020B0604020202020204" pitchFamily="34" charset="0"/>
              <a:buChar char="•"/>
            </a:pPr>
            <a:r>
              <a:rPr lang="en-US" sz="1800" dirty="0">
                <a:cs typeface="Segoe Sans Display"/>
              </a:rPr>
              <a:t>Describe how web grounding delivers real-time, web-based answers and how it differs from work grounding.</a:t>
            </a:r>
          </a:p>
          <a:p>
            <a:pPr marL="285750" indent="-285750">
              <a:buFont typeface="Arial" panose="020B0604020202020204" pitchFamily="34" charset="0"/>
              <a:buChar char="•"/>
            </a:pPr>
            <a:r>
              <a:rPr lang="en-US" sz="1800" dirty="0">
                <a:cs typeface="Segoe Sans Display"/>
              </a:rPr>
              <a:t>Navigate the Copilot Chat interface and how to start chatting.</a:t>
            </a:r>
          </a:p>
          <a:p>
            <a:pPr marL="285750" indent="-285750">
              <a:buFont typeface="Arial" panose="020B0604020202020204" pitchFamily="34" charset="0"/>
              <a:buChar char="•"/>
            </a:pPr>
            <a:r>
              <a:rPr lang="en-US" sz="1800" dirty="0">
                <a:cs typeface="Segoe Sans Display"/>
              </a:rPr>
              <a:t>Describe how Enterprise Data Protection keeps your data secure while using Copilot Chat.</a:t>
            </a:r>
          </a:p>
        </p:txBody>
      </p:sp>
      <p:sp>
        <p:nvSpPr>
          <p:cNvPr id="2" name="Footer Placeholder 1">
            <a:extLst>
              <a:ext uri="{FF2B5EF4-FFF2-40B4-BE49-F238E27FC236}">
                <a16:creationId xmlns:a16="http://schemas.microsoft.com/office/drawing/2014/main" id="{EF1D266B-6CA9-2FB3-43CE-5AF487AF1A77}"/>
              </a:ext>
            </a:extLst>
          </p:cNvPr>
          <p:cNvSpPr>
            <a:spLocks noGrp="1"/>
          </p:cNvSpPr>
          <p:nvPr>
            <p:ph type="ftr" sz="quarter" idx="3"/>
          </p:nvPr>
        </p:nvSpPr>
        <p:spPr>
          <a:xfrm>
            <a:off x="579438" y="6421083"/>
            <a:ext cx="4151312" cy="197976"/>
          </a:xfrm>
        </p:spPr>
        <p:txBody>
          <a:bodyPr vert="horz" lIns="0" tIns="0" rIns="0" bIns="0" rtlCol="0" anchor="ctr">
            <a:norm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
        <p:nvSpPr>
          <p:cNvPr id="17" name="Rectangle: Rounded Corners 16">
            <a:extLst>
              <a:ext uri="{FF2B5EF4-FFF2-40B4-BE49-F238E27FC236}">
                <a16:creationId xmlns:a16="http://schemas.microsoft.com/office/drawing/2014/main" id="{366BB682-86BB-6CDD-0378-60D77F8B825F}"/>
              </a:ext>
              <a:ext uri="{C183D7F6-B498-43B3-948B-1728B52AA6E4}">
                <adec:decorative xmlns:adec="http://schemas.microsoft.com/office/drawing/2017/decorative" val="1"/>
              </a:ext>
            </a:extLst>
          </p:cNvPr>
          <p:cNvSpPr/>
          <p:nvPr/>
        </p:nvSpPr>
        <p:spPr bwMode="auto">
          <a:xfrm>
            <a:off x="579438" y="1667098"/>
            <a:ext cx="10712632" cy="1357038"/>
          </a:xfrm>
          <a:prstGeom prst="round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14400" eaLnBrk="0" fontAlgn="base" hangingPunct="0">
              <a:spcBef>
                <a:spcPct val="0"/>
              </a:spcBef>
              <a:spcAft>
                <a:spcPct val="0"/>
              </a:spcAft>
            </a:pPr>
            <a:r>
              <a:rPr lang="en-US" altLang="en-US" sz="2000" dirty="0">
                <a:solidFill>
                  <a:schemeClr val="tx1"/>
                </a:solidFill>
                <a:ea typeface="Aptos" panose="020B0004020202020204" pitchFamily="34" charset="0"/>
                <a:cs typeface="Times New Roman" panose="02020603050405020304" pitchFamily="18" charset="0"/>
              </a:rPr>
              <a:t>Microsoft 365 Copilot Chat is your AI assistant for work, grounding Copilot conversations in both the latest large language models (LLM) and information from the web to help you get more done, spark your creativity, and deepen your knowledge. </a:t>
            </a:r>
            <a:endParaRPr lang="en-US" altLang="en-US" sz="3200" dirty="0">
              <a:solidFill>
                <a:schemeClr val="tx1"/>
              </a:solidFill>
            </a:endParaRPr>
          </a:p>
        </p:txBody>
      </p:sp>
      <p:sp>
        <p:nvSpPr>
          <p:cNvPr id="18" name="TextBox 17"/>
          <p:cNvSpPr txBox="1"/>
          <p:nvPr/>
        </p:nvSpPr>
        <p:spPr>
          <a:xfrm>
            <a:off x="457200" y="5943600"/>
            <a:ext cx="8229600" cy="411480"/>
          </a:xfrm>
          <a:prstGeom prst="rect">
            <a:avLst/>
          </a:prstGeom>
          <a:solidFill>
            <a:srgbClr val="FFF3E6"/>
          </a:solidFill>
        </p:spPr>
        <p:txBody>
          <a:bodyPr wrap="square">
            <a:spAutoFit/>
          </a:bodyPr>
          <a:lstStyle/>
          <a:p>
            <a:pPr algn="l"/>
            <a:r>
              <a:rPr sz="1100" b="1">
                <a:solidFill>
                  <a:srgbClr val="B43C00"/>
                </a:solidFill>
              </a:rPr>
              <a:t>GCC High: Web grounding is NOT enabled by default. Admin must enable "Allow web search in Copilot" policy.</a:t>
            </a:r>
          </a:p>
        </p:txBody>
      </p:sp>
    </p:spTree>
    <p:extLst>
      <p:ext uri="{BB962C8B-B14F-4D97-AF65-F5344CB8AC3E}">
        <p14:creationId xmlns:p14="http://schemas.microsoft.com/office/powerpoint/2010/main" val="104055698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B8B66-4E7C-C895-49DA-B1ACBCDD7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D11F4-6025-1949-6599-7A1906C085C0}"/>
              </a:ext>
            </a:extLst>
          </p:cNvPr>
          <p:cNvSpPr>
            <a:spLocks noGrp="1"/>
          </p:cNvSpPr>
          <p:nvPr>
            <p:ph type="title"/>
          </p:nvPr>
        </p:nvSpPr>
        <p:spPr>
          <a:xfrm>
            <a:off x="588262" y="585216"/>
            <a:ext cx="9332978" cy="553998"/>
          </a:xfrm>
        </p:spPr>
        <p:txBody>
          <a:bodyPr/>
          <a:lstStyle/>
          <a:p>
            <a:r>
              <a:rPr lang="en-US" sz="3600" dirty="0"/>
              <a:t>What is Microsoft 365 Copilot Chat?</a:t>
            </a:r>
            <a:endParaRPr lang="en-US" sz="3600" b="1" dirty="0"/>
          </a:p>
        </p:txBody>
      </p:sp>
      <p:sp>
        <p:nvSpPr>
          <p:cNvPr id="11" name="Rounded Rectangle 3_1">
            <a:extLst>
              <a:ext uri="{FF2B5EF4-FFF2-40B4-BE49-F238E27FC236}">
                <a16:creationId xmlns:a16="http://schemas.microsoft.com/office/drawing/2014/main" id="{E66D43E4-CA1E-310F-1A0F-16ED148B9B1C}"/>
              </a:ext>
            </a:extLst>
          </p:cNvPr>
          <p:cNvSpPr/>
          <p:nvPr/>
        </p:nvSpPr>
        <p:spPr>
          <a:xfrm>
            <a:off x="588263" y="1580732"/>
            <a:ext cx="4816251" cy="3217484"/>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defTabSz="932742">
              <a:spcBef>
                <a:spcPct val="20000"/>
              </a:spcBef>
              <a:buSzPct val="90000"/>
              <a:defRPr/>
            </a:pPr>
            <a:r>
              <a:rPr kumimoji="0" lang="en-US" sz="2000" b="1"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Microsoft 365 Copilot Chat </a:t>
            </a:r>
            <a:r>
              <a:rPr kumimoji="0" lang="en-US" sz="200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is an enterprise-ready AI chat available at no extra cost to your Microsoft 365 </a:t>
            </a:r>
            <a:r>
              <a:rPr lang="en-US" sz="2000" dirty="0">
                <a:solidFill>
                  <a:srgbClr val="000000"/>
                </a:solidFill>
                <a:latin typeface="Segoe UI" panose="020B0502040204020203" pitchFamily="34" charset="0"/>
                <a:cs typeface="Segoe UI" panose="020B0502040204020203" pitchFamily="34" charset="0"/>
              </a:rPr>
              <a:t> </a:t>
            </a:r>
            <a:r>
              <a:rPr kumimoji="0" lang="en-US" sz="200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subscription. </a:t>
            </a:r>
          </a:p>
          <a:p>
            <a:pPr defTabSz="932742">
              <a:spcBef>
                <a:spcPct val="20000"/>
              </a:spcBef>
              <a:buSzPct val="90000"/>
              <a:defRPr/>
            </a:pPr>
            <a:r>
              <a:rPr lang="en-US" sz="2000" dirty="0">
                <a:solidFill>
                  <a:srgbClr val="000000"/>
                </a:solidFill>
                <a:latin typeface="Segoe UI" panose="020B0502040204020203" pitchFamily="34" charset="0"/>
                <a:cs typeface="Segoe UI" panose="020B0502040204020203" pitchFamily="34" charset="0"/>
              </a:rPr>
              <a:t>It grounds conversations in the latest large language models (LLMs) and information from the web to help you get more done, spark your creativity and deepen your knowledge. </a:t>
            </a:r>
          </a:p>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0" i="0" u="none" strike="noStrike" kern="1200" cap="none" spc="0" normalizeH="0" baseline="0" noProof="0" dirty="0">
              <a:ln>
                <a:noFill/>
              </a:ln>
              <a:solidFill>
                <a:schemeClr val="tx1"/>
              </a:solidFill>
              <a:effectLst/>
              <a:uLnTx/>
              <a:uFillTx/>
              <a:latin typeface="Segoe UI"/>
              <a:ea typeface="+mn-ea"/>
              <a:cs typeface="Segoe UI" panose="020B0502040204020203" pitchFamily="34" charset="0"/>
            </a:endParaRPr>
          </a:p>
        </p:txBody>
      </p:sp>
      <p:sp>
        <p:nvSpPr>
          <p:cNvPr id="3" name="TextBox 2">
            <a:extLst>
              <a:ext uri="{FF2B5EF4-FFF2-40B4-BE49-F238E27FC236}">
                <a16:creationId xmlns:a16="http://schemas.microsoft.com/office/drawing/2014/main" id="{9D5A8E9D-5F83-7FA3-DB86-940546A79BCC}"/>
              </a:ext>
            </a:extLst>
          </p:cNvPr>
          <p:cNvSpPr txBox="1"/>
          <p:nvPr/>
        </p:nvSpPr>
        <p:spPr>
          <a:xfrm>
            <a:off x="6096001" y="1580732"/>
            <a:ext cx="4590873" cy="4275722"/>
          </a:xfrm>
          <a:prstGeom prst="rect">
            <a:avLst/>
          </a:prstGeom>
          <a:noFill/>
        </p:spPr>
        <p:txBody>
          <a:bodyPr wrap="square">
            <a:spAutoFit/>
          </a:bodyPr>
          <a:lstStyle/>
          <a:p>
            <a:pPr marL="0" indent="0" algn="l" rtl="0" eaLnBrk="1" latinLnBrk="0" hangingPunct="1">
              <a:lnSpc>
                <a:spcPct val="107000"/>
              </a:lnSpc>
              <a:spcBef>
                <a:spcPts val="600"/>
              </a:spcBef>
              <a:buNone/>
            </a:pPr>
            <a:r>
              <a:rPr lang="en-US" sz="1800" dirty="0">
                <a:solidFill>
                  <a:srgbClr val="000000"/>
                </a:solidFill>
                <a:effectLst/>
                <a:latin typeface="+mj-lt"/>
              </a:rPr>
              <a:t>Copilot Chat includes: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ea typeface="Aptos" panose="020B0004020202020204" pitchFamily="34" charset="0"/>
                <a:cs typeface="Times New Roman" panose="02020603050405020304" pitchFamily="18" charset="0"/>
              </a:rPr>
              <a:t>Secure, AI chat grounded in the web and powered by the latest GPT models.</a:t>
            </a:r>
          </a:p>
          <a:p>
            <a:pPr marL="342900" indent="-342900">
              <a:lnSpc>
                <a:spcPct val="115000"/>
              </a:lnSpc>
              <a:spcAft>
                <a:spcPts val="800"/>
              </a:spcAft>
              <a:buSzPts val="1000"/>
              <a:buFont typeface="Symbol" panose="05050102010706020507" pitchFamily="18" charset="2"/>
              <a:buChar char=""/>
              <a:tabLst>
                <a:tab pos="457200" algn="l"/>
              </a:tabLst>
            </a:pPr>
            <a:r>
              <a:rPr lang="en-US" sz="1800" dirty="0"/>
              <a:t>A side-by-side experience that's aware of a user's open content in Word, Excel, PowerPoint, OneNote, and Outlook</a:t>
            </a:r>
            <a:endParaRPr lang="en-US" sz="1800" kern="100" dirty="0">
              <a:effectLst/>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ea typeface="Aptos" panose="020B0004020202020204" pitchFamily="34" charset="0"/>
                <a:cs typeface="Times New Roman" panose="02020603050405020304" pitchFamily="18" charset="0"/>
              </a:rPr>
              <a:t>Pay-as-you-go agents accessible from chat and priced on a metered basis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ea typeface="Aptos" panose="020B0004020202020204" pitchFamily="34" charset="0"/>
                <a:cs typeface="Times New Roman" panose="02020603050405020304" pitchFamily="18" charset="0"/>
              </a:rPr>
              <a:t>IT controls, including enterprise data protection and agent management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ea typeface="Aptos" panose="020B0004020202020204" pitchFamily="34" charset="0"/>
                <a:cs typeface="Times New Roman" panose="02020603050405020304" pitchFamily="18" charset="0"/>
              </a:rPr>
              <a:t>Features like Copilot Pages, file upload, and image generation</a:t>
            </a:r>
          </a:p>
        </p:txBody>
      </p:sp>
      <p:sp>
        <p:nvSpPr>
          <p:cNvPr id="8" name="TextBox 7">
            <a:extLst>
              <a:ext uri="{FF2B5EF4-FFF2-40B4-BE49-F238E27FC236}">
                <a16:creationId xmlns:a16="http://schemas.microsoft.com/office/drawing/2014/main" id="{DD40E804-DB2B-9589-CEF7-CF25AE841679}"/>
              </a:ext>
            </a:extLst>
          </p:cNvPr>
          <p:cNvSpPr txBox="1"/>
          <p:nvPr/>
        </p:nvSpPr>
        <p:spPr>
          <a:xfrm>
            <a:off x="588263" y="5020257"/>
            <a:ext cx="4816251" cy="1178784"/>
          </a:xfrm>
          <a:prstGeom prst="rect">
            <a:avLst/>
          </a:prstGeom>
          <a:noFill/>
        </p:spPr>
        <p:txBody>
          <a:bodyPr wrap="square">
            <a:spAutoFit/>
          </a:bodyPr>
          <a:lstStyle/>
          <a:p>
            <a:r>
              <a:rPr lang="en-US" dirty="0"/>
              <a:t>Copilot Chat’s features becomes even more powerful with a </a:t>
            </a:r>
            <a:r>
              <a:rPr lang="en-US" b="1" i="1" dirty="0"/>
              <a:t>Microsoft 365 Copilot license </a:t>
            </a:r>
            <a:r>
              <a:rPr lang="en-US" dirty="0"/>
              <a:t>in addition to your standard Microsoft 365 subscription. </a:t>
            </a:r>
          </a:p>
        </p:txBody>
      </p:sp>
      <p:sp>
        <p:nvSpPr>
          <p:cNvPr id="15" name="Footer Placeholder 14">
            <a:extLst>
              <a:ext uri="{FF2B5EF4-FFF2-40B4-BE49-F238E27FC236}">
                <a16:creationId xmlns:a16="http://schemas.microsoft.com/office/drawing/2014/main" id="{F432E128-1EB4-9522-9E5D-ACC4F952C722}"/>
              </a:ext>
            </a:extLst>
          </p:cNvPr>
          <p:cNvSpPr>
            <a:spLocks noGrp="1"/>
          </p:cNvSpPr>
          <p:nvPr>
            <p:ph type="ftr" sz="quarter" idx="3"/>
          </p:nvPr>
        </p:nvSpPr>
        <p:spPr>
          <a:xfrm>
            <a:off x="579438" y="6421083"/>
            <a:ext cx="4151312" cy="1979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302789299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4A8D1C-383C-9F93-54E5-3E3AADEE3704}"/>
              </a:ext>
            </a:extLst>
          </p:cNvPr>
          <p:cNvSpPr>
            <a:spLocks noGrp="1"/>
          </p:cNvSpPr>
          <p:nvPr>
            <p:ph type="title"/>
          </p:nvPr>
        </p:nvSpPr>
        <p:spPr>
          <a:xfrm>
            <a:off x="579438" y="294897"/>
            <a:ext cx="11362353" cy="669196"/>
          </a:xfrm>
        </p:spPr>
        <p:txBody>
          <a:bodyPr/>
          <a:lstStyle/>
          <a:p>
            <a:pPr defTabSz="932742">
              <a:spcBef>
                <a:spcPct val="0"/>
              </a:spcBef>
              <a:spcAft>
                <a:spcPts val="600"/>
              </a:spcAft>
            </a:pPr>
            <a:r>
              <a:rPr lang="en-US" sz="2800" dirty="0">
                <a:ln w="3175">
                  <a:noFill/>
                </a:ln>
              </a:rPr>
              <a:t>Differences between Microsoft 365 Copilot Chat and a Microsoft 365 Copilot add-on license</a:t>
            </a:r>
            <a:endParaRPr lang="en-US" sz="2800" b="0" i="0" kern="1200" cap="none" spc="0" baseline="0" dirty="0">
              <a:ln w="3175">
                <a:noFill/>
              </a:ln>
              <a:effectLst/>
            </a:endParaRPr>
          </a:p>
        </p:txBody>
      </p:sp>
      <p:sp>
        <p:nvSpPr>
          <p:cNvPr id="2" name="Footer Placeholder 1">
            <a:extLst>
              <a:ext uri="{FF2B5EF4-FFF2-40B4-BE49-F238E27FC236}">
                <a16:creationId xmlns:a16="http://schemas.microsoft.com/office/drawing/2014/main" id="{B2C44188-BEDB-9202-D0C3-EE219EFDB416}"/>
              </a:ext>
            </a:extLst>
          </p:cNvPr>
          <p:cNvSpPr>
            <a:spLocks noGrp="1"/>
          </p:cNvSpPr>
          <p:nvPr>
            <p:ph type="ftr" sz="quarter" idx="3"/>
          </p:nvPr>
        </p:nvSpPr>
        <p:spPr>
          <a:xfrm>
            <a:off x="579438" y="6421083"/>
            <a:ext cx="4151312" cy="197976"/>
          </a:xfrm>
        </p:spPr>
        <p:txBody>
          <a:bodyPr vert="horz" lIns="0" tIns="0" rIns="0" bIns="0" rtlCol="0" anchor="ctr">
            <a:norm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
        <p:nvSpPr>
          <p:cNvPr id="5" name="TextBox 4">
            <a:extLst>
              <a:ext uri="{FF2B5EF4-FFF2-40B4-BE49-F238E27FC236}">
                <a16:creationId xmlns:a16="http://schemas.microsoft.com/office/drawing/2014/main" id="{71D57858-5BEB-1ABA-C339-9FA7FFC5CF33}"/>
              </a:ext>
            </a:extLst>
          </p:cNvPr>
          <p:cNvSpPr txBox="1"/>
          <p:nvPr/>
        </p:nvSpPr>
        <p:spPr>
          <a:xfrm>
            <a:off x="1551361" y="6079219"/>
            <a:ext cx="10640639" cy="363946"/>
          </a:xfrm>
          <a:prstGeom prst="rect">
            <a:avLst/>
          </a:prstGeom>
          <a:noFill/>
        </p:spPr>
        <p:txBody>
          <a:bodyPr wrap="square">
            <a:spAutoFit/>
          </a:bodyPr>
          <a:lstStyle/>
          <a:p>
            <a:r>
              <a:rPr lang="en-US" dirty="0">
                <a:hlinkClick r:id="rId3"/>
              </a:rPr>
              <a:t>Video explaining the difference between Microsoft 365 Copilot Chat and Microsoft 365 Copilot</a:t>
            </a:r>
            <a:endParaRPr lang="en-US" dirty="0"/>
          </a:p>
        </p:txBody>
      </p:sp>
      <p:pic>
        <p:nvPicPr>
          <p:cNvPr id="9" name="Picture 8" descr="Infographic depicting the differences between Microsoft 365 Copilot Chat and a Microsoft 365 Copilot add-on license. ">
            <a:extLst>
              <a:ext uri="{FF2B5EF4-FFF2-40B4-BE49-F238E27FC236}">
                <a16:creationId xmlns:a16="http://schemas.microsoft.com/office/drawing/2014/main" id="{7EB26C29-C360-7D9F-6FC9-388937CE0791}"/>
              </a:ext>
            </a:extLst>
          </p:cNvPr>
          <p:cNvPicPr>
            <a:picLocks noChangeAspect="1"/>
          </p:cNvPicPr>
          <p:nvPr/>
        </p:nvPicPr>
        <p:blipFill>
          <a:blip r:embed="rId4"/>
          <a:stretch>
            <a:fillRect/>
          </a:stretch>
        </p:blipFill>
        <p:spPr>
          <a:xfrm>
            <a:off x="3767957" y="1338360"/>
            <a:ext cx="4656085" cy="4740859"/>
          </a:xfrm>
          <a:prstGeom prst="rect">
            <a:avLst/>
          </a:prstGeom>
        </p:spPr>
      </p:pic>
    </p:spTree>
    <p:extLst>
      <p:ext uri="{BB962C8B-B14F-4D97-AF65-F5344CB8AC3E}">
        <p14:creationId xmlns:p14="http://schemas.microsoft.com/office/powerpoint/2010/main" val="265795674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8E334-11EE-AF13-2527-EFDAAB39DB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0D6357-9F0F-C112-CEDA-9EE2AEC37DA8}"/>
              </a:ext>
            </a:extLst>
          </p:cNvPr>
          <p:cNvSpPr txBox="1">
            <a:spLocks noGrp="1"/>
          </p:cNvSpPr>
          <p:nvPr>
            <p:ph type="title" idx="4294967295"/>
          </p:nvPr>
        </p:nvSpPr>
        <p:spPr>
          <a:xfrm>
            <a:off x="588263" y="585216"/>
            <a:ext cx="10430257" cy="30777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ct val="0"/>
              </a:spcBef>
              <a:spcAft>
                <a:spcPts val="600"/>
              </a:spcAft>
              <a:buClrTx/>
              <a:buSzTx/>
              <a:buFontTx/>
              <a:buNone/>
              <a:tabLst/>
              <a:defRPr/>
            </a:pPr>
            <a:r>
              <a:rPr kumimoji="0" lang="en-US" sz="3600" b="0" i="0" u="none" strike="noStrike" kern="1200" cap="none" spc="0" normalizeH="0" baseline="0" noProof="0" dirty="0">
                <a:ln w="3175">
                  <a:noFill/>
                </a:ln>
                <a:solidFill>
                  <a:schemeClr val="tx1"/>
                </a:solidFill>
                <a:effectLst/>
                <a:uLnTx/>
                <a:uFillTx/>
                <a:ea typeface="+mn-ea"/>
                <a:cs typeface="+mn-cs"/>
              </a:rPr>
              <a:t>Microsoft 365 Copilot Chat interface</a:t>
            </a:r>
          </a:p>
        </p:txBody>
      </p:sp>
      <p:sp>
        <p:nvSpPr>
          <p:cNvPr id="2" name="Footer Placeholder 1">
            <a:extLst>
              <a:ext uri="{FF2B5EF4-FFF2-40B4-BE49-F238E27FC236}">
                <a16:creationId xmlns:a16="http://schemas.microsoft.com/office/drawing/2014/main" id="{DD47A811-4E65-2D10-DAA4-37CF887A1FEB}"/>
              </a:ext>
            </a:extLst>
          </p:cNvPr>
          <p:cNvSpPr>
            <a:spLocks noGrp="1"/>
          </p:cNvSpPr>
          <p:nvPr>
            <p:ph type="ftr" sz="quarter" idx="3"/>
          </p:nvPr>
        </p:nvSpPr>
        <p:spPr>
          <a:xfrm>
            <a:off x="579438" y="6421083"/>
            <a:ext cx="4151312" cy="197976"/>
          </a:xfrm>
        </p:spPr>
        <p:txBody>
          <a:bodyPr vert="horz" lIns="0" tIns="0" rIns="0" bIns="0" rtlCol="0" anchor="ctr">
            <a:norm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
        <p:nvSpPr>
          <p:cNvPr id="29" name="Rectangle: Rounded Corners 28">
            <a:extLst>
              <a:ext uri="{FF2B5EF4-FFF2-40B4-BE49-F238E27FC236}">
                <a16:creationId xmlns:a16="http://schemas.microsoft.com/office/drawing/2014/main" id="{D51F1F0D-A374-C466-756A-82D039A83F96}"/>
              </a:ext>
              <a:ext uri="{C183D7F6-B498-43B3-948B-1728B52AA6E4}">
                <adec:decorative xmlns:adec="http://schemas.microsoft.com/office/drawing/2017/decorative" val="1"/>
              </a:ext>
            </a:extLst>
          </p:cNvPr>
          <p:cNvSpPr/>
          <p:nvPr/>
        </p:nvSpPr>
        <p:spPr bwMode="auto">
          <a:xfrm>
            <a:off x="362309" y="1709177"/>
            <a:ext cx="11244474" cy="4988087"/>
          </a:xfrm>
          <a:prstGeom prst="roundRect">
            <a:avLst>
              <a:gd name="adj" fmla="val 4127"/>
            </a:avLst>
          </a:prstGeom>
          <a:solidFill>
            <a:srgbClr val="FFFFFF">
              <a:alpha val="74118"/>
            </a:srgbClr>
          </a:solidFill>
          <a:ln w="9525" cap="flat" cmpd="sng" algn="ctr">
            <a:solidFill>
              <a:srgbClr val="000000"/>
            </a:solidFill>
            <a:prstDash val="solid"/>
          </a:ln>
          <a:effectLst>
            <a:outerShdw blurRad="343645" dist="295501" dir="2700000" algn="tl" rotWithShape="0">
              <a:srgbClr val="F3484C">
                <a:alpha val="15816"/>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pic>
        <p:nvPicPr>
          <p:cNvPr id="30" name="Picture 29" descr="Screenshot of the Copilot Chat interface. ">
            <a:extLst>
              <a:ext uri="{FF2B5EF4-FFF2-40B4-BE49-F238E27FC236}">
                <a16:creationId xmlns:a16="http://schemas.microsoft.com/office/drawing/2014/main" id="{463C13C3-615D-D9B5-70BA-444D09F45AB6}"/>
              </a:ext>
            </a:extLst>
          </p:cNvPr>
          <p:cNvPicPr>
            <a:picLocks noChangeAspect="1"/>
          </p:cNvPicPr>
          <p:nvPr/>
        </p:nvPicPr>
        <p:blipFill>
          <a:blip r:embed="rId3"/>
          <a:stretch>
            <a:fillRect/>
          </a:stretch>
        </p:blipFill>
        <p:spPr>
          <a:xfrm>
            <a:off x="3067074" y="2073968"/>
            <a:ext cx="5727142" cy="3245542"/>
          </a:xfrm>
          <a:prstGeom prst="rect">
            <a:avLst/>
          </a:prstGeom>
        </p:spPr>
      </p:pic>
      <p:cxnSp>
        <p:nvCxnSpPr>
          <p:cNvPr id="31" name="Straight Arrow Connector 30">
            <a:extLst>
              <a:ext uri="{FF2B5EF4-FFF2-40B4-BE49-F238E27FC236}">
                <a16:creationId xmlns:a16="http://schemas.microsoft.com/office/drawing/2014/main" id="{DC2A9504-54C2-9358-617F-548155D79AF9}"/>
              </a:ext>
              <a:ext uri="{C183D7F6-B498-43B3-948B-1728B52AA6E4}">
                <adec:decorative xmlns:adec="http://schemas.microsoft.com/office/drawing/2017/decorative" val="1"/>
              </a:ext>
            </a:extLst>
          </p:cNvPr>
          <p:cNvCxnSpPr>
            <a:cxnSpLocks/>
          </p:cNvCxnSpPr>
          <p:nvPr/>
        </p:nvCxnSpPr>
        <p:spPr>
          <a:xfrm flipH="1" flipV="1">
            <a:off x="8471630" y="2482218"/>
            <a:ext cx="1017905" cy="258794"/>
          </a:xfrm>
          <a:prstGeom prst="straightConnector1">
            <a:avLst/>
          </a:prstGeom>
          <a:noFill/>
          <a:ln w="9525" cap="flat" cmpd="sng" algn="ctr">
            <a:solidFill>
              <a:srgbClr val="0078D4"/>
            </a:solidFill>
            <a:prstDash val="solid"/>
            <a:headEnd type="none" w="lg" len="med"/>
            <a:tailEnd type="triangle"/>
          </a:ln>
          <a:effectLst/>
        </p:spPr>
      </p:cxnSp>
      <p:cxnSp>
        <p:nvCxnSpPr>
          <p:cNvPr id="32" name="Straight Arrow Connector 31">
            <a:extLst>
              <a:ext uri="{FF2B5EF4-FFF2-40B4-BE49-F238E27FC236}">
                <a16:creationId xmlns:a16="http://schemas.microsoft.com/office/drawing/2014/main" id="{ABA90C00-193C-F6F5-F4E4-B6267961C611}"/>
              </a:ext>
              <a:ext uri="{C183D7F6-B498-43B3-948B-1728B52AA6E4}">
                <adec:decorative xmlns:adec="http://schemas.microsoft.com/office/drawing/2017/decorative" val="1"/>
              </a:ext>
            </a:extLst>
          </p:cNvPr>
          <p:cNvCxnSpPr>
            <a:cxnSpLocks/>
          </p:cNvCxnSpPr>
          <p:nvPr/>
        </p:nvCxnSpPr>
        <p:spPr>
          <a:xfrm flipH="1" flipV="1">
            <a:off x="8093563" y="3948753"/>
            <a:ext cx="1395972" cy="791963"/>
          </a:xfrm>
          <a:prstGeom prst="straightConnector1">
            <a:avLst/>
          </a:prstGeom>
          <a:noFill/>
          <a:ln w="9525" cap="flat" cmpd="sng" algn="ctr">
            <a:solidFill>
              <a:srgbClr val="0078D4"/>
            </a:solidFill>
            <a:prstDash val="solid"/>
            <a:headEnd type="none" w="lg" len="med"/>
            <a:tailEnd type="triangle"/>
          </a:ln>
          <a:effectLst/>
        </p:spPr>
      </p:cxnSp>
      <p:cxnSp>
        <p:nvCxnSpPr>
          <p:cNvPr id="33" name="Straight Arrow Connector 32">
            <a:extLst>
              <a:ext uri="{FF2B5EF4-FFF2-40B4-BE49-F238E27FC236}">
                <a16:creationId xmlns:a16="http://schemas.microsoft.com/office/drawing/2014/main" id="{DB6B839E-886E-3842-509F-5250E36A15C3}"/>
              </a:ext>
              <a:ext uri="{C183D7F6-B498-43B3-948B-1728B52AA6E4}">
                <adec:decorative xmlns:adec="http://schemas.microsoft.com/office/drawing/2017/decorative" val="1"/>
              </a:ext>
            </a:extLst>
          </p:cNvPr>
          <p:cNvCxnSpPr>
            <a:cxnSpLocks/>
          </p:cNvCxnSpPr>
          <p:nvPr/>
        </p:nvCxnSpPr>
        <p:spPr>
          <a:xfrm flipH="1">
            <a:off x="8178813" y="3676616"/>
            <a:ext cx="1310722" cy="0"/>
          </a:xfrm>
          <a:prstGeom prst="straightConnector1">
            <a:avLst/>
          </a:prstGeom>
          <a:noFill/>
          <a:ln w="9525" cap="flat" cmpd="sng" algn="ctr">
            <a:solidFill>
              <a:srgbClr val="0078D4"/>
            </a:solidFill>
            <a:prstDash val="solid"/>
            <a:headEnd type="none" w="lg" len="med"/>
            <a:tailEnd type="triangle"/>
          </a:ln>
          <a:effectLst/>
        </p:spPr>
      </p:cxnSp>
      <p:cxnSp>
        <p:nvCxnSpPr>
          <p:cNvPr id="34" name="Straight Arrow Connector 33">
            <a:extLst>
              <a:ext uri="{FF2B5EF4-FFF2-40B4-BE49-F238E27FC236}">
                <a16:creationId xmlns:a16="http://schemas.microsoft.com/office/drawing/2014/main" id="{53F99A31-9AEB-A099-3D1A-5AA5D8E45FEE}"/>
              </a:ext>
              <a:ext uri="{C183D7F6-B498-43B3-948B-1728B52AA6E4}">
                <adec:decorative xmlns:adec="http://schemas.microsoft.com/office/drawing/2017/decorative" val="1"/>
              </a:ext>
            </a:extLst>
          </p:cNvPr>
          <p:cNvCxnSpPr>
            <a:cxnSpLocks/>
          </p:cNvCxnSpPr>
          <p:nvPr/>
        </p:nvCxnSpPr>
        <p:spPr>
          <a:xfrm flipV="1">
            <a:off x="7959566" y="4740716"/>
            <a:ext cx="0" cy="935604"/>
          </a:xfrm>
          <a:prstGeom prst="straightConnector1">
            <a:avLst/>
          </a:prstGeom>
          <a:noFill/>
          <a:ln w="9525" cap="flat" cmpd="sng" algn="ctr">
            <a:solidFill>
              <a:srgbClr val="0078D4"/>
            </a:solidFill>
            <a:prstDash val="solid"/>
            <a:headEnd type="none" w="lg" len="med"/>
            <a:tailEnd type="triangle"/>
          </a:ln>
          <a:effectLst/>
        </p:spPr>
      </p:cxnSp>
      <p:cxnSp>
        <p:nvCxnSpPr>
          <p:cNvPr id="35" name="Straight Arrow Connector 34">
            <a:extLst>
              <a:ext uri="{FF2B5EF4-FFF2-40B4-BE49-F238E27FC236}">
                <a16:creationId xmlns:a16="http://schemas.microsoft.com/office/drawing/2014/main" id="{ADB4641B-303C-6366-3751-256D88E8AD54}"/>
              </a:ext>
              <a:ext uri="{C183D7F6-B498-43B3-948B-1728B52AA6E4}">
                <adec:decorative xmlns:adec="http://schemas.microsoft.com/office/drawing/2017/decorative" val="1"/>
              </a:ext>
            </a:extLst>
          </p:cNvPr>
          <p:cNvCxnSpPr>
            <a:cxnSpLocks/>
          </p:cNvCxnSpPr>
          <p:nvPr/>
        </p:nvCxnSpPr>
        <p:spPr>
          <a:xfrm flipV="1">
            <a:off x="5266537" y="4621325"/>
            <a:ext cx="0" cy="1054995"/>
          </a:xfrm>
          <a:prstGeom prst="straightConnector1">
            <a:avLst/>
          </a:prstGeom>
          <a:noFill/>
          <a:ln w="9525" cap="flat" cmpd="sng" algn="ctr">
            <a:solidFill>
              <a:srgbClr val="0078D4"/>
            </a:solidFill>
            <a:prstDash val="solid"/>
            <a:headEnd type="none" w="lg" len="med"/>
            <a:tailEnd type="triangle"/>
          </a:ln>
          <a:effectLst/>
        </p:spPr>
      </p:cxnSp>
      <p:cxnSp>
        <p:nvCxnSpPr>
          <p:cNvPr id="36" name="Straight Arrow Connector 35">
            <a:extLst>
              <a:ext uri="{FF2B5EF4-FFF2-40B4-BE49-F238E27FC236}">
                <a16:creationId xmlns:a16="http://schemas.microsoft.com/office/drawing/2014/main" id="{F7E2CF0B-7789-D56B-5191-957B2C55DDD8}"/>
              </a:ext>
              <a:ext uri="{C183D7F6-B498-43B3-948B-1728B52AA6E4}">
                <adec:decorative xmlns:adec="http://schemas.microsoft.com/office/drawing/2017/decorative" val="1"/>
              </a:ext>
            </a:extLst>
          </p:cNvPr>
          <p:cNvCxnSpPr>
            <a:cxnSpLocks/>
          </p:cNvCxnSpPr>
          <p:nvPr/>
        </p:nvCxnSpPr>
        <p:spPr>
          <a:xfrm flipV="1">
            <a:off x="2476182" y="3965446"/>
            <a:ext cx="2388426" cy="1183376"/>
          </a:xfrm>
          <a:prstGeom prst="straightConnector1">
            <a:avLst/>
          </a:prstGeom>
          <a:noFill/>
          <a:ln w="9525" cap="flat" cmpd="sng" algn="ctr">
            <a:solidFill>
              <a:srgbClr val="0078D4"/>
            </a:solidFill>
            <a:prstDash val="solid"/>
            <a:headEnd type="none" w="lg" len="med"/>
            <a:tailEnd type="triangle"/>
          </a:ln>
          <a:effectLst/>
        </p:spPr>
      </p:cxnSp>
      <p:cxnSp>
        <p:nvCxnSpPr>
          <p:cNvPr id="37" name="Straight Arrow Connector 36">
            <a:extLst>
              <a:ext uri="{FF2B5EF4-FFF2-40B4-BE49-F238E27FC236}">
                <a16:creationId xmlns:a16="http://schemas.microsoft.com/office/drawing/2014/main" id="{242AA16E-4D93-65B0-8901-6B72D1B1E1FA}"/>
              </a:ext>
              <a:ext uri="{C183D7F6-B498-43B3-948B-1728B52AA6E4}">
                <adec:decorative xmlns:adec="http://schemas.microsoft.com/office/drawing/2017/decorative" val="1"/>
              </a:ext>
            </a:extLst>
          </p:cNvPr>
          <p:cNvCxnSpPr>
            <a:cxnSpLocks/>
          </p:cNvCxnSpPr>
          <p:nvPr/>
        </p:nvCxnSpPr>
        <p:spPr>
          <a:xfrm flipV="1">
            <a:off x="2569818" y="2866711"/>
            <a:ext cx="634321" cy="357185"/>
          </a:xfrm>
          <a:prstGeom prst="straightConnector1">
            <a:avLst/>
          </a:prstGeom>
          <a:noFill/>
          <a:ln w="9525" cap="flat" cmpd="sng" algn="ctr">
            <a:solidFill>
              <a:srgbClr val="0078D4"/>
            </a:solidFill>
            <a:prstDash val="solid"/>
            <a:headEnd type="none" w="lg" len="med"/>
            <a:tailEnd type="triangle"/>
          </a:ln>
          <a:effectLst/>
        </p:spPr>
      </p:cxnSp>
      <p:cxnSp>
        <p:nvCxnSpPr>
          <p:cNvPr id="38" name="Straight Arrow Connector 37">
            <a:extLst>
              <a:ext uri="{FF2B5EF4-FFF2-40B4-BE49-F238E27FC236}">
                <a16:creationId xmlns:a16="http://schemas.microsoft.com/office/drawing/2014/main" id="{0C68B8FA-50E8-330E-541D-8C89B48EBBC8}"/>
              </a:ext>
              <a:ext uri="{C183D7F6-B498-43B3-948B-1728B52AA6E4}">
                <adec:decorative xmlns:adec="http://schemas.microsoft.com/office/drawing/2017/decorative" val="1"/>
              </a:ext>
            </a:extLst>
          </p:cNvPr>
          <p:cNvCxnSpPr>
            <a:cxnSpLocks/>
          </p:cNvCxnSpPr>
          <p:nvPr/>
        </p:nvCxnSpPr>
        <p:spPr>
          <a:xfrm>
            <a:off x="2645438" y="2711260"/>
            <a:ext cx="558701" cy="0"/>
          </a:xfrm>
          <a:prstGeom prst="straightConnector1">
            <a:avLst/>
          </a:prstGeom>
          <a:noFill/>
          <a:ln w="9525" cap="flat" cmpd="sng" algn="ctr">
            <a:solidFill>
              <a:srgbClr val="0078D4"/>
            </a:solidFill>
            <a:prstDash val="solid"/>
            <a:headEnd type="none" w="lg" len="med"/>
            <a:tailEnd type="triangle"/>
          </a:ln>
          <a:effectLst/>
        </p:spPr>
      </p:cxnSp>
      <p:cxnSp>
        <p:nvCxnSpPr>
          <p:cNvPr id="39" name="Straight Arrow Connector 38">
            <a:extLst>
              <a:ext uri="{FF2B5EF4-FFF2-40B4-BE49-F238E27FC236}">
                <a16:creationId xmlns:a16="http://schemas.microsoft.com/office/drawing/2014/main" id="{0B2A4F17-DF87-1B81-9BE7-05D2050E528E}"/>
              </a:ext>
              <a:ext uri="{C183D7F6-B498-43B3-948B-1728B52AA6E4}">
                <adec:decorative xmlns:adec="http://schemas.microsoft.com/office/drawing/2017/decorative" val="1"/>
              </a:ext>
            </a:extLst>
          </p:cNvPr>
          <p:cNvCxnSpPr>
            <a:cxnSpLocks/>
          </p:cNvCxnSpPr>
          <p:nvPr/>
        </p:nvCxnSpPr>
        <p:spPr>
          <a:xfrm flipV="1">
            <a:off x="2476182" y="3032961"/>
            <a:ext cx="751636" cy="761797"/>
          </a:xfrm>
          <a:prstGeom prst="straightConnector1">
            <a:avLst/>
          </a:prstGeom>
          <a:noFill/>
          <a:ln w="9525" cap="flat" cmpd="sng" algn="ctr">
            <a:solidFill>
              <a:srgbClr val="0078D4"/>
            </a:solidFill>
            <a:prstDash val="solid"/>
            <a:headEnd type="none" w="lg" len="med"/>
            <a:tailEnd type="triangle"/>
          </a:ln>
          <a:effectLst/>
        </p:spPr>
      </p:cxnSp>
      <p:grpSp>
        <p:nvGrpSpPr>
          <p:cNvPr id="40" name="Group 39" descr="Microsoft 365 Copilot Chat app interface with callouts explaining each feature of the app.">
            <a:extLst>
              <a:ext uri="{FF2B5EF4-FFF2-40B4-BE49-F238E27FC236}">
                <a16:creationId xmlns:a16="http://schemas.microsoft.com/office/drawing/2014/main" id="{71AE9211-40A2-C8FD-B41C-4B3EBC08CB38}"/>
              </a:ext>
            </a:extLst>
          </p:cNvPr>
          <p:cNvGrpSpPr/>
          <p:nvPr/>
        </p:nvGrpSpPr>
        <p:grpSpPr>
          <a:xfrm>
            <a:off x="550334" y="2073967"/>
            <a:ext cx="11056449" cy="4623297"/>
            <a:chOff x="409651" y="2240687"/>
            <a:chExt cx="11056449" cy="4181254"/>
          </a:xfrm>
        </p:grpSpPr>
        <p:sp>
          <p:nvSpPr>
            <p:cNvPr id="41" name="TextBox 40">
              <a:extLst>
                <a:ext uri="{FF2B5EF4-FFF2-40B4-BE49-F238E27FC236}">
                  <a16:creationId xmlns:a16="http://schemas.microsoft.com/office/drawing/2014/main" id="{58CA3356-114E-A103-9C5E-EAEC00C5BC9B}"/>
                </a:ext>
              </a:extLst>
            </p:cNvPr>
            <p:cNvSpPr txBox="1"/>
            <p:nvPr/>
          </p:nvSpPr>
          <p:spPr>
            <a:xfrm>
              <a:off x="9461696" y="2595997"/>
              <a:ext cx="2003195" cy="723275"/>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Segoe UI Semibold"/>
                </a:rPr>
                <a:t>Start a new chat button</a:t>
              </a:r>
            </a:p>
            <a:p>
              <a:pPr marL="0" marR="0" lvl="0" indent="0" algn="l" defTabSz="914367" rtl="0" eaLnBrk="1" fontAlgn="auto" latinLnBrk="0" hangingPunct="1">
                <a:lnSpc>
                  <a:spcPct val="100000"/>
                </a:lnSpc>
                <a:spcBef>
                  <a:spcPts val="0"/>
                </a:spcBef>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Clear your past chat and start a new conversation.</a:t>
              </a:r>
            </a:p>
            <a:p>
              <a:pPr marL="0" marR="0" lvl="0" indent="0" algn="l" defTabSz="914367"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Segoe UI Semibold"/>
              </a:endParaRPr>
            </a:p>
          </p:txBody>
        </p:sp>
        <p:sp>
          <p:nvSpPr>
            <p:cNvPr id="42" name="TextBox 41">
              <a:extLst>
                <a:ext uri="{FF2B5EF4-FFF2-40B4-BE49-F238E27FC236}">
                  <a16:creationId xmlns:a16="http://schemas.microsoft.com/office/drawing/2014/main" id="{A5DAA828-DF30-E5A7-DCD1-8D5FE572228C}"/>
                </a:ext>
              </a:extLst>
            </p:cNvPr>
            <p:cNvSpPr txBox="1"/>
            <p:nvPr/>
          </p:nvSpPr>
          <p:spPr>
            <a:xfrm>
              <a:off x="7109205" y="5498611"/>
              <a:ext cx="2205784" cy="923330"/>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200" dirty="0">
                  <a:solidFill>
                    <a:srgbClr val="000000"/>
                  </a:solidFill>
                  <a:latin typeface="Segoe UI Semibold"/>
                  <a:cs typeface="Segoe UI Semibold"/>
                </a:rPr>
                <a:t>Copilot Prompt Gallery</a:t>
              </a:r>
              <a:br>
                <a:rPr kumimoji="0" lang="en-US" sz="1200" b="0" i="0" u="none" strike="noStrike" kern="1200" cap="none" spc="0" normalizeH="0" baseline="0" noProof="0" dirty="0">
                  <a:ln>
                    <a:noFill/>
                  </a:ln>
                  <a:solidFill>
                    <a:srgbClr val="091F2C"/>
                  </a:solidFill>
                  <a:effectLst/>
                  <a:uLnTx/>
                  <a:uFillTx/>
                  <a:latin typeface="Segoe UI Semibold" panose="020B0702040204020203" pitchFamily="34" charset="0"/>
                  <a:ea typeface="+mn-ea"/>
                  <a:cs typeface="Segoe UI Semibold" panose="020B0702040204020203" pitchFamily="34" charset="0"/>
                </a:rPr>
              </a:br>
              <a:r>
                <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Expand the suggested prompts to view the full Copilot Prompt Gallery, including saved prompts and prompts from your team</a:t>
              </a:r>
              <a:endPar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Variable Display "/>
                <a:ea typeface="+mn-ea"/>
                <a:cs typeface="Segoe UI"/>
              </a:endParaRPr>
            </a:p>
          </p:txBody>
        </p:sp>
        <p:sp>
          <p:nvSpPr>
            <p:cNvPr id="43" name="TextBox 42">
              <a:extLst>
                <a:ext uri="{FF2B5EF4-FFF2-40B4-BE49-F238E27FC236}">
                  <a16:creationId xmlns:a16="http://schemas.microsoft.com/office/drawing/2014/main" id="{60EB787D-A231-7A4D-CFEA-F306727FA3CA}"/>
                </a:ext>
              </a:extLst>
            </p:cNvPr>
            <p:cNvSpPr txBox="1"/>
            <p:nvPr/>
          </p:nvSpPr>
          <p:spPr>
            <a:xfrm>
              <a:off x="9461696" y="3382222"/>
              <a:ext cx="1593737" cy="553998"/>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Prompt box</a:t>
              </a:r>
            </a:p>
            <a:p>
              <a:pPr marL="0" marR="0" lvl="0" indent="0" algn="l" defTabSz="914367" rtl="0" eaLnBrk="1" fontAlgn="auto" latinLnBrk="0" hangingPunct="1">
                <a:lnSpc>
                  <a:spcPct val="100000"/>
                </a:lnSpc>
                <a:spcBef>
                  <a:spcPts val="0"/>
                </a:spcBef>
                <a:buClrTx/>
                <a:buSzTx/>
                <a:buFontTx/>
                <a:buNone/>
                <a:tabLst/>
                <a:defRPr/>
              </a:pPr>
              <a:r>
                <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Start your conversation here</a:t>
              </a:r>
            </a:p>
          </p:txBody>
        </p:sp>
        <p:sp>
          <p:nvSpPr>
            <p:cNvPr id="44" name="TextBox 43">
              <a:extLst>
                <a:ext uri="{FF2B5EF4-FFF2-40B4-BE49-F238E27FC236}">
                  <a16:creationId xmlns:a16="http://schemas.microsoft.com/office/drawing/2014/main" id="{58EEF816-F107-C9BA-E4A8-0C5759B7CE30}"/>
                </a:ext>
              </a:extLst>
            </p:cNvPr>
            <p:cNvSpPr txBox="1"/>
            <p:nvPr/>
          </p:nvSpPr>
          <p:spPr>
            <a:xfrm>
              <a:off x="4498881" y="5565820"/>
              <a:ext cx="2278993" cy="553998"/>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Segoe UI Semibold"/>
                </a:rPr>
                <a:t>Suggested prompts</a:t>
              </a:r>
              <a:br>
                <a:rPr kumimoji="0" lang="en-US" sz="1200" b="0" i="0" u="none" strike="noStrike" kern="1200" cap="none" spc="0" normalizeH="0" baseline="0" noProof="0" dirty="0">
                  <a:ln>
                    <a:noFill/>
                  </a:ln>
                  <a:solidFill>
                    <a:srgbClr val="091F2C"/>
                  </a:solidFill>
                  <a:effectLst/>
                  <a:uLnTx/>
                  <a:uFillTx/>
                  <a:latin typeface="Segoe UI Semibold" panose="020B0702040204020203" pitchFamily="34" charset="0"/>
                  <a:ea typeface="+mn-ea"/>
                  <a:cs typeface="Segoe UI Semibold" panose="020B0702040204020203" pitchFamily="34" charset="0"/>
                </a:rPr>
              </a:br>
              <a:r>
                <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Get started with prompt suggestions personalized to you.</a:t>
              </a:r>
              <a:endPar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Variable Display "/>
                <a:ea typeface="+mn-ea"/>
                <a:cs typeface="Segoe UI"/>
              </a:endParaRPr>
            </a:p>
          </p:txBody>
        </p:sp>
        <p:sp>
          <p:nvSpPr>
            <p:cNvPr id="45" name="TextBox 44">
              <a:extLst>
                <a:ext uri="{FF2B5EF4-FFF2-40B4-BE49-F238E27FC236}">
                  <a16:creationId xmlns:a16="http://schemas.microsoft.com/office/drawing/2014/main" id="{9F17DC9C-678C-327F-0BBB-E38B3AA29318}"/>
                </a:ext>
              </a:extLst>
            </p:cNvPr>
            <p:cNvSpPr txBox="1"/>
            <p:nvPr/>
          </p:nvSpPr>
          <p:spPr>
            <a:xfrm>
              <a:off x="409651" y="2240687"/>
              <a:ext cx="2274265" cy="73866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Agents</a:t>
              </a:r>
              <a:b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br>
              <a:r>
                <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Choose an agent from the list to chat with it, or expand the agent menu to find or create agents</a:t>
              </a:r>
            </a:p>
          </p:txBody>
        </p:sp>
        <p:sp>
          <p:nvSpPr>
            <p:cNvPr id="46" name="TextBox 45">
              <a:extLst>
                <a:ext uri="{FF2B5EF4-FFF2-40B4-BE49-F238E27FC236}">
                  <a16:creationId xmlns:a16="http://schemas.microsoft.com/office/drawing/2014/main" id="{CC485558-1847-5E8E-EC35-5FA302B665A3}"/>
                </a:ext>
              </a:extLst>
            </p:cNvPr>
            <p:cNvSpPr txBox="1"/>
            <p:nvPr/>
          </p:nvSpPr>
          <p:spPr>
            <a:xfrm>
              <a:off x="409651" y="3096002"/>
              <a:ext cx="2084791" cy="369332"/>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Chat history</a:t>
              </a:r>
              <a:b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br>
              <a:r>
                <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View your past conversations</a:t>
              </a:r>
            </a:p>
          </p:txBody>
        </p:sp>
        <p:sp>
          <p:nvSpPr>
            <p:cNvPr id="47" name="TextBox 46">
              <a:extLst>
                <a:ext uri="{FF2B5EF4-FFF2-40B4-BE49-F238E27FC236}">
                  <a16:creationId xmlns:a16="http://schemas.microsoft.com/office/drawing/2014/main" id="{34CD1789-C3F4-DA49-236A-256E6B100D1D}"/>
                </a:ext>
              </a:extLst>
            </p:cNvPr>
            <p:cNvSpPr txBox="1"/>
            <p:nvPr/>
          </p:nvSpPr>
          <p:spPr>
            <a:xfrm>
              <a:off x="409652" y="4811397"/>
              <a:ext cx="2084790" cy="738664"/>
            </a:xfrm>
            <a:prstGeom prst="rect">
              <a:avLst/>
            </a:prstGeom>
            <a:noFill/>
          </p:spPr>
          <p:txBody>
            <a:bodyPr wrap="square" lIns="0" tIns="0" rIns="0" bIns="0" rtlCol="0" anchor="t">
              <a:spAutoFit/>
            </a:bodyPr>
            <a:lstStyle/>
            <a:p>
              <a:pPr lvl="0">
                <a:spcAft>
                  <a:spcPts val="600"/>
                </a:spcAft>
                <a:defRPr/>
              </a:pPr>
              <a:r>
                <a:rPr lang="en-US" sz="1200" dirty="0">
                  <a:solidFill>
                    <a:srgbClr val="000000"/>
                  </a:solidFill>
                  <a:latin typeface="Segoe UI Semibold" panose="020B0702040204020203" pitchFamily="34" charset="0"/>
                  <a:cs typeface="Segoe UI Semibold" panose="020B0702040204020203" pitchFamily="34" charset="0"/>
                </a:rPr>
                <a:t>Add content</a:t>
              </a:r>
              <a:br>
                <a:rPr lang="en-US" sz="1200" dirty="0">
                  <a:solidFill>
                    <a:srgbClr val="000000"/>
                  </a:solidFill>
                  <a:latin typeface="Segoe UI Semibold" panose="020B0702040204020203" pitchFamily="34" charset="0"/>
                  <a:cs typeface="Segoe UI Semibold" panose="020B0702040204020203" pitchFamily="34" charset="0"/>
                </a:rPr>
              </a:br>
              <a:r>
                <a:rPr lang="en-US" sz="1200" dirty="0">
                  <a:gradFill>
                    <a:gsLst>
                      <a:gs pos="2917">
                        <a:srgbClr val="000000"/>
                      </a:gs>
                      <a:gs pos="30000">
                        <a:srgbClr val="000000"/>
                      </a:gs>
                    </a:gsLst>
                    <a:lin ang="5400000" scaled="0"/>
                  </a:gradFill>
                  <a:latin typeface="Segoe UI "/>
                  <a:cs typeface="Segoe UI"/>
                </a:rPr>
                <a:t>Expand to add reference files or images to your Copilot prompt</a:t>
              </a:r>
            </a:p>
          </p:txBody>
        </p:sp>
        <p:sp>
          <p:nvSpPr>
            <p:cNvPr id="48" name="TextBox 47">
              <a:extLst>
                <a:ext uri="{FF2B5EF4-FFF2-40B4-BE49-F238E27FC236}">
                  <a16:creationId xmlns:a16="http://schemas.microsoft.com/office/drawing/2014/main" id="{6B7EF3DA-F996-4984-E368-D3BB2AEC2F94}"/>
                </a:ext>
              </a:extLst>
            </p:cNvPr>
            <p:cNvSpPr txBox="1"/>
            <p:nvPr/>
          </p:nvSpPr>
          <p:spPr>
            <a:xfrm>
              <a:off x="9462905" y="4438335"/>
              <a:ext cx="2003195" cy="73866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buClrTx/>
                <a:buSzTx/>
                <a:buFontTx/>
                <a:buNone/>
                <a:tabLst/>
                <a:defRPr/>
              </a:pPr>
              <a:r>
                <a:rPr lang="en-US" sz="1200" dirty="0">
                  <a:solidFill>
                    <a:srgbClr val="000000"/>
                  </a:solidFill>
                  <a:latin typeface="Segoe UI Semibold"/>
                  <a:cs typeface="Segoe UI Semibold"/>
                </a:rPr>
                <a:t>Dictation</a:t>
              </a:r>
              <a:endParaRPr kumimoji="0" lang="en-US" sz="1200" b="0" i="0" u="none" strike="noStrike" kern="1200" cap="none" spc="0" normalizeH="0" baseline="0" noProof="0" dirty="0">
                <a:ln>
                  <a:noFill/>
                </a:ln>
                <a:solidFill>
                  <a:srgbClr val="000000"/>
                </a:solidFill>
                <a:effectLst/>
                <a:uLnTx/>
                <a:uFillTx/>
                <a:latin typeface="Segoe UI Semibold"/>
                <a:ea typeface="+mn-ea"/>
                <a:cs typeface="Segoe UI Semibold"/>
              </a:endParaRPr>
            </a:p>
            <a:p>
              <a:pPr marL="0" marR="0" lvl="0" indent="0" algn="l" defTabSz="914367" rtl="0" eaLnBrk="1" fontAlgn="auto" latinLnBrk="0" hangingPunct="1">
                <a:lnSpc>
                  <a:spcPct val="100000"/>
                </a:lnSpc>
                <a:spcBef>
                  <a:spcPts val="0"/>
                </a:spcBef>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Use dictation if you prefer to speak rather than type when you’re chatting with Copilot</a:t>
              </a:r>
            </a:p>
          </p:txBody>
        </p:sp>
      </p:grpSp>
      <p:sp>
        <p:nvSpPr>
          <p:cNvPr id="49" name="TextBox 48">
            <a:extLst>
              <a:ext uri="{FF2B5EF4-FFF2-40B4-BE49-F238E27FC236}">
                <a16:creationId xmlns:a16="http://schemas.microsoft.com/office/drawing/2014/main" id="{54D0595F-A9A0-74FC-EE41-FC105198DFEA}"/>
              </a:ext>
            </a:extLst>
          </p:cNvPr>
          <p:cNvSpPr txBox="1"/>
          <p:nvPr/>
        </p:nvSpPr>
        <p:spPr>
          <a:xfrm>
            <a:off x="550334" y="3603103"/>
            <a:ext cx="2084791" cy="553998"/>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Copilot Chat Pages</a:t>
            </a:r>
            <a:br>
              <a:rPr kumimoji="0" lang="en-US" sz="12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br>
            <a:r>
              <a:rPr kumimoji="0" lang="en-US" sz="12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View your Pages that you’ve created</a:t>
            </a:r>
          </a:p>
        </p:txBody>
      </p:sp>
    </p:spTree>
    <p:extLst>
      <p:ext uri="{BB962C8B-B14F-4D97-AF65-F5344CB8AC3E}">
        <p14:creationId xmlns:p14="http://schemas.microsoft.com/office/powerpoint/2010/main" val="18327667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E3C5-C45C-AA0D-196C-3706FFB3AE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3F5244-A110-9B2F-3878-6402648FE3E6}"/>
              </a:ext>
            </a:extLst>
          </p:cNvPr>
          <p:cNvSpPr txBox="1">
            <a:spLocks noGrp="1"/>
          </p:cNvSpPr>
          <p:nvPr>
            <p:ph type="title" idx="4294967295"/>
          </p:nvPr>
        </p:nvSpPr>
        <p:spPr>
          <a:xfrm>
            <a:off x="588263" y="585216"/>
            <a:ext cx="10430257" cy="30777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ct val="0"/>
              </a:spcBef>
              <a:spcAft>
                <a:spcPts val="600"/>
              </a:spcAft>
              <a:buClrTx/>
              <a:buSzTx/>
              <a:buFontTx/>
              <a:buNone/>
              <a:tabLst/>
              <a:defRPr/>
            </a:pPr>
            <a:r>
              <a:rPr lang="en-US" sz="3600" dirty="0">
                <a:cs typeface="+mn-cs"/>
              </a:rPr>
              <a:t>H</a:t>
            </a:r>
            <a:r>
              <a:rPr kumimoji="0" lang="en-US" sz="3600" b="0" i="0" u="none" strike="noStrike" kern="1200" cap="none" spc="0" normalizeH="0" baseline="0" noProof="0" dirty="0">
                <a:ln w="3175">
                  <a:noFill/>
                </a:ln>
                <a:solidFill>
                  <a:schemeClr val="tx1"/>
                </a:solidFill>
                <a:effectLst/>
                <a:uLnTx/>
                <a:uFillTx/>
                <a:ea typeface="+mn-ea"/>
                <a:cs typeface="+mn-cs"/>
              </a:rPr>
              <a:t>ow to chat in 3 steps</a:t>
            </a:r>
          </a:p>
        </p:txBody>
      </p:sp>
      <p:sp>
        <p:nvSpPr>
          <p:cNvPr id="5" name="Rectangle: Rounded Corners 4">
            <a:extLst>
              <a:ext uri="{FF2B5EF4-FFF2-40B4-BE49-F238E27FC236}">
                <a16:creationId xmlns:a16="http://schemas.microsoft.com/office/drawing/2014/main" id="{79D80729-B445-CD93-C67F-7B0C08015E8C}"/>
              </a:ext>
              <a:ext uri="{C183D7F6-B498-43B3-948B-1728B52AA6E4}">
                <adec:decorative xmlns:adec="http://schemas.microsoft.com/office/drawing/2017/decorative" val="1"/>
              </a:ext>
            </a:extLst>
          </p:cNvPr>
          <p:cNvSpPr/>
          <p:nvPr/>
        </p:nvSpPr>
        <p:spPr bwMode="auto">
          <a:xfrm>
            <a:off x="444754" y="1639890"/>
            <a:ext cx="3530396" cy="4391575"/>
          </a:xfrm>
          <a:prstGeom prst="roundRect">
            <a:avLst>
              <a:gd name="adj" fmla="val 4127"/>
            </a:avLst>
          </a:prstGeom>
          <a:solidFill>
            <a:srgbClr val="FFFFFF">
              <a:alpha val="74118"/>
            </a:srgbClr>
          </a:solidFill>
          <a:ln>
            <a:solidFill>
              <a:schemeClr val="accent6">
                <a:lumMod val="50000"/>
              </a:schemeClr>
            </a:solidFill>
          </a:ln>
          <a:effectLst>
            <a:outerShdw blurRad="343645" dist="295501" dir="2700000" algn="tl" rotWithShape="0">
              <a:srgbClr val="8C8279">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6" name="TextBox 5">
            <a:extLst>
              <a:ext uri="{FF2B5EF4-FFF2-40B4-BE49-F238E27FC236}">
                <a16:creationId xmlns:a16="http://schemas.microsoft.com/office/drawing/2014/main" id="{7A860A5C-9853-987F-920B-623C2BFEC778}"/>
              </a:ext>
            </a:extLst>
          </p:cNvPr>
          <p:cNvSpPr txBox="1"/>
          <p:nvPr/>
        </p:nvSpPr>
        <p:spPr>
          <a:xfrm>
            <a:off x="1491488" y="2081074"/>
            <a:ext cx="1958073" cy="584775"/>
          </a:xfrm>
          <a:prstGeom prst="rect">
            <a:avLst/>
          </a:prstGeom>
          <a:noFill/>
        </p:spPr>
        <p:txBody>
          <a:bodyPr wrap="square" lIns="91440" tIns="45720" rIns="91440" bIns="45720" anchor="t">
            <a:spAutoFit/>
          </a:bodyPr>
          <a:lstStyle/>
          <a:p>
            <a:pPr marL="201168" marR="0" lvl="0" indent="-228600" algn="l" defTabSz="914400" rtl="0" eaLnBrk="1" fontAlgn="base" latinLnBrk="0" hangingPunct="1">
              <a:lnSpc>
                <a:spcPct val="100000"/>
              </a:lnSpc>
              <a:spcBef>
                <a:spcPct val="0"/>
              </a:spcBef>
              <a:spcAft>
                <a:spcPct val="0"/>
              </a:spcAft>
              <a:buClrTx/>
              <a:buSzTx/>
              <a:buFontTx/>
              <a:buNone/>
              <a:tabLst/>
              <a:defRPr/>
            </a:pPr>
            <a:r>
              <a:rPr kumimoji="0" lang="en-CA" sz="1600" b="1" i="0" u="none" strike="noStrike" kern="1200" cap="none" spc="0" normalizeH="0" baseline="0" noProof="0" dirty="0">
                <a:ln w="3175">
                  <a:noFill/>
                </a:ln>
                <a:solidFill>
                  <a:prstClr val="black"/>
                </a:solidFill>
                <a:effectLst/>
                <a:uLnTx/>
                <a:uFillTx/>
                <a:latin typeface="Segoe UI semibold(Body)"/>
                <a:ea typeface="+mn-ea"/>
                <a:cs typeface="Segoe UI"/>
              </a:rPr>
              <a:t>1. Enter your prompt</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Segoe UI"/>
            </a:endParaRPr>
          </a:p>
        </p:txBody>
      </p:sp>
      <p:sp>
        <p:nvSpPr>
          <p:cNvPr id="8" name="TextBox 7">
            <a:extLst>
              <a:ext uri="{FF2B5EF4-FFF2-40B4-BE49-F238E27FC236}">
                <a16:creationId xmlns:a16="http://schemas.microsoft.com/office/drawing/2014/main" id="{DE366568-0DDF-FA42-7C0F-C407D75438C4}"/>
              </a:ext>
            </a:extLst>
          </p:cNvPr>
          <p:cNvSpPr txBox="1"/>
          <p:nvPr/>
        </p:nvSpPr>
        <p:spPr>
          <a:xfrm>
            <a:off x="800165" y="2928165"/>
            <a:ext cx="2819574" cy="1723549"/>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
                <a:ea typeface="+mn-ea"/>
                <a:cs typeface="+mn-cs"/>
              </a:rPr>
              <a:t>Enter your detailed prompt in the text box. If you would like Copilot to source information from any reference files, you can upload them in your prompt by selecting the “Add content” button.</a:t>
            </a:r>
          </a:p>
        </p:txBody>
      </p:sp>
      <p:pic>
        <p:nvPicPr>
          <p:cNvPr id="19" name="Picture 2" descr="Screenshot showing the prompt text box from Copilot Chat.">
            <a:extLst>
              <a:ext uri="{FF2B5EF4-FFF2-40B4-BE49-F238E27FC236}">
                <a16:creationId xmlns:a16="http://schemas.microsoft.com/office/drawing/2014/main" id="{9B3F9F3D-0901-2188-046B-67F884FDC385}"/>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588263" y="5247642"/>
            <a:ext cx="3167037" cy="327746"/>
          </a:xfrm>
          <a:prstGeom prst="roundRect">
            <a:avLst/>
          </a:prstGeom>
          <a:ln>
            <a:noFill/>
          </a:ln>
          <a:effectLst>
            <a:outerShdw blurRad="190500" algn="tl" rotWithShape="0">
              <a:srgbClr val="000000">
                <a:alpha val="30000"/>
              </a:srgbClr>
            </a:outerShdw>
          </a:effectLst>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1FC3DE9F-0AFA-F189-8589-9917DD3B7461}"/>
              </a:ext>
              <a:ext uri="{C183D7F6-B498-43B3-948B-1728B52AA6E4}">
                <adec:decorative xmlns:adec="http://schemas.microsoft.com/office/drawing/2017/decorative" val="1"/>
              </a:ext>
            </a:extLst>
          </p:cNvPr>
          <p:cNvSpPr/>
          <p:nvPr/>
        </p:nvSpPr>
        <p:spPr bwMode="auto">
          <a:xfrm>
            <a:off x="4326828" y="1639890"/>
            <a:ext cx="3530396" cy="4391576"/>
          </a:xfrm>
          <a:prstGeom prst="roundRect">
            <a:avLst>
              <a:gd name="adj" fmla="val 4127"/>
            </a:avLst>
          </a:prstGeom>
          <a:solidFill>
            <a:srgbClr val="FFFFFF">
              <a:alpha val="74118"/>
            </a:srgbClr>
          </a:solidFill>
          <a:ln>
            <a:solidFill>
              <a:schemeClr val="accent6">
                <a:lumMod val="50000"/>
              </a:schemeClr>
            </a:solidFill>
          </a:ln>
          <a:effectLst>
            <a:outerShdw blurRad="343645" dist="295501" dir="2700000" algn="tl" rotWithShape="0">
              <a:srgbClr val="8C8279">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5" name="TextBox 14">
            <a:extLst>
              <a:ext uri="{FF2B5EF4-FFF2-40B4-BE49-F238E27FC236}">
                <a16:creationId xmlns:a16="http://schemas.microsoft.com/office/drawing/2014/main" id="{C6D3FBCF-3057-DE8C-C616-029B4E8A0366}"/>
              </a:ext>
            </a:extLst>
          </p:cNvPr>
          <p:cNvSpPr txBox="1"/>
          <p:nvPr/>
        </p:nvSpPr>
        <p:spPr>
          <a:xfrm>
            <a:off x="5411961" y="2081074"/>
            <a:ext cx="1605648" cy="584775"/>
          </a:xfrm>
          <a:prstGeom prst="rect">
            <a:avLst/>
          </a:prstGeom>
          <a:noFill/>
        </p:spPr>
        <p:txBody>
          <a:bodyPr wrap="square" lIns="91440" tIns="45720" rIns="91440" bIns="45720" anchor="t">
            <a:spAutoFit/>
          </a:bodyPr>
          <a:lstStyle/>
          <a:p>
            <a:pPr marL="201168" marR="0" lvl="0" indent="-228600" algn="l" defTabSz="914400" rtl="0" eaLnBrk="1" fontAlgn="base" latinLnBrk="0" hangingPunct="1">
              <a:lnSpc>
                <a:spcPct val="100000"/>
              </a:lnSpc>
              <a:spcBef>
                <a:spcPct val="0"/>
              </a:spcBef>
              <a:spcAft>
                <a:spcPct val="0"/>
              </a:spcAft>
              <a:buClrTx/>
              <a:buSzTx/>
              <a:buFontTx/>
              <a:buNone/>
              <a:tabLst/>
              <a:defRPr/>
            </a:pPr>
            <a:r>
              <a:rPr kumimoji="0" lang="en-CA" sz="1600" b="1" i="0" u="none" strike="noStrike" kern="1200" cap="none" spc="0" normalizeH="0" baseline="0" noProof="0" dirty="0">
                <a:ln w="3175">
                  <a:noFill/>
                </a:ln>
                <a:solidFill>
                  <a:prstClr val="black"/>
                </a:solidFill>
                <a:effectLst/>
                <a:uLnTx/>
                <a:uFillTx/>
                <a:latin typeface="Segoe UI semibold(Body)"/>
                <a:ea typeface="+mn-ea"/>
                <a:cs typeface="Segoe UI"/>
              </a:rPr>
              <a:t>2. Check sources</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Segoe UI"/>
            </a:endParaRPr>
          </a:p>
        </p:txBody>
      </p:sp>
      <p:sp>
        <p:nvSpPr>
          <p:cNvPr id="9" name="TextBox 8">
            <a:extLst>
              <a:ext uri="{FF2B5EF4-FFF2-40B4-BE49-F238E27FC236}">
                <a16:creationId xmlns:a16="http://schemas.microsoft.com/office/drawing/2014/main" id="{62A14101-EC94-C484-5249-2C0371E2E2B7}"/>
              </a:ext>
            </a:extLst>
          </p:cNvPr>
          <p:cNvSpPr txBox="1"/>
          <p:nvPr/>
        </p:nvSpPr>
        <p:spPr>
          <a:xfrm>
            <a:off x="4688017" y="2928165"/>
            <a:ext cx="2813709" cy="155427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
                <a:ea typeface="+mn-ea"/>
                <a:cs typeface="Segoe UI"/>
              </a:rPr>
              <a:t>Copilot Chat </a:t>
            </a:r>
            <a:r>
              <a:rPr kumimoji="0" lang="en-US" sz="1600" b="0" i="0" u="none" strike="noStrike" kern="1200" cap="none" spc="0" normalizeH="0" baseline="0" noProof="0" dirty="0">
                <a:ln>
                  <a:noFill/>
                </a:ln>
                <a:solidFill>
                  <a:srgbClr val="000000"/>
                </a:solidFill>
                <a:effectLst/>
                <a:uLnTx/>
                <a:uFillTx/>
                <a:latin typeface="Segoe UI "/>
                <a:ea typeface="+mn-ea"/>
                <a:cs typeface="+mn-cs"/>
              </a:rPr>
              <a:t>is transparent about the sources of its information. See these sources listed underneath the answer.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
                <a:ea typeface="+mn-ea"/>
                <a:cs typeface="+mn-cs"/>
              </a:rPr>
              <a:t>Vet these sources and validate your answers.</a:t>
            </a:r>
          </a:p>
        </p:txBody>
      </p:sp>
      <p:pic>
        <p:nvPicPr>
          <p:cNvPr id="17" name="Picture 16" descr="Screenshot of the source attachments from a Copilot response.">
            <a:extLst>
              <a:ext uri="{FF2B5EF4-FFF2-40B4-BE49-F238E27FC236}">
                <a16:creationId xmlns:a16="http://schemas.microsoft.com/office/drawing/2014/main" id="{44E582F3-7D79-B162-7A72-77D878076C1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444999" y="5247642"/>
            <a:ext cx="3302002" cy="361954"/>
          </a:xfrm>
          <a:prstGeom prst="roundRect">
            <a:avLst/>
          </a:prstGeom>
          <a:ln>
            <a:noFill/>
          </a:ln>
          <a:effectLst>
            <a:outerShdw blurRad="190500" algn="tl" rotWithShape="0">
              <a:srgbClr val="000000">
                <a:alpha val="30000"/>
              </a:srgbClr>
            </a:outerShdw>
          </a:effectLst>
        </p:spPr>
      </p:pic>
      <p:sp>
        <p:nvSpPr>
          <p:cNvPr id="10" name="Rectangle: Rounded Corners 9">
            <a:extLst>
              <a:ext uri="{FF2B5EF4-FFF2-40B4-BE49-F238E27FC236}">
                <a16:creationId xmlns:a16="http://schemas.microsoft.com/office/drawing/2014/main" id="{14E461D7-8FB5-14FB-DE10-F3F703E38404}"/>
              </a:ext>
              <a:ext uri="{C183D7F6-B498-43B3-948B-1728B52AA6E4}">
                <adec:decorative xmlns:adec="http://schemas.microsoft.com/office/drawing/2017/decorative" val="1"/>
              </a:ext>
            </a:extLst>
          </p:cNvPr>
          <p:cNvSpPr/>
          <p:nvPr/>
        </p:nvSpPr>
        <p:spPr bwMode="auto">
          <a:xfrm>
            <a:off x="8208902" y="1639889"/>
            <a:ext cx="3530396" cy="4391576"/>
          </a:xfrm>
          <a:prstGeom prst="roundRect">
            <a:avLst>
              <a:gd name="adj" fmla="val 4127"/>
            </a:avLst>
          </a:prstGeom>
          <a:solidFill>
            <a:srgbClr val="FFFFFF">
              <a:alpha val="74118"/>
            </a:srgbClr>
          </a:solidFill>
          <a:ln>
            <a:solidFill>
              <a:schemeClr val="accent6">
                <a:lumMod val="50000"/>
              </a:schemeClr>
            </a:solidFill>
          </a:ln>
          <a:effectLst>
            <a:outerShdw blurRad="343645" dist="295501" dir="2700000" algn="tl" rotWithShape="0">
              <a:srgbClr val="8C8279">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2" name="TextBox 11">
            <a:extLst>
              <a:ext uri="{FF2B5EF4-FFF2-40B4-BE49-F238E27FC236}">
                <a16:creationId xmlns:a16="http://schemas.microsoft.com/office/drawing/2014/main" id="{3EC72219-051C-C18D-ADB6-27759313AC16}"/>
              </a:ext>
            </a:extLst>
          </p:cNvPr>
          <p:cNvSpPr txBox="1"/>
          <p:nvPr/>
        </p:nvSpPr>
        <p:spPr>
          <a:xfrm>
            <a:off x="9371692" y="2081074"/>
            <a:ext cx="1765603" cy="584775"/>
          </a:xfrm>
          <a:prstGeom prst="rect">
            <a:avLst/>
          </a:prstGeom>
          <a:noFill/>
        </p:spPr>
        <p:txBody>
          <a:bodyPr wrap="square" lIns="91440" tIns="45720" rIns="91440" bIns="45720" anchor="t">
            <a:spAutoFit/>
          </a:bodyPr>
          <a:lstStyle/>
          <a:p>
            <a:pPr marL="228600" marR="0" lvl="0" indent="-228600" algn="l" defTabSz="914400" rtl="0" eaLnBrk="1" fontAlgn="base" latinLnBrk="0" hangingPunct="1">
              <a:lnSpc>
                <a:spcPct val="100000"/>
              </a:lnSpc>
              <a:spcBef>
                <a:spcPct val="0"/>
              </a:spcBef>
              <a:spcAft>
                <a:spcPct val="0"/>
              </a:spcAft>
              <a:buClrTx/>
              <a:buSzTx/>
              <a:buFontTx/>
              <a:buNone/>
              <a:tabLst/>
              <a:defRPr/>
            </a:pPr>
            <a:r>
              <a:rPr kumimoji="0" lang="en-CA" sz="1600" b="1" i="0" u="none" strike="noStrike" kern="1200" cap="none" spc="0" normalizeH="0" baseline="0" noProof="0" dirty="0">
                <a:ln w="3175">
                  <a:noFill/>
                </a:ln>
                <a:solidFill>
                  <a:prstClr val="black"/>
                </a:solidFill>
                <a:effectLst/>
                <a:uLnTx/>
                <a:uFillTx/>
                <a:latin typeface="Segoe UI semibold(Body)"/>
                <a:ea typeface="+mn-ea"/>
                <a:cs typeface="Segoe UI"/>
              </a:rPr>
              <a:t>3. Continue the conversation</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Segoe UI"/>
            </a:endParaRPr>
          </a:p>
        </p:txBody>
      </p:sp>
      <p:sp>
        <p:nvSpPr>
          <p:cNvPr id="11" name="TextBox 10">
            <a:extLst>
              <a:ext uri="{FF2B5EF4-FFF2-40B4-BE49-F238E27FC236}">
                <a16:creationId xmlns:a16="http://schemas.microsoft.com/office/drawing/2014/main" id="{F869742A-B12F-760E-12A9-DCA9CAFD1295}"/>
              </a:ext>
            </a:extLst>
          </p:cNvPr>
          <p:cNvSpPr txBox="1"/>
          <p:nvPr/>
        </p:nvSpPr>
        <p:spPr>
          <a:xfrm>
            <a:off x="8647748" y="2928165"/>
            <a:ext cx="2641743" cy="2046714"/>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
                <a:ea typeface="+mn-ea"/>
                <a:cs typeface="+mn-cs"/>
              </a:rPr>
              <a:t>You can ask follow-up questions as you would in a conversation. You can refine the answer too. </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
                <a:ea typeface="+mn-ea"/>
                <a:cs typeface="+mn-cs"/>
              </a:rPr>
              <a:t>For example, try “Write a shorter answer" or "Give me more detail." You can also select suggested prompts.</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3" name="Graphic 12">
            <a:extLst>
              <a:ext uri="{FF2B5EF4-FFF2-40B4-BE49-F238E27FC236}">
                <a16:creationId xmlns:a16="http://schemas.microsoft.com/office/drawing/2014/main" id="{D7B53848-806C-5224-F451-6B9CC942C10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017" y="2168839"/>
            <a:ext cx="489993" cy="377536"/>
          </a:xfrm>
          <a:prstGeom prst="rect">
            <a:avLst/>
          </a:prstGeom>
        </p:spPr>
      </p:pic>
      <p:pic>
        <p:nvPicPr>
          <p:cNvPr id="14" name="Graphic 13">
            <a:extLst>
              <a:ext uri="{FF2B5EF4-FFF2-40B4-BE49-F238E27FC236}">
                <a16:creationId xmlns:a16="http://schemas.microsoft.com/office/drawing/2014/main" id="{BAB11729-070E-4688-A0F5-E92A3EFA0EE9}"/>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2870" y="2168839"/>
            <a:ext cx="489993" cy="388176"/>
          </a:xfrm>
          <a:prstGeom prst="rect">
            <a:avLst/>
          </a:prstGeom>
        </p:spPr>
      </p:pic>
      <p:pic>
        <p:nvPicPr>
          <p:cNvPr id="16" name="Graphic 15">
            <a:extLst>
              <a:ext uri="{FF2B5EF4-FFF2-40B4-BE49-F238E27FC236}">
                <a16:creationId xmlns:a16="http://schemas.microsoft.com/office/drawing/2014/main" id="{63835986-FE2F-AD3D-DB07-E9F3E524BEBA}"/>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60519" y="2168839"/>
            <a:ext cx="581025" cy="409575"/>
          </a:xfrm>
          <a:prstGeom prst="rect">
            <a:avLst/>
          </a:prstGeom>
        </p:spPr>
      </p:pic>
      <p:sp>
        <p:nvSpPr>
          <p:cNvPr id="2" name="Footer Placeholder 1">
            <a:extLst>
              <a:ext uri="{FF2B5EF4-FFF2-40B4-BE49-F238E27FC236}">
                <a16:creationId xmlns:a16="http://schemas.microsoft.com/office/drawing/2014/main" id="{A5515551-9D38-2CB0-655F-F2791FE0F026}"/>
              </a:ext>
            </a:extLst>
          </p:cNvPr>
          <p:cNvSpPr>
            <a:spLocks noGrp="1"/>
          </p:cNvSpPr>
          <p:nvPr>
            <p:ph type="ftr" sz="quarter" idx="3"/>
          </p:nvPr>
        </p:nvSpPr>
        <p:spPr>
          <a:xfrm>
            <a:off x="579438" y="6421083"/>
            <a:ext cx="4151312" cy="197976"/>
          </a:xfrm>
        </p:spPr>
        <p:txBody>
          <a:bodyPr vert="horz" lIns="0" tIns="0" rIns="0" bIns="0" rtlCol="0" anchor="ctr">
            <a:norm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
        <p:nvSpPr>
          <p:cNvPr id="20" name="TextBox 19"/>
          <p:cNvSpPr txBox="1"/>
          <p:nvPr/>
        </p:nvSpPr>
        <p:spPr>
          <a:xfrm>
            <a:off x="457200" y="5943600"/>
            <a:ext cx="8229600" cy="411480"/>
          </a:xfrm>
          <a:prstGeom prst="rect">
            <a:avLst/>
          </a:prstGeom>
          <a:solidFill>
            <a:srgbClr val="FFF3E6"/>
          </a:solidFill>
        </p:spPr>
        <p:txBody>
          <a:bodyPr wrap="square">
            <a:spAutoFit/>
          </a:bodyPr>
          <a:lstStyle/>
          <a:p>
            <a:pPr algn="l"/>
            <a:r>
              <a:rPr sz="1100" b="1">
                <a:solidFill>
                  <a:srgbClr val="B43C00"/>
                </a:solidFill>
              </a:rPr>
              <a:t>GCC High: Web grounding is NOT enabled by default. Admin must enable "Allow web search in Copilot" policy.</a:t>
            </a:r>
          </a:p>
        </p:txBody>
      </p:sp>
    </p:spTree>
    <p:extLst>
      <p:ext uri="{BB962C8B-B14F-4D97-AF65-F5344CB8AC3E}">
        <p14:creationId xmlns:p14="http://schemas.microsoft.com/office/powerpoint/2010/main" val="117786317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86600-8C88-CE78-DAC4-BFEC6C335B07}"/>
            </a:ext>
          </a:extLst>
        </p:cNvPr>
        <p:cNvGrpSpPr/>
        <p:nvPr/>
      </p:nvGrpSpPr>
      <p:grpSpPr>
        <a:xfrm>
          <a:off x="0" y="0"/>
          <a:ext cx="0" cy="0"/>
          <a:chOff x="0" y="0"/>
          <a:chExt cx="0" cy="0"/>
        </a:xfrm>
      </p:grpSpPr>
      <p:sp>
        <p:nvSpPr>
          <p:cNvPr id="31" name="Title 30">
            <a:extLst>
              <a:ext uri="{FF2B5EF4-FFF2-40B4-BE49-F238E27FC236}">
                <a16:creationId xmlns:a16="http://schemas.microsoft.com/office/drawing/2014/main" id="{838B6C6D-1723-7FD4-284E-C5C42D6A7333}"/>
              </a:ext>
            </a:extLst>
          </p:cNvPr>
          <p:cNvSpPr txBox="1">
            <a:spLocks noGrp="1"/>
          </p:cNvSpPr>
          <p:nvPr>
            <p:ph type="title" idx="4294967295"/>
          </p:nvPr>
        </p:nvSpPr>
        <p:spPr>
          <a:xfrm>
            <a:off x="579438" y="481121"/>
            <a:ext cx="7970778"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mj-lt"/>
                <a:ea typeface="+mn-ea"/>
                <a:cs typeface="+mn-cs"/>
              </a:rPr>
              <a:t>Data security in Copilot Chat</a:t>
            </a:r>
          </a:p>
        </p:txBody>
      </p:sp>
      <p:sp>
        <p:nvSpPr>
          <p:cNvPr id="5" name="TextBox 4">
            <a:extLst>
              <a:ext uri="{FF2B5EF4-FFF2-40B4-BE49-F238E27FC236}">
                <a16:creationId xmlns:a16="http://schemas.microsoft.com/office/drawing/2014/main" id="{EE6CDF82-832C-4730-5D15-7A95158C6698}"/>
              </a:ext>
            </a:extLst>
          </p:cNvPr>
          <p:cNvSpPr txBox="1"/>
          <p:nvPr/>
        </p:nvSpPr>
        <p:spPr>
          <a:xfrm>
            <a:off x="579438" y="1443545"/>
            <a:ext cx="11124882" cy="1874552"/>
          </a:xfrm>
          <a:prstGeom prst="rect">
            <a:avLst/>
          </a:prstGeom>
          <a:noFill/>
        </p:spPr>
        <p:txBody>
          <a:bodyPr wrap="square">
            <a:spAutoFit/>
          </a:bodyPr>
          <a:lstStyle/>
          <a:p>
            <a:pPr marL="0" marR="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While using AI, </a:t>
            </a:r>
            <a:r>
              <a:rPr lang="en-US" sz="1800" b="1" kern="100" dirty="0">
                <a:effectLst/>
                <a:ea typeface="Aptos" panose="020B0004020202020204" pitchFamily="34" charset="0"/>
                <a:cs typeface="Times New Roman" panose="02020603050405020304" pitchFamily="18" charset="0"/>
              </a:rPr>
              <a:t>keeping enterprise data safe is essential</a:t>
            </a:r>
            <a:r>
              <a:rPr lang="en-US" sz="1800" kern="100" dirty="0">
                <a:effectLst/>
                <a:ea typeface="Aptos" panose="020B0004020202020204" pitchFamily="34" charset="0"/>
                <a:cs typeface="Times New Roman" panose="02020603050405020304" pitchFamily="18" charset="0"/>
              </a:rPr>
              <a:t>. Microsoft ensures this through </a:t>
            </a:r>
            <a:r>
              <a:rPr lang="en-US" sz="1800" b="1" kern="100" dirty="0">
                <a:effectLst/>
                <a:ea typeface="Aptos" panose="020B0004020202020204" pitchFamily="34" charset="0"/>
                <a:cs typeface="Times New Roman" panose="02020603050405020304" pitchFamily="18" charset="0"/>
              </a:rPr>
              <a:t>Enterprise Data Protection (EDP)</a:t>
            </a:r>
            <a:r>
              <a:rPr lang="en-US" sz="1800" kern="100" dirty="0">
                <a:effectLst/>
                <a:ea typeface="Aptos" panose="020B0004020202020204" pitchFamily="34" charset="0"/>
                <a:cs typeface="Times New Roman" panose="02020603050405020304" pitchFamily="18" charset="0"/>
              </a:rPr>
              <a:t>, a set of security and privacy controls designed to safeguard your data.</a:t>
            </a:r>
            <a:br>
              <a:rPr lang="en-US" sz="1800" kern="100" dirty="0">
                <a:effectLst/>
                <a:ea typeface="Aptos" panose="020B0004020202020204" pitchFamily="34" charset="0"/>
                <a:cs typeface="Times New Roman" panose="02020603050405020304" pitchFamily="18" charset="0"/>
              </a:rPr>
            </a:br>
            <a:endParaRPr lang="en-US" sz="1800" kern="100" dirty="0">
              <a:effectLst/>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How Microsoft 365 Copilot Chat Keeps Your Data Safe</a:t>
            </a:r>
            <a:endParaRPr lang="en-US" sz="1800" kern="100" dirty="0">
              <a:effectLst/>
              <a:ea typeface="Aptos" panose="020B0004020202020204" pitchFamily="34" charset="0"/>
              <a:cs typeface="Times New Roman" panose="02020603050405020304" pitchFamily="18" charset="0"/>
            </a:endParaRP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7" name="Diagram 6" descr="Image details 4 key points of how Microsoft ensures data security in Copilot Chat, including encryption and data isolation, privacy by design, access controls, and regional compliance.">
            <a:extLst>
              <a:ext uri="{FF2B5EF4-FFF2-40B4-BE49-F238E27FC236}">
                <a16:creationId xmlns:a16="http://schemas.microsoft.com/office/drawing/2014/main" id="{06E27179-22DD-2323-FB19-82148A2F1F5D}"/>
              </a:ext>
            </a:extLst>
          </p:cNvPr>
          <p:cNvGraphicFramePr/>
          <p:nvPr>
            <p:extLst>
              <p:ext uri="{D42A27DB-BD31-4B8C-83A1-F6EECF244321}">
                <p14:modId xmlns:p14="http://schemas.microsoft.com/office/powerpoint/2010/main" val="694410544"/>
              </p:ext>
            </p:extLst>
          </p:nvPr>
        </p:nvGraphicFramePr>
        <p:xfrm>
          <a:off x="1138057" y="2863611"/>
          <a:ext cx="10174060" cy="34482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7F8403F-7677-2B29-8358-72C5ADC6DC47}"/>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88710586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0281383-2ED2-229D-3107-2279562FD1CB}"/>
              </a:ext>
              <a:ext uri="{C183D7F6-B498-43B3-948B-1728B52AA6E4}">
                <adec:decorative xmlns:adec="http://schemas.microsoft.com/office/drawing/2017/decorative" val="1"/>
              </a:ext>
            </a:extLst>
          </p:cNvPr>
          <p:cNvSpPr/>
          <p:nvPr/>
        </p:nvSpPr>
        <p:spPr bwMode="auto">
          <a:xfrm>
            <a:off x="4356101" y="2701636"/>
            <a:ext cx="7511471" cy="3571148"/>
          </a:xfrm>
          <a:prstGeom prst="rect">
            <a:avLst/>
          </a:pr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6">
            <a:extLst>
              <a:ext uri="{FF2B5EF4-FFF2-40B4-BE49-F238E27FC236}">
                <a16:creationId xmlns:a16="http://schemas.microsoft.com/office/drawing/2014/main" id="{77B9ED2A-5D7D-61BB-8C6F-EEAB791D3D6B}"/>
              </a:ext>
            </a:extLst>
          </p:cNvPr>
          <p:cNvSpPr txBox="1">
            <a:spLocks noGrp="1"/>
          </p:cNvSpPr>
          <p:nvPr>
            <p:ph type="title" idx="4294967295"/>
          </p:nvPr>
        </p:nvSpPr>
        <p:spPr>
          <a:xfrm>
            <a:off x="541607" y="585216"/>
            <a:ext cx="11044938"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Knowledge check </a:t>
            </a:r>
          </a:p>
        </p:txBody>
      </p:sp>
      <p:sp>
        <p:nvSpPr>
          <p:cNvPr id="6" name="Text Placeholder 1">
            <a:extLst>
              <a:ext uri="{FF2B5EF4-FFF2-40B4-BE49-F238E27FC236}">
                <a16:creationId xmlns:a16="http://schemas.microsoft.com/office/drawing/2014/main" id="{90DBCC4B-7451-7E5D-3F04-79B0EEE94BA1}"/>
              </a:ext>
            </a:extLst>
          </p:cNvPr>
          <p:cNvSpPr>
            <a:spLocks noGrp="1"/>
          </p:cNvSpPr>
          <p:nvPr>
            <p:ph type="body" sz="quarter" idx="17"/>
          </p:nvPr>
        </p:nvSpPr>
        <p:spPr>
          <a:xfrm>
            <a:off x="4572001" y="2004344"/>
            <a:ext cx="7171508" cy="5293757"/>
          </a:xfrm>
        </p:spPr>
        <p:txBody>
          <a:bodyPr wrap="square">
            <a:spAutoFit/>
          </a:bodyPr>
          <a:lstStyle/>
          <a:p>
            <a:r>
              <a:rPr lang="en-US" sz="2400" b="1" dirty="0">
                <a:latin typeface="+mn-lt"/>
              </a:rPr>
              <a:t>Test your knowledge with this real time quiz. </a:t>
            </a:r>
          </a:p>
          <a:p>
            <a:endParaRPr lang="en-US" sz="2400" dirty="0">
              <a:latin typeface="+mn-lt"/>
            </a:endParaRPr>
          </a:p>
          <a:p>
            <a:r>
              <a:rPr lang="en-US" sz="2400" b="1" dirty="0">
                <a:latin typeface="+mn-lt"/>
              </a:rPr>
              <a:t>Prompt Microsoft Copilot Chat: </a:t>
            </a:r>
          </a:p>
          <a:p>
            <a:endParaRPr lang="en-US" sz="2400" b="1" dirty="0">
              <a:latin typeface="+mn-lt"/>
            </a:endParaRPr>
          </a:p>
          <a:p>
            <a:r>
              <a:rPr lang="en-US" altLang="en-US" sz="2200" dirty="0">
                <a:latin typeface="Arial" panose="020B0604020202020204" pitchFamily="34" charset="0"/>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p>
          <a:p>
            <a:endParaRPr lang="en-US" sz="2400" b="1" dirty="0">
              <a:latin typeface="+mn-lt"/>
            </a:endParaRPr>
          </a:p>
          <a:p>
            <a:endParaRPr lang="en-US" sz="2400" dirty="0">
              <a:latin typeface="+mn-lt"/>
            </a:endParaRPr>
          </a:p>
          <a:p>
            <a:endParaRPr lang="en-US" sz="2400" dirty="0">
              <a:latin typeface="+mn-lt"/>
            </a:endParaRPr>
          </a:p>
        </p:txBody>
      </p:sp>
      <p:pic>
        <p:nvPicPr>
          <p:cNvPr id="8" name="Picture 7">
            <a:extLst>
              <a:ext uri="{FF2B5EF4-FFF2-40B4-BE49-F238E27FC236}">
                <a16:creationId xmlns:a16="http://schemas.microsoft.com/office/drawing/2014/main" id="{90BF81FE-761B-7EFF-10FC-17E7C0F06B33}"/>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324428" y="3014989"/>
            <a:ext cx="3726421" cy="3257795"/>
          </a:xfrm>
          <a:prstGeom prst="rect">
            <a:avLst/>
          </a:prstGeom>
          <a:ln w="38100">
            <a:solidFill>
              <a:srgbClr val="C73ECC"/>
            </a:solidFill>
          </a:ln>
        </p:spPr>
      </p:pic>
    </p:spTree>
    <p:extLst>
      <p:ext uri="{BB962C8B-B14F-4D97-AF65-F5344CB8AC3E}">
        <p14:creationId xmlns:p14="http://schemas.microsoft.com/office/powerpoint/2010/main" val="4014385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07B-9C8D-E0E4-10D6-02E35D8389DB}"/>
              </a:ext>
            </a:extLst>
          </p:cNvPr>
          <p:cNvSpPr>
            <a:spLocks noGrp="1"/>
          </p:cNvSpPr>
          <p:nvPr>
            <p:ph type="title"/>
          </p:nvPr>
        </p:nvSpPr>
        <p:spPr>
          <a:xfrm>
            <a:off x="588262" y="585216"/>
            <a:ext cx="8193024" cy="553998"/>
          </a:xfrm>
        </p:spPr>
        <p:txBody>
          <a:bodyPr/>
          <a:lstStyle/>
          <a:p>
            <a:r>
              <a:rPr lang="en-US" sz="3600" dirty="0"/>
              <a:t>Summary</a:t>
            </a:r>
          </a:p>
        </p:txBody>
      </p:sp>
      <p:sp>
        <p:nvSpPr>
          <p:cNvPr id="9" name="Text Placeholder 8">
            <a:extLst>
              <a:ext uri="{FF2B5EF4-FFF2-40B4-BE49-F238E27FC236}">
                <a16:creationId xmlns:a16="http://schemas.microsoft.com/office/drawing/2014/main" id="{595DC954-8769-AA6E-6606-06F83605F0D3}"/>
              </a:ext>
            </a:extLst>
          </p:cNvPr>
          <p:cNvSpPr>
            <a:spLocks noGrp="1"/>
          </p:cNvSpPr>
          <p:nvPr>
            <p:ph type="body" sz="quarter" idx="34"/>
          </p:nvPr>
        </p:nvSpPr>
        <p:spPr>
          <a:xfrm>
            <a:off x="588263" y="2542117"/>
            <a:ext cx="2027938" cy="984885"/>
          </a:xfrm>
        </p:spPr>
        <p:txBody>
          <a:bodyPr/>
          <a:lstStyle/>
          <a:p>
            <a:r>
              <a:rPr lang="en-US" dirty="0"/>
              <a:t>Now you’re ready to get started with Microsoft 365 Copilot  Chat.</a:t>
            </a:r>
          </a:p>
        </p:txBody>
      </p:sp>
      <p:sp>
        <p:nvSpPr>
          <p:cNvPr id="23" name="Text Placeholder 22">
            <a:extLst>
              <a:ext uri="{FF2B5EF4-FFF2-40B4-BE49-F238E27FC236}">
                <a16:creationId xmlns:a16="http://schemas.microsoft.com/office/drawing/2014/main" id="{6F458A66-2A9D-058E-F05C-B19C193ECDA0}"/>
              </a:ext>
            </a:extLst>
          </p:cNvPr>
          <p:cNvSpPr>
            <a:spLocks noGrp="1"/>
          </p:cNvSpPr>
          <p:nvPr>
            <p:ph type="body" sz="quarter" idx="17"/>
          </p:nvPr>
        </p:nvSpPr>
        <p:spPr>
          <a:xfrm>
            <a:off x="4356039" y="1926472"/>
            <a:ext cx="5364224" cy="553998"/>
          </a:xfrm>
        </p:spPr>
        <p:txBody>
          <a:bodyPr/>
          <a:lstStyle/>
          <a:p>
            <a:r>
              <a:rPr lang="en-US" sz="2000" b="1" dirty="0"/>
              <a:t>What you learned</a:t>
            </a:r>
          </a:p>
          <a:p>
            <a:endParaRPr lang="en-US" dirty="0"/>
          </a:p>
        </p:txBody>
      </p:sp>
      <p:sp>
        <p:nvSpPr>
          <p:cNvPr id="24" name="Text Placeholder 23">
            <a:extLst>
              <a:ext uri="{FF2B5EF4-FFF2-40B4-BE49-F238E27FC236}">
                <a16:creationId xmlns:a16="http://schemas.microsoft.com/office/drawing/2014/main" id="{1B1FB08B-059B-561C-356D-D32E78EECA48}"/>
              </a:ext>
            </a:extLst>
          </p:cNvPr>
          <p:cNvSpPr>
            <a:spLocks noGrp="1"/>
          </p:cNvSpPr>
          <p:nvPr>
            <p:ph type="body" sz="quarter" idx="35"/>
          </p:nvPr>
        </p:nvSpPr>
        <p:spPr>
          <a:xfrm>
            <a:off x="4356039" y="2487611"/>
            <a:ext cx="7434908" cy="3623556"/>
          </a:xfrm>
        </p:spPr>
        <p:txBody>
          <a:bodyPr/>
          <a:lstStyle/>
          <a:p>
            <a:pPr marL="0" indent="0" algn="l" rtl="0" fontAlgn="base">
              <a:lnSpc>
                <a:spcPts val="1564"/>
              </a:lnSpc>
              <a:buNone/>
            </a:pPr>
            <a:r>
              <a:rPr lang="en-US" sz="1800" b="0" i="0" dirty="0">
                <a:effectLst/>
              </a:rPr>
              <a:t>Now that you’ve completed this module, you’re able to:</a:t>
            </a:r>
          </a:p>
          <a:p>
            <a:pPr algn="l" rtl="0" fontAlgn="base">
              <a:lnSpc>
                <a:spcPts val="1564"/>
              </a:lnSpc>
              <a:buFont typeface="Arial" panose="020B0604020202020204" pitchFamily="34" charset="0"/>
              <a:buChar char="•"/>
            </a:pPr>
            <a:endParaRPr lang="en-US" sz="1800" b="0" i="0" dirty="0">
              <a:effectLst/>
            </a:endParaRPr>
          </a:p>
          <a:p>
            <a:pPr fontAlgn="base"/>
            <a:r>
              <a:rPr lang="en-US" sz="1800" b="0" i="0" dirty="0">
                <a:effectLst/>
              </a:rPr>
              <a:t>Describe the purpose and key features of Microsoft 365 Copilot Chat. </a:t>
            </a:r>
          </a:p>
          <a:p>
            <a:pPr fontAlgn="base"/>
            <a:r>
              <a:rPr lang="en-US" sz="1800" b="0" i="0" dirty="0">
                <a:effectLst/>
              </a:rPr>
              <a:t>Identify where and how to access Copilot Chat across Microsoft 365 applications. </a:t>
            </a:r>
          </a:p>
          <a:p>
            <a:pPr fontAlgn="base"/>
            <a:r>
              <a:rPr lang="en-US" sz="1800" b="0" i="0" dirty="0">
                <a:effectLst/>
              </a:rPr>
              <a:t>Describe how web grounding delivers real-time, web-based answers and how it differs from work grounding.</a:t>
            </a:r>
          </a:p>
          <a:p>
            <a:pPr fontAlgn="base"/>
            <a:r>
              <a:rPr lang="en-US" sz="1800" b="0" i="0" dirty="0">
                <a:effectLst/>
              </a:rPr>
              <a:t>Navigate the Copilot Chat interface and how to start chatting. </a:t>
            </a:r>
          </a:p>
          <a:p>
            <a:pPr fontAlgn="base"/>
            <a:r>
              <a:rPr lang="en-US" sz="1800" dirty="0">
                <a:cs typeface="Segoe Sans Display"/>
              </a:rPr>
              <a:t>Describe how Enterprise Data Protection keeps your data secure while using Copilot Chat.</a:t>
            </a:r>
          </a:p>
          <a:p>
            <a:pPr marL="0" indent="0" fontAlgn="base">
              <a:buNone/>
            </a:pPr>
            <a:endParaRPr lang="en-US" sz="1800" b="0" i="0" dirty="0">
              <a:effectLst/>
              <a:latin typeface="Aptos" panose="020B0004020202020204" pitchFamily="34" charset="0"/>
            </a:endParaRPr>
          </a:p>
          <a:p>
            <a:pPr fontAlgn="base"/>
            <a:endParaRPr lang="en-US" sz="1800" b="0" i="0" dirty="0">
              <a:effectLst/>
            </a:endParaRPr>
          </a:p>
        </p:txBody>
      </p:sp>
      <p:sp>
        <p:nvSpPr>
          <p:cNvPr id="3" name="Footer Placeholder 2">
            <a:extLst>
              <a:ext uri="{FF2B5EF4-FFF2-40B4-BE49-F238E27FC236}">
                <a16:creationId xmlns:a16="http://schemas.microsoft.com/office/drawing/2014/main" id="{32D7D3DF-3278-EE86-5972-570B91D9A250}"/>
              </a:ext>
            </a:extLst>
          </p:cNvPr>
          <p:cNvSpPr>
            <a:spLocks noGrp="1"/>
          </p:cNvSpPr>
          <p:nvPr>
            <p:ph type="ftr" sz="quarter" idx="3"/>
          </p:nvPr>
        </p:nvSpPr>
        <p:spPr>
          <a:xfrm>
            <a:off x="4356039" y="6476501"/>
            <a:ext cx="4151312" cy="197976"/>
          </a:xfrm>
        </p:spPr>
        <p:txBody>
          <a:bodyPr/>
          <a:lstStyle/>
          <a:p>
            <a:r>
              <a:rPr lang="en-US" dirty="0"/>
              <a:t>© Copyright Microsoft Corporation. All rights reserved.</a:t>
            </a:r>
          </a:p>
        </p:txBody>
      </p:sp>
      <p:grpSp>
        <p:nvGrpSpPr>
          <p:cNvPr id="4" name="Group 3">
            <a:extLst>
              <a:ext uri="{FF2B5EF4-FFF2-40B4-BE49-F238E27FC236}">
                <a16:creationId xmlns:a16="http://schemas.microsoft.com/office/drawing/2014/main" id="{9F0B6BFE-0BF7-3812-D08E-A636F202CF29}"/>
              </a:ext>
              <a:ext uri="{C183D7F6-B498-43B3-948B-1728B52AA6E4}">
                <adec:decorative xmlns:adec="http://schemas.microsoft.com/office/drawing/2017/decorative" val="1"/>
              </a:ext>
            </a:extLst>
          </p:cNvPr>
          <p:cNvGrpSpPr>
            <a:grpSpLocks noGrp="1" noUngrp="1" noRot="1" noMove="1" noResize="1"/>
          </p:cNvGrpSpPr>
          <p:nvPr/>
        </p:nvGrpSpPr>
        <p:grpSpPr>
          <a:xfrm>
            <a:off x="2563579" y="1585913"/>
            <a:ext cx="1110600" cy="1110600"/>
            <a:chOff x="5540700" y="2116300"/>
            <a:chExt cx="1110600" cy="1110600"/>
          </a:xfrm>
        </p:grpSpPr>
        <p:sp>
          <p:nvSpPr>
            <p:cNvPr id="5" name="Oval 4">
              <a:extLst>
                <a:ext uri="{FF2B5EF4-FFF2-40B4-BE49-F238E27FC236}">
                  <a16:creationId xmlns:a16="http://schemas.microsoft.com/office/drawing/2014/main" id="{0BA68940-4A3E-32E7-C220-268F2C8804E3}"/>
                </a:ext>
              </a:extLst>
            </p:cNvPr>
            <p:cNvSpPr>
              <a:spLocks noGrp="1" noRot="1" noMove="1" noResize="1" noEditPoints="1" noAdjustHandles="1" noChangeArrowheads="1" noChangeShapeType="1"/>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82B55C4C-F0A9-9072-DA3A-B4DE5A601EF5}"/>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26" name="TextBox 25"/>
          <p:cNvSpPr txBox="1"/>
          <p:nvPr/>
        </p:nvSpPr>
        <p:spPr>
          <a:xfrm>
            <a:off x="457200" y="5943600"/>
            <a:ext cx="8229600" cy="548640"/>
          </a:xfrm>
          <a:prstGeom prst="rect">
            <a:avLst/>
          </a:prstGeom>
          <a:solidFill>
            <a:srgbClr val="E6F0FF"/>
          </a:solidFill>
        </p:spPr>
        <p:txBody>
          <a:bodyPr wrap="square">
            <a:spAutoFit/>
          </a:bodyPr>
          <a:lstStyle/>
          <a:p>
            <a:pPr algn="l"/>
            <a:r>
              <a:rPr sz="1400" b="1">
                <a:solidFill>
                  <a:srgbClr val="003399"/>
                </a:solidFill>
              </a:rPr>
              <a:t>▶ HANDS-ON: Exercise 1 — Getting Started with Copilot Chat (30 min)  |  exercises/Exercise-1-Getting-Started.md</a:t>
            </a:r>
          </a:p>
        </p:txBody>
      </p:sp>
    </p:spTree>
    <p:extLst>
      <p:ext uri="{BB962C8B-B14F-4D97-AF65-F5344CB8AC3E}">
        <p14:creationId xmlns:p14="http://schemas.microsoft.com/office/powerpoint/2010/main" val="15656950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E6DF"/>
        </a:solidFill>
        <a:effectLst/>
      </p:bgPr>
    </p:bg>
    <p:spTree>
      <p:nvGrpSpPr>
        <p:cNvPr id="1" name="">
          <a:extLst>
            <a:ext uri="{FF2B5EF4-FFF2-40B4-BE49-F238E27FC236}">
              <a16:creationId xmlns:a16="http://schemas.microsoft.com/office/drawing/2014/main" id="{67D6E530-E6D8-22DB-12B3-DC37B1748F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505299-50FC-36F2-DA6F-5F0C0B5BE3E0}"/>
              </a:ext>
            </a:extLst>
          </p:cNvPr>
          <p:cNvSpPr>
            <a:spLocks noGrp="1"/>
          </p:cNvSpPr>
          <p:nvPr>
            <p:ph type="title"/>
          </p:nvPr>
        </p:nvSpPr>
        <p:spPr>
          <a:xfrm>
            <a:off x="569911" y="2153504"/>
            <a:ext cx="6345239" cy="1846659"/>
          </a:xfrm>
        </p:spPr>
        <p:txBody>
          <a:bodyPr/>
          <a:lstStyle/>
          <a:p>
            <a:r>
              <a:rPr lang="en-US" altLang="zh-CN" dirty="0"/>
              <a:t>Module 2: Write effective prompts to achieve optimal results</a:t>
            </a:r>
            <a:endParaRPr lang="en-US" dirty="0"/>
          </a:p>
        </p:txBody>
      </p:sp>
      <p:sp>
        <p:nvSpPr>
          <p:cNvPr id="11" name="Footer Placeholder 10">
            <a:extLst>
              <a:ext uri="{FF2B5EF4-FFF2-40B4-BE49-F238E27FC236}">
                <a16:creationId xmlns:a16="http://schemas.microsoft.com/office/drawing/2014/main" id="{E9C395FA-A1A3-73D9-862C-E47A43161353}"/>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5401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966C-6753-AD21-4E83-FE907419D436}"/>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ABD750CE-8228-976F-73A1-B3C5A8F5CFB4}"/>
              </a:ext>
              <a:ext uri="{C183D7F6-B498-43B3-948B-1728B52AA6E4}">
                <adec:decorative xmlns:adec="http://schemas.microsoft.com/office/drawing/2017/decorative" val="1"/>
              </a:ext>
            </a:extLst>
          </p:cNvPr>
          <p:cNvSpPr/>
          <p:nvPr/>
        </p:nvSpPr>
        <p:spPr bwMode="auto">
          <a:xfrm>
            <a:off x="725569" y="1608203"/>
            <a:ext cx="10712632" cy="1285879"/>
          </a:xfrm>
          <a:prstGeom prst="round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EE128D61-2DBE-7CC0-CEE5-1827195EAF52}"/>
              </a:ext>
            </a:extLst>
          </p:cNvPr>
          <p:cNvSpPr>
            <a:spLocks noGrp="1"/>
          </p:cNvSpPr>
          <p:nvPr>
            <p:ph type="title"/>
          </p:nvPr>
        </p:nvSpPr>
        <p:spPr>
          <a:xfrm>
            <a:off x="579438" y="436917"/>
            <a:ext cx="10360154" cy="553998"/>
          </a:xfrm>
        </p:spPr>
        <p:txBody>
          <a:bodyPr/>
          <a:lstStyle/>
          <a:p>
            <a:pPr defTabSz="932742">
              <a:spcBef>
                <a:spcPct val="0"/>
              </a:spcBef>
              <a:spcAft>
                <a:spcPts val="600"/>
              </a:spcAft>
            </a:pPr>
            <a:r>
              <a:rPr lang="en-US" sz="3600" dirty="0">
                <a:ln w="3175">
                  <a:noFill/>
                </a:ln>
              </a:rPr>
              <a:t>Introduction</a:t>
            </a:r>
            <a:endParaRPr lang="en-US" sz="3600" b="0" i="0" kern="1200" cap="none" spc="0" baseline="0" dirty="0">
              <a:ln w="3175">
                <a:noFill/>
              </a:ln>
              <a:effectLst/>
            </a:endParaRPr>
          </a:p>
        </p:txBody>
      </p:sp>
      <p:sp>
        <p:nvSpPr>
          <p:cNvPr id="5" name="TextBox 4">
            <a:extLst>
              <a:ext uri="{FF2B5EF4-FFF2-40B4-BE49-F238E27FC236}">
                <a16:creationId xmlns:a16="http://schemas.microsoft.com/office/drawing/2014/main" id="{E5FB5687-63BB-FEFF-0BA8-34103A588E2D}"/>
              </a:ext>
            </a:extLst>
          </p:cNvPr>
          <p:cNvSpPr txBox="1"/>
          <p:nvPr/>
        </p:nvSpPr>
        <p:spPr>
          <a:xfrm>
            <a:off x="949123" y="1705959"/>
            <a:ext cx="10521387" cy="1123769"/>
          </a:xfrm>
          <a:prstGeom prst="rect">
            <a:avLst/>
          </a:prstGeom>
          <a:noFill/>
        </p:spPr>
        <p:txBody>
          <a:bodyPr wrap="square">
            <a:spAutoFit/>
          </a:bodyPr>
          <a:lstStyle/>
          <a:p>
            <a:pPr marL="0" marR="0">
              <a:lnSpc>
                <a:spcPct val="115000"/>
              </a:lnSpc>
              <a:spcAft>
                <a:spcPts val="800"/>
              </a:spcAft>
            </a:pPr>
            <a:r>
              <a:rPr lang="en-US" sz="2000" kern="100" dirty="0">
                <a:effectLst/>
                <a:ea typeface="Aptos" panose="020B0004020202020204" pitchFamily="34" charset="0"/>
                <a:cs typeface="Times New Roman" panose="02020603050405020304" pitchFamily="18" charset="0"/>
              </a:rPr>
              <a:t>This module covers the topic of effectively communicating with Microsoft 365 Copilot Chat. It delves into the art of writing effective prompts by exploring key elements, best practices, and the Prompt Gallery to help you achieve optimal results.</a:t>
            </a:r>
          </a:p>
        </p:txBody>
      </p:sp>
      <p:sp>
        <p:nvSpPr>
          <p:cNvPr id="2" name="Footer Placeholder 1">
            <a:extLst>
              <a:ext uri="{FF2B5EF4-FFF2-40B4-BE49-F238E27FC236}">
                <a16:creationId xmlns:a16="http://schemas.microsoft.com/office/drawing/2014/main" id="{548BA0B8-4CA5-D711-C805-B68799307315}"/>
              </a:ext>
            </a:extLst>
          </p:cNvPr>
          <p:cNvSpPr>
            <a:spLocks noGrp="1"/>
          </p:cNvSpPr>
          <p:nvPr>
            <p:ph type="ftr" sz="quarter" idx="3"/>
          </p:nvPr>
        </p:nvSpPr>
        <p:spPr>
          <a:xfrm>
            <a:off x="579438" y="6421083"/>
            <a:ext cx="4151312" cy="197976"/>
          </a:xfrm>
        </p:spPr>
        <p:txBody>
          <a:bodyPr vert="horz" lIns="0" tIns="0" rIns="0" bIns="0" rtlCol="0" anchor="ctr">
            <a:norm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
        <p:nvSpPr>
          <p:cNvPr id="6" name="TextBox 5">
            <a:extLst>
              <a:ext uri="{FF2B5EF4-FFF2-40B4-BE49-F238E27FC236}">
                <a16:creationId xmlns:a16="http://schemas.microsoft.com/office/drawing/2014/main" id="{9CD55235-E79C-7AA3-B15A-CB420AA4FA09}"/>
              </a:ext>
            </a:extLst>
          </p:cNvPr>
          <p:cNvSpPr txBox="1"/>
          <p:nvPr/>
        </p:nvSpPr>
        <p:spPr>
          <a:xfrm>
            <a:off x="725569" y="3179101"/>
            <a:ext cx="10557782" cy="2579937"/>
          </a:xfrm>
          <a:prstGeom prst="rect">
            <a:avLst/>
          </a:prstGeom>
          <a:noFill/>
        </p:spPr>
        <p:txBody>
          <a:bodyPr wrap="square">
            <a:spAutoFit/>
          </a:bodyPr>
          <a:lstStyle/>
          <a:p>
            <a:pPr>
              <a:lnSpc>
                <a:spcPct val="150000"/>
              </a:lnSpc>
            </a:pPr>
            <a:r>
              <a:rPr lang="en-US" sz="1800" dirty="0"/>
              <a:t>In this module you’ll learn how to:</a:t>
            </a:r>
            <a:br>
              <a:rPr lang="en-US" sz="1800" dirty="0"/>
            </a:br>
            <a:endParaRPr lang="en-US" sz="1800" dirty="0"/>
          </a:p>
          <a:p>
            <a:pPr marL="285750" indent="-285750">
              <a:buFont typeface="Arial" panose="020B0604020202020204" pitchFamily="34" charset="0"/>
              <a:buChar char="•"/>
            </a:pPr>
            <a:r>
              <a:rPr lang="en-US" sz="1800" dirty="0">
                <a:cs typeface="Segoe Sans Display"/>
              </a:rPr>
              <a:t>Identify the four key elements of an effective Copilot prompt: context, goal, source, and expectations. </a:t>
            </a:r>
          </a:p>
          <a:p>
            <a:pPr marL="285750" indent="-285750">
              <a:buFont typeface="Arial" panose="020B0604020202020204" pitchFamily="34" charset="0"/>
              <a:buChar char="•"/>
            </a:pPr>
            <a:r>
              <a:rPr lang="en-US" sz="1800" dirty="0">
                <a:cs typeface="Segoe Sans Display"/>
              </a:rPr>
              <a:t>Apply best practices to write clear, concise, and well-structured prompts. </a:t>
            </a:r>
          </a:p>
          <a:p>
            <a:pPr marL="285750" indent="-285750">
              <a:buFont typeface="Arial" panose="020B0604020202020204" pitchFamily="34" charset="0"/>
              <a:buChar char="•"/>
            </a:pPr>
            <a:r>
              <a:rPr lang="en-US" sz="1800" dirty="0">
                <a:cs typeface="Segoe Sans Display"/>
              </a:rPr>
              <a:t>Recognize common prompting mistakes and how to avoid them. </a:t>
            </a:r>
          </a:p>
          <a:p>
            <a:pPr marL="285750" indent="-285750">
              <a:buFont typeface="Arial" panose="020B0604020202020204" pitchFamily="34" charset="0"/>
              <a:buChar char="•"/>
            </a:pPr>
            <a:r>
              <a:rPr lang="en-US" sz="1800" dirty="0">
                <a:cs typeface="Segoe Sans Display"/>
              </a:rPr>
              <a:t>Utilize the Microsoft Copilot Prompt Gallery to discover, save, edit, and share useful prompts.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112300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17803-2028-D651-2720-CF385C6E5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48500-AD4B-12BD-55F0-05765A456A12}"/>
              </a:ext>
            </a:extLst>
          </p:cNvPr>
          <p:cNvSpPr>
            <a:spLocks noGrp="1"/>
          </p:cNvSpPr>
          <p:nvPr>
            <p:ph type="title"/>
          </p:nvPr>
        </p:nvSpPr>
        <p:spPr>
          <a:xfrm>
            <a:off x="588262" y="585216"/>
            <a:ext cx="8193024" cy="553998"/>
          </a:xfrm>
        </p:spPr>
        <p:txBody>
          <a:bodyPr/>
          <a:lstStyle/>
          <a:p>
            <a:r>
              <a:rPr lang="en-US" sz="3600" spc="-50" dirty="0">
                <a:solidFill>
                  <a:srgbClr val="000000"/>
                </a:solidFill>
                <a:latin typeface="Segoe UI semibold(Body)"/>
                <a:cs typeface="Segoe UI" pitchFamily="34" charset="0"/>
              </a:rPr>
              <a:t>Write an effective prompt (1/2)</a:t>
            </a:r>
            <a:endParaRPr lang="en-US" sz="3600" dirty="0"/>
          </a:p>
        </p:txBody>
      </p:sp>
      <p:sp>
        <p:nvSpPr>
          <p:cNvPr id="3" name="Footer Placeholder 2">
            <a:extLst>
              <a:ext uri="{FF2B5EF4-FFF2-40B4-BE49-F238E27FC236}">
                <a16:creationId xmlns:a16="http://schemas.microsoft.com/office/drawing/2014/main" id="{67388639-EFD5-201B-334F-553168F45AF2}"/>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41" name="TextBox 40">
            <a:extLst>
              <a:ext uri="{FF2B5EF4-FFF2-40B4-BE49-F238E27FC236}">
                <a16:creationId xmlns:a16="http://schemas.microsoft.com/office/drawing/2014/main" id="{8723B1E0-B56C-DB48-7BCB-B1B9FF33536E}"/>
              </a:ext>
            </a:extLst>
          </p:cNvPr>
          <p:cNvSpPr txBox="1"/>
          <p:nvPr/>
        </p:nvSpPr>
        <p:spPr>
          <a:xfrm>
            <a:off x="579438" y="2722790"/>
            <a:ext cx="2457849" cy="2800767"/>
          </a:xfrm>
          <a:prstGeom prst="rect">
            <a:avLst/>
          </a:prstGeom>
          <a:noFill/>
        </p:spPr>
        <p:txBody>
          <a:bodyPr wrap="square">
            <a:spAutoFit/>
          </a:bodyPr>
          <a:lstStyle/>
          <a:p>
            <a:pPr defTabSz="932472">
              <a:spcBef>
                <a:spcPct val="0"/>
              </a:spcBef>
              <a:spcAft>
                <a:spcPct val="0"/>
              </a:spcAft>
              <a:defRPr/>
            </a:pPr>
            <a:r>
              <a:rPr lang="en-CA" sz="2200" dirty="0">
                <a:solidFill>
                  <a:srgbClr val="1E1E1E"/>
                </a:solidFill>
                <a:latin typeface="Segoe Sans Display"/>
                <a:cs typeface="Segoe Sans Display" pitchFamily="2" charset="0"/>
              </a:rPr>
              <a:t>To get the best response, it’s important to focus on some of the </a:t>
            </a:r>
            <a:r>
              <a:rPr lang="en-CA" sz="2200" b="1" spc="-38" dirty="0">
                <a:ln w="3175">
                  <a:noFill/>
                </a:ln>
                <a:gradFill flip="none" rotWithShape="1">
                  <a:gsLst>
                    <a:gs pos="50000">
                      <a:srgbClr val="8661C5"/>
                    </a:gs>
                    <a:gs pos="0">
                      <a:srgbClr val="3E76D4"/>
                    </a:gs>
                    <a:gs pos="100000">
                      <a:srgbClr val="C73ECC"/>
                    </a:gs>
                  </a:gsLst>
                  <a:lin ang="2700000" scaled="1"/>
                  <a:tileRect/>
                </a:gradFill>
                <a:latin typeface="Segoe Sans Display"/>
                <a:cs typeface="Segoe Sans Display" pitchFamily="2" charset="0"/>
              </a:rPr>
              <a:t>key elements </a:t>
            </a:r>
            <a:r>
              <a:rPr lang="en-CA" sz="2200" dirty="0">
                <a:solidFill>
                  <a:srgbClr val="1E1E1E"/>
                </a:solidFill>
                <a:latin typeface="Segoe Sans Display"/>
                <a:cs typeface="Segoe Sans Display" pitchFamily="2" charset="0"/>
              </a:rPr>
              <a:t>when phrasing your Copilot prompts.</a:t>
            </a:r>
          </a:p>
        </p:txBody>
      </p:sp>
      <p:sp>
        <p:nvSpPr>
          <p:cNvPr id="42" name="TextBox 41">
            <a:extLst>
              <a:ext uri="{FF2B5EF4-FFF2-40B4-BE49-F238E27FC236}">
                <a16:creationId xmlns:a16="http://schemas.microsoft.com/office/drawing/2014/main" id="{3B00BEBA-5189-0F3B-C4ED-EA0DE5CDCA81}"/>
              </a:ext>
              <a:ext uri="{C183D7F6-B498-43B3-948B-1728B52AA6E4}">
                <adec:decorative xmlns:adec="http://schemas.microsoft.com/office/drawing/2017/decorative" val="1"/>
              </a:ext>
            </a:extLst>
          </p:cNvPr>
          <p:cNvSpPr txBox="1">
            <a:spLocks/>
          </p:cNvSpPr>
          <p:nvPr/>
        </p:nvSpPr>
        <p:spPr>
          <a:xfrm>
            <a:off x="3288625" y="1848168"/>
            <a:ext cx="8627181" cy="4224828"/>
          </a:xfrm>
          <a:prstGeom prst="roundRect">
            <a:avLst>
              <a:gd name="adj" fmla="val 3190"/>
            </a:avLst>
          </a:prstGeom>
          <a:solidFill>
            <a:schemeClr val="bg1">
              <a:alpha val="46000"/>
            </a:schemeClr>
          </a:solidFill>
          <a:ln w="25400" cap="flat" cmpd="sng" algn="ctr">
            <a:solidFill>
              <a:srgbClr val="7030A0"/>
            </a:solidFill>
            <a:prstDash val="solid"/>
          </a:ln>
          <a:effectLst>
            <a:outerShdw blurRad="63500" algn="ctr" rotWithShape="0">
              <a:srgbClr val="1A1A1A">
                <a:alpha val="15000"/>
              </a:srgbClr>
            </a:outerShdw>
          </a:effectLst>
        </p:spPr>
        <p:txBody>
          <a:bodyPr rot="0" spcFirstLastPara="0" vert="horz" wrap="square" lIns="91440" tIns="91440" rIns="91440" bIns="91440" numCol="1" spcCol="0" rtlCol="0" fromWordArt="0" anchor="t" anchorCtr="0" forceAA="0" compatLnSpc="1">
            <a:prstTxWarp prst="textNoShape">
              <a:avLst/>
            </a:prstTxWarp>
            <a:noAutofit/>
          </a:bodyPr>
          <a:lstStyle>
            <a:defPPr>
              <a:defRPr lang="en-US"/>
            </a:defPPr>
            <a:lvl1pPr fontAlgn="base">
              <a:spcBef>
                <a:spcPts val="0"/>
              </a:spcBef>
              <a:spcAft>
                <a:spcPts val="1200"/>
              </a:spcAft>
              <a:defRPr sz="1000">
                <a:ln w="3175">
                  <a:noFill/>
                </a:ln>
                <a:solidFill>
                  <a:schemeClr val="tx1"/>
                </a:solidFill>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defTabSz="914400" eaLnBrk="1" fontAlgn="base" latinLnBrk="0" hangingPunct="1">
              <a:lnSpc>
                <a:spcPct val="100000"/>
              </a:lnSpc>
              <a:spcBef>
                <a:spcPts val="0"/>
              </a:spcBef>
              <a:spcAft>
                <a:spcPts val="1200"/>
              </a:spcAft>
              <a:buClrTx/>
              <a:buSzTx/>
              <a:buFontTx/>
              <a:buNone/>
              <a:tabLst/>
              <a:defRPr/>
            </a:pPr>
            <a:endParaRPr kumimoji="0" lang="en-US" sz="1000" b="0" i="0" u="none" strike="noStrike" kern="0" cap="none" spc="0" normalizeH="0" baseline="0" noProof="0" dirty="0">
              <a:ln w="3175">
                <a:noFill/>
              </a:ln>
              <a:solidFill>
                <a:prstClr val="black"/>
              </a:solidFill>
              <a:effectLst/>
              <a:uLnTx/>
              <a:uFillTx/>
              <a:cs typeface="Segoe UI"/>
            </a:endParaRPr>
          </a:p>
        </p:txBody>
      </p:sp>
      <p:sp>
        <p:nvSpPr>
          <p:cNvPr id="43" name="Rounded Rectangle 41">
            <a:extLst>
              <a:ext uri="{FF2B5EF4-FFF2-40B4-BE49-F238E27FC236}">
                <a16:creationId xmlns:a16="http://schemas.microsoft.com/office/drawing/2014/main" id="{E20782D0-D799-E5E5-3479-311954C25CEC}"/>
              </a:ext>
            </a:extLst>
          </p:cNvPr>
          <p:cNvSpPr/>
          <p:nvPr/>
        </p:nvSpPr>
        <p:spPr bwMode="auto">
          <a:xfrm>
            <a:off x="2961862" y="1625045"/>
            <a:ext cx="4478437" cy="367117"/>
          </a:xfrm>
          <a:prstGeom prst="roundRect">
            <a:avLst>
              <a:gd name="adj" fmla="val 50000"/>
            </a:avLst>
          </a:prstGeom>
          <a:gradFill flip="none" rotWithShape="1">
            <a:gsLst>
              <a:gs pos="8000">
                <a:srgbClr val="8661C5"/>
              </a:gs>
              <a:gs pos="100000">
                <a:srgbClr val="0078D4"/>
              </a:gs>
            </a:gsLst>
            <a:path path="circle">
              <a:fillToRect l="100000" t="100000"/>
            </a:path>
            <a:tileRect r="-100000" b="-100000"/>
          </a:gradFill>
          <a:ln w="9525" cap="flat" cmpd="sng" algn="ctr">
            <a:noFill/>
            <a:prstDash val="solid"/>
            <a:headEnd type="none" w="med" len="med"/>
            <a:tailEnd type="none" w="med" len="med"/>
          </a:ln>
          <a:effectLst>
            <a:outerShdw blurRad="114300" dist="63500" dir="2700000" algn="tl" rotWithShape="0">
              <a:srgbClr val="454142">
                <a:alpha val="20000"/>
              </a:srgbClr>
            </a:outerShdw>
          </a:effectLst>
        </p:spPr>
        <p:txBody>
          <a:bodyPr rot="0" spcFirstLastPara="0" vertOverflow="overflow" horzOverflow="overflow" vert="horz" wrap="square" lIns="27000" tIns="0" rIns="27000" bIns="0" numCol="1" spcCol="0" rtlCol="0" fromWordArt="0" anchor="ctr" anchorCtr="0" forceAA="0" compatLnSpc="1">
            <a:prstTxWarp prst="textNoShape">
              <a:avLst/>
            </a:prstTxWarp>
            <a:noAutofit/>
          </a:bodyPr>
          <a:lstStyle/>
          <a:p>
            <a:pPr algn="ctr" defTabSz="699354" fontAlgn="base">
              <a:spcBef>
                <a:spcPct val="0"/>
              </a:spcBef>
              <a:spcAft>
                <a:spcPct val="0"/>
              </a:spcAft>
              <a:defRPr/>
            </a:pPr>
            <a:r>
              <a:rPr lang="en-CA" sz="1800" b="1" kern="0" dirty="0">
                <a:solidFill>
                  <a:srgbClr val="FFFFFF"/>
                </a:solidFill>
                <a:latin typeface="Segoe UI Semibold" panose="020B0502040204020203" pitchFamily="34" charset="0"/>
                <a:cs typeface="Segoe UI Semibold" panose="020B0502040204020203" pitchFamily="34" charset="0"/>
              </a:rPr>
              <a:t>Include the right prompt ingredients</a:t>
            </a:r>
          </a:p>
        </p:txBody>
      </p:sp>
      <p:sp>
        <p:nvSpPr>
          <p:cNvPr id="44" name="Rounded Rectangle 25">
            <a:extLst>
              <a:ext uri="{FF2B5EF4-FFF2-40B4-BE49-F238E27FC236}">
                <a16:creationId xmlns:a16="http://schemas.microsoft.com/office/drawing/2014/main" id="{C91CFC4D-9A3C-F308-34BC-A1B87A4C23D2}"/>
              </a:ext>
              <a:ext uri="{C183D7F6-B498-43B3-948B-1728B52AA6E4}">
                <adec:decorative xmlns:adec="http://schemas.microsoft.com/office/drawing/2017/decorative" val="0"/>
              </a:ext>
            </a:extLst>
          </p:cNvPr>
          <p:cNvSpPr/>
          <p:nvPr/>
        </p:nvSpPr>
        <p:spPr bwMode="auto">
          <a:xfrm>
            <a:off x="3586273" y="2658313"/>
            <a:ext cx="1779379" cy="1221346"/>
          </a:xfrm>
          <a:prstGeom prst="roundRect">
            <a:avLst>
              <a:gd name="adj" fmla="val 14457"/>
            </a:avLst>
          </a:prstGeom>
          <a:solidFill>
            <a:srgbClr val="0078D3"/>
          </a:solidFill>
          <a:ln w="15875" cap="flat" cmpd="sng" algn="ctr">
            <a:solidFill>
              <a:srgbClr val="0078D3"/>
            </a:solidFill>
            <a:prstDash val="solid"/>
            <a:headEnd type="none" w="med" len="med"/>
            <a:tailEnd type="none" w="med" len="med"/>
          </a:ln>
          <a:effectLst>
            <a:outerShdw blurRad="114300" dist="63500" dir="2700000" algn="tl" rotWithShape="0">
              <a:srgbClr val="454142">
                <a:alpha val="20000"/>
              </a:srgbClr>
            </a:outerShdw>
          </a:effectLst>
        </p:spPr>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defRPr/>
            </a:pPr>
            <a:r>
              <a:rPr lang="en-CA" sz="2000" b="1" dirty="0">
                <a:solidFill>
                  <a:srgbClr val="FFFFFF"/>
                </a:solidFill>
                <a:latin typeface="Segoe UI Semibold"/>
                <a:cs typeface="Segoe UI Semibold" panose="020B0502040204020203" pitchFamily="34" charset="0"/>
              </a:rPr>
              <a:t>Context</a:t>
            </a:r>
          </a:p>
        </p:txBody>
      </p:sp>
      <p:sp>
        <p:nvSpPr>
          <p:cNvPr id="45" name="TextBox 8">
            <a:extLst>
              <a:ext uri="{FF2B5EF4-FFF2-40B4-BE49-F238E27FC236}">
                <a16:creationId xmlns:a16="http://schemas.microsoft.com/office/drawing/2014/main" id="{50FCCDE0-FD21-0E55-D69B-ED692FD55938}"/>
              </a:ext>
            </a:extLst>
          </p:cNvPr>
          <p:cNvSpPr txBox="1"/>
          <p:nvPr/>
        </p:nvSpPr>
        <p:spPr>
          <a:xfrm>
            <a:off x="3678293" y="4174455"/>
            <a:ext cx="1595338" cy="135421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defRPr/>
            </a:pPr>
            <a:r>
              <a:rPr lang="en-US" sz="2200" b="1" dirty="0">
                <a:solidFill>
                  <a:prstClr val="black"/>
                </a:solidFill>
                <a:latin typeface="Segoe Sans Display"/>
                <a:cs typeface="Segoe Sans Display" pitchFamily="2" charset="0"/>
              </a:rPr>
              <a:t>Why</a:t>
            </a:r>
            <a:r>
              <a:rPr lang="en-US" sz="2200" dirty="0">
                <a:solidFill>
                  <a:prstClr val="black"/>
                </a:solidFill>
                <a:latin typeface="Segoe Sans Display"/>
                <a:cs typeface="Segoe Sans Display" pitchFamily="2" charset="0"/>
              </a:rPr>
              <a:t> do you need it and who is involved?</a:t>
            </a:r>
          </a:p>
        </p:txBody>
      </p:sp>
      <p:sp>
        <p:nvSpPr>
          <p:cNvPr id="46" name="TextBox 9">
            <a:extLst>
              <a:ext uri="{FF2B5EF4-FFF2-40B4-BE49-F238E27FC236}">
                <a16:creationId xmlns:a16="http://schemas.microsoft.com/office/drawing/2014/main" id="{62A61A2C-4F63-A446-399F-F110C5F6AE3F}"/>
              </a:ext>
            </a:extLst>
          </p:cNvPr>
          <p:cNvSpPr txBox="1"/>
          <p:nvPr/>
        </p:nvSpPr>
        <p:spPr>
          <a:xfrm>
            <a:off x="5848290" y="4177406"/>
            <a:ext cx="1445729" cy="1354217"/>
          </a:xfrm>
          <a:prstGeom prst="rect">
            <a:avLst/>
          </a:prstGeom>
          <a:noFill/>
        </p:spPr>
        <p:txBody>
          <a:bodyPr wrap="square" lIns="0" tIns="0" rIns="0" bIns="0" rtlCol="0" anchor="t">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defRPr/>
            </a:pPr>
            <a:r>
              <a:rPr lang="en-US" sz="2200" b="1" dirty="0">
                <a:solidFill>
                  <a:prstClr val="black"/>
                </a:solidFill>
                <a:latin typeface="Segoe Sans Display"/>
                <a:cs typeface="Segoe Sans Display" pitchFamily="2" charset="0"/>
              </a:rPr>
              <a:t>What </a:t>
            </a:r>
            <a:r>
              <a:rPr lang="en-US" sz="2200" dirty="0">
                <a:solidFill>
                  <a:prstClr val="black"/>
                </a:solidFill>
                <a:latin typeface="Segoe Sans Display"/>
                <a:cs typeface="Segoe Sans Display" pitchFamily="2" charset="0"/>
              </a:rPr>
              <a:t>do you want Copilot to do?</a:t>
            </a:r>
          </a:p>
        </p:txBody>
      </p:sp>
      <p:sp>
        <p:nvSpPr>
          <p:cNvPr id="47" name="Rounded Rectangle 26">
            <a:extLst>
              <a:ext uri="{FF2B5EF4-FFF2-40B4-BE49-F238E27FC236}">
                <a16:creationId xmlns:a16="http://schemas.microsoft.com/office/drawing/2014/main" id="{FDE8DD5F-280D-C359-1BEC-32892A2D596C}"/>
              </a:ext>
              <a:ext uri="{C183D7F6-B498-43B3-948B-1728B52AA6E4}">
                <adec:decorative xmlns:adec="http://schemas.microsoft.com/office/drawing/2017/decorative" val="1"/>
              </a:ext>
            </a:extLst>
          </p:cNvPr>
          <p:cNvSpPr/>
          <p:nvPr/>
        </p:nvSpPr>
        <p:spPr bwMode="auto">
          <a:xfrm>
            <a:off x="5673203" y="2658313"/>
            <a:ext cx="1779379" cy="1221346"/>
          </a:xfrm>
          <a:prstGeom prst="roundRect">
            <a:avLst>
              <a:gd name="adj" fmla="val 14536"/>
            </a:avLst>
          </a:prstGeom>
          <a:solidFill>
            <a:srgbClr val="00AA48"/>
          </a:solidFill>
          <a:ln w="15875" cap="flat" cmpd="sng" algn="ctr">
            <a:solidFill>
              <a:srgbClr val="4AC5B1"/>
            </a:solidFill>
            <a:prstDash val="solid"/>
            <a:headEnd type="none" w="med" len="med"/>
            <a:tailEnd type="none" w="med" len="med"/>
          </a:ln>
          <a:effectLst>
            <a:outerShdw blurRad="114300" dist="63500" dir="2700000" algn="tl" rotWithShape="0">
              <a:srgbClr val="454142">
                <a:alpha val="20000"/>
              </a:srgbClr>
            </a:outerShdw>
          </a:effectLst>
        </p:spPr>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defRPr/>
            </a:pPr>
            <a:r>
              <a:rPr lang="en-CA" sz="2000" b="1" dirty="0">
                <a:solidFill>
                  <a:srgbClr val="FFFFFF"/>
                </a:solidFill>
                <a:latin typeface="Segoe UI Semibold"/>
                <a:cs typeface="Segoe UI Semibold" panose="020B0502040204020203" pitchFamily="34" charset="0"/>
              </a:rPr>
              <a:t>Goal</a:t>
            </a:r>
          </a:p>
        </p:txBody>
      </p:sp>
      <p:sp>
        <p:nvSpPr>
          <p:cNvPr id="48" name="Rounded Rectangle 37">
            <a:extLst>
              <a:ext uri="{FF2B5EF4-FFF2-40B4-BE49-F238E27FC236}">
                <a16:creationId xmlns:a16="http://schemas.microsoft.com/office/drawing/2014/main" id="{BD89E3B1-2E4F-9AF0-AC49-132FC1EA5FE7}"/>
              </a:ext>
              <a:ext uri="{C183D7F6-B498-43B3-948B-1728B52AA6E4}">
                <adec:decorative xmlns:adec="http://schemas.microsoft.com/office/drawing/2017/decorative" val="1"/>
              </a:ext>
            </a:extLst>
          </p:cNvPr>
          <p:cNvSpPr/>
          <p:nvPr/>
        </p:nvSpPr>
        <p:spPr bwMode="auto">
          <a:xfrm>
            <a:off x="7760133" y="2664473"/>
            <a:ext cx="1791758" cy="1215186"/>
          </a:xfrm>
          <a:prstGeom prst="roundRect">
            <a:avLst>
              <a:gd name="adj" fmla="val 15091"/>
            </a:avLst>
          </a:prstGeom>
          <a:solidFill>
            <a:srgbClr val="C03BC4"/>
          </a:solidFill>
          <a:ln w="15875" cap="flat" cmpd="sng" algn="ctr">
            <a:solidFill>
              <a:srgbClr val="C03BC4"/>
            </a:solidFill>
            <a:prstDash val="solid"/>
            <a:headEnd type="none" w="med" len="med"/>
            <a:tailEnd type="none" w="med" len="med"/>
          </a:ln>
          <a:effectLst>
            <a:outerShdw blurRad="114300" dist="63500" dir="2700000" algn="tl" rotWithShape="0">
              <a:srgbClr val="454142">
                <a:alpha val="20000"/>
              </a:srgbClr>
            </a:outerShdw>
          </a:effectLst>
        </p:spPr>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CA"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rPr>
              <a:t>Source</a:t>
            </a:r>
          </a:p>
        </p:txBody>
      </p:sp>
      <p:sp>
        <p:nvSpPr>
          <p:cNvPr id="49" name="TextBox 7">
            <a:extLst>
              <a:ext uri="{FF2B5EF4-FFF2-40B4-BE49-F238E27FC236}">
                <a16:creationId xmlns:a16="http://schemas.microsoft.com/office/drawing/2014/main" id="{848BB275-1E5C-38D2-61F6-FF336FCFC7A0}"/>
              </a:ext>
            </a:extLst>
          </p:cNvPr>
          <p:cNvSpPr txBox="1"/>
          <p:nvPr/>
        </p:nvSpPr>
        <p:spPr>
          <a:xfrm>
            <a:off x="7730785" y="4174454"/>
            <a:ext cx="1850453" cy="135421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defRPr/>
            </a:pPr>
            <a:r>
              <a:rPr lang="en-US" sz="2200" b="1" dirty="0">
                <a:solidFill>
                  <a:prstClr val="black"/>
                </a:solidFill>
                <a:latin typeface="Segoe Sans Display"/>
                <a:cs typeface="Segoe Sans Display" pitchFamily="2" charset="0"/>
              </a:rPr>
              <a:t>Where</a:t>
            </a:r>
            <a:r>
              <a:rPr lang="en-US" sz="2200" dirty="0">
                <a:solidFill>
                  <a:prstClr val="black"/>
                </a:solidFill>
                <a:latin typeface="Segoe Sans Display"/>
                <a:cs typeface="Segoe Sans Display" pitchFamily="2" charset="0"/>
              </a:rPr>
              <a:t> should Copilot look for information?</a:t>
            </a:r>
          </a:p>
        </p:txBody>
      </p:sp>
      <p:sp>
        <p:nvSpPr>
          <p:cNvPr id="50" name="Rounded Rectangle 34">
            <a:extLst>
              <a:ext uri="{FF2B5EF4-FFF2-40B4-BE49-F238E27FC236}">
                <a16:creationId xmlns:a16="http://schemas.microsoft.com/office/drawing/2014/main" id="{BBA1FF5C-EC8C-A3D1-1A48-11193DAC037A}"/>
              </a:ext>
              <a:ext uri="{C183D7F6-B498-43B3-948B-1728B52AA6E4}">
                <adec:decorative xmlns:adec="http://schemas.microsoft.com/office/drawing/2017/decorative" val="1"/>
              </a:ext>
            </a:extLst>
          </p:cNvPr>
          <p:cNvSpPr/>
          <p:nvPr/>
        </p:nvSpPr>
        <p:spPr bwMode="auto">
          <a:xfrm>
            <a:off x="9859442" y="2658313"/>
            <a:ext cx="1779379" cy="1215186"/>
          </a:xfrm>
          <a:prstGeom prst="roundRect">
            <a:avLst>
              <a:gd name="adj" fmla="val 15867"/>
            </a:avLst>
          </a:prstGeom>
          <a:solidFill>
            <a:srgbClr val="E25B00"/>
          </a:solidFill>
          <a:ln w="15875" cap="flat" cmpd="sng" algn="ctr">
            <a:solidFill>
              <a:srgbClr val="FFA38B"/>
            </a:solidFill>
            <a:prstDash val="solid"/>
            <a:headEnd type="none" w="med" len="med"/>
            <a:tailEnd type="none" w="med" len="med"/>
          </a:ln>
          <a:effectLst>
            <a:outerShdw blurRad="114300" dist="63500" dir="2700000" algn="tl" rotWithShape="0">
              <a:srgbClr val="454142">
                <a:alpha val="20000"/>
              </a:srgbClr>
            </a:outerShdw>
          </a:effectLst>
        </p:spPr>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defRPr/>
            </a:pPr>
            <a:r>
              <a:rPr lang="en-CA" sz="2000" b="1" dirty="0">
                <a:solidFill>
                  <a:srgbClr val="FFFFFF"/>
                </a:solidFill>
                <a:latin typeface="Segoe UI Semibold"/>
                <a:cs typeface="Segoe UI Semibold" panose="020B0502040204020203" pitchFamily="34" charset="0"/>
              </a:rPr>
              <a:t>Expectations</a:t>
            </a:r>
          </a:p>
        </p:txBody>
      </p:sp>
      <p:sp>
        <p:nvSpPr>
          <p:cNvPr id="51" name="TextBox 6">
            <a:extLst>
              <a:ext uri="{FF2B5EF4-FFF2-40B4-BE49-F238E27FC236}">
                <a16:creationId xmlns:a16="http://schemas.microsoft.com/office/drawing/2014/main" id="{DBB275BE-0E24-D922-FDB4-402B60DDBEA9}"/>
              </a:ext>
            </a:extLst>
          </p:cNvPr>
          <p:cNvSpPr txBox="1"/>
          <p:nvPr/>
        </p:nvSpPr>
        <p:spPr>
          <a:xfrm>
            <a:off x="9871234" y="4174453"/>
            <a:ext cx="1779378" cy="135421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defRPr/>
            </a:pPr>
            <a:r>
              <a:rPr lang="en-US" sz="2200" b="1" dirty="0">
                <a:solidFill>
                  <a:prstClr val="black"/>
                </a:solidFill>
                <a:latin typeface="Segoe Sans Display"/>
                <a:cs typeface="Segoe Sans Display" pitchFamily="2" charset="0"/>
              </a:rPr>
              <a:t>How</a:t>
            </a:r>
            <a:r>
              <a:rPr lang="en-US" sz="2200" dirty="0">
                <a:solidFill>
                  <a:prstClr val="black"/>
                </a:solidFill>
                <a:latin typeface="Segoe Sans Display"/>
                <a:cs typeface="Segoe Sans Display" pitchFamily="2" charset="0"/>
              </a:rPr>
              <a:t> should Copilot deliver the answer?</a:t>
            </a:r>
          </a:p>
        </p:txBody>
      </p:sp>
    </p:spTree>
    <p:extLst>
      <p:ext uri="{BB962C8B-B14F-4D97-AF65-F5344CB8AC3E}">
        <p14:creationId xmlns:p14="http://schemas.microsoft.com/office/powerpoint/2010/main" val="1844096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44"/>
                                        </p:tgtEl>
                                      </p:cBhvr>
                                    </p:animEffect>
                                    <p:set>
                                      <p:cBhvr>
                                        <p:cTn id="15" dur="1" fill="hold">
                                          <p:stCondLst>
                                            <p:cond delay="499"/>
                                          </p:stCondLst>
                                        </p:cTn>
                                        <p:tgtEl>
                                          <p:spTgt spid="44"/>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47"/>
                                        </p:tgtEl>
                                      </p:cBhvr>
                                    </p:animEffect>
                                    <p:set>
                                      <p:cBhvr>
                                        <p:cTn id="26" dur="1" fill="hold">
                                          <p:stCondLst>
                                            <p:cond delay="499"/>
                                          </p:stCondLst>
                                        </p:cTn>
                                        <p:tgtEl>
                                          <p:spTgt spid="47"/>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fade">
                                      <p:cBhvr>
                                        <p:cTn id="29" dur="500"/>
                                        <p:tgtEl>
                                          <p:spTgt spid="4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48"/>
                                        </p:tgtEl>
                                      </p:cBhvr>
                                    </p:animEffect>
                                    <p:set>
                                      <p:cBhvr>
                                        <p:cTn id="37" dur="1" fill="hold">
                                          <p:stCondLst>
                                            <p:cond delay="499"/>
                                          </p:stCondLst>
                                        </p:cTn>
                                        <p:tgtEl>
                                          <p:spTgt spid="48"/>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500"/>
                                        <p:tgtEl>
                                          <p:spTgt spid="5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5" grpId="0"/>
      <p:bldP spid="46" grpId="0"/>
      <p:bldP spid="47" grpId="0" animBg="1"/>
      <p:bldP spid="47" grpId="1" animBg="1"/>
      <p:bldP spid="48" grpId="0" animBg="1"/>
      <p:bldP spid="48" grpId="1" animBg="1"/>
      <p:bldP spid="49" grpId="0"/>
      <p:bldP spid="50" grpId="0" animBg="1"/>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45E08-005A-7E44-6CED-89551EA31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9A738-35FB-CDE9-B24D-A2BFFA9DF295}"/>
              </a:ext>
            </a:extLst>
          </p:cNvPr>
          <p:cNvSpPr>
            <a:spLocks noGrp="1"/>
          </p:cNvSpPr>
          <p:nvPr>
            <p:ph type="title"/>
          </p:nvPr>
        </p:nvSpPr>
        <p:spPr>
          <a:xfrm>
            <a:off x="588262" y="585216"/>
            <a:ext cx="8193024" cy="553998"/>
          </a:xfrm>
        </p:spPr>
        <p:txBody>
          <a:bodyPr/>
          <a:lstStyle/>
          <a:p>
            <a:r>
              <a:rPr lang="en-US" sz="3600" spc="-50" dirty="0">
                <a:solidFill>
                  <a:srgbClr val="000000"/>
                </a:solidFill>
                <a:latin typeface="Segoe UI semibold(Body)"/>
                <a:cs typeface="Segoe UI" pitchFamily="34" charset="0"/>
              </a:rPr>
              <a:t>Write an effective prompt (2/2)</a:t>
            </a:r>
            <a:endParaRPr lang="en-US" sz="3600" dirty="0"/>
          </a:p>
        </p:txBody>
      </p:sp>
      <p:sp>
        <p:nvSpPr>
          <p:cNvPr id="3" name="Footer Placeholder 2">
            <a:extLst>
              <a:ext uri="{FF2B5EF4-FFF2-40B4-BE49-F238E27FC236}">
                <a16:creationId xmlns:a16="http://schemas.microsoft.com/office/drawing/2014/main" id="{D2255805-C937-3E24-A350-2C8C1B42949D}"/>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32" name="TextBox 31">
            <a:extLst>
              <a:ext uri="{FF2B5EF4-FFF2-40B4-BE49-F238E27FC236}">
                <a16:creationId xmlns:a16="http://schemas.microsoft.com/office/drawing/2014/main" id="{3D049A42-0DB3-C2DC-D200-41B2AE2177C9}"/>
              </a:ext>
              <a:ext uri="{C183D7F6-B498-43B3-948B-1728B52AA6E4}">
                <adec:decorative xmlns:adec="http://schemas.microsoft.com/office/drawing/2017/decorative" val="1"/>
              </a:ext>
            </a:extLst>
          </p:cNvPr>
          <p:cNvSpPr txBox="1">
            <a:spLocks/>
          </p:cNvSpPr>
          <p:nvPr/>
        </p:nvSpPr>
        <p:spPr>
          <a:xfrm>
            <a:off x="2337667" y="1475486"/>
            <a:ext cx="9515458" cy="4828454"/>
          </a:xfrm>
          <a:prstGeom prst="roundRect">
            <a:avLst>
              <a:gd name="adj" fmla="val 3190"/>
            </a:avLst>
          </a:prstGeom>
          <a:solidFill>
            <a:srgbClr val="FFFFFF">
              <a:alpha val="46000"/>
            </a:srgbClr>
          </a:solidFill>
          <a:ln w="25400">
            <a:solidFill>
              <a:srgbClr val="7030A0"/>
            </a:solidFill>
          </a:ln>
          <a:effectLst>
            <a:outerShdw blurRad="63500" algn="ctr"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 rIns="91440" bIns="91440" numCol="1" spcCol="0" rtlCol="0" fromWordArt="0" anchor="t" anchorCtr="0" forceAA="0" compatLnSpc="1">
            <a:prstTxWarp prst="textNoShape">
              <a:avLst/>
            </a:prstTxWarp>
            <a:noAutofit/>
          </a:bodyPr>
          <a:lstStyle>
            <a:defPPr>
              <a:defRPr lang="en-US"/>
            </a:defPPr>
            <a:lvl1pPr fontAlgn="base">
              <a:spcBef>
                <a:spcPts val="0"/>
              </a:spcBef>
              <a:spcAft>
                <a:spcPts val="1200"/>
              </a:spcAft>
              <a:defRPr sz="1000">
                <a:ln w="3175">
                  <a:noFill/>
                </a:ln>
                <a:solidFill>
                  <a:schemeClr val="tx1"/>
                </a:solidFill>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base" latinLnBrk="0" hangingPunct="1">
              <a:lnSpc>
                <a:spcPct val="100000"/>
              </a:lnSpc>
              <a:spcBef>
                <a:spcPts val="0"/>
              </a:spcBef>
              <a:spcAft>
                <a:spcPts val="1200"/>
              </a:spcAft>
              <a:buClrTx/>
              <a:buSzTx/>
              <a:buFontTx/>
              <a:buNone/>
              <a:tabLst/>
              <a:defRPr/>
            </a:pPr>
            <a:endParaRPr kumimoji="0" lang="en-US" sz="1000" b="0" i="0" u="none" strike="noStrike" kern="1200" cap="none" spc="0" normalizeH="0" baseline="0" noProof="0" dirty="0">
              <a:ln w="3175">
                <a:noFill/>
              </a:ln>
              <a:solidFill>
                <a:prstClr val="black"/>
              </a:solidFill>
              <a:effectLst/>
              <a:uLnTx/>
              <a:uFillTx/>
              <a:latin typeface="Segoe UI"/>
              <a:ea typeface="+mn-ea"/>
              <a:cs typeface="Segoe UI"/>
            </a:endParaRPr>
          </a:p>
        </p:txBody>
      </p:sp>
      <p:sp>
        <p:nvSpPr>
          <p:cNvPr id="33" name="TextBox 32">
            <a:extLst>
              <a:ext uri="{FF2B5EF4-FFF2-40B4-BE49-F238E27FC236}">
                <a16:creationId xmlns:a16="http://schemas.microsoft.com/office/drawing/2014/main" id="{DB439C38-36F0-3863-DE0D-21B30ABB5EB2}"/>
              </a:ext>
            </a:extLst>
          </p:cNvPr>
          <p:cNvSpPr txBox="1"/>
          <p:nvPr/>
        </p:nvSpPr>
        <p:spPr>
          <a:xfrm>
            <a:off x="335373" y="2115059"/>
            <a:ext cx="2002295" cy="3139321"/>
          </a:xfrm>
          <a:prstGeom prst="rect">
            <a:avLst/>
          </a:prstGeom>
          <a:noFill/>
        </p:spPr>
        <p:txBody>
          <a:bodyPr wrap="square">
            <a:spAutoFit/>
          </a:bodyPr>
          <a:lstStyle/>
          <a:p>
            <a:pPr marL="0" marR="0" lvl="0" indent="0" algn="l" defTabSz="932472" rtl="0" eaLnBrk="1" fontAlgn="auto" latinLnBrk="0" hangingPunct="1">
              <a:lnSpc>
                <a:spcPct val="100000"/>
              </a:lnSpc>
              <a:spcBef>
                <a:spcPct val="0"/>
              </a:spcBef>
              <a:spcAft>
                <a:spcPct val="0"/>
              </a:spcAft>
              <a:buClrTx/>
              <a:buSzTx/>
              <a:buFontTx/>
              <a:buNone/>
              <a:tabLst/>
              <a:defRPr/>
            </a:pPr>
            <a:r>
              <a:rPr kumimoji="0" lang="en-CA" sz="2200" b="0" i="0" u="none" strike="noStrike" kern="1200" cap="none" spc="0" normalizeH="0" baseline="0" noProof="0" dirty="0">
                <a:ln>
                  <a:noFill/>
                </a:ln>
                <a:solidFill>
                  <a:srgbClr val="1E1E1E"/>
                </a:solidFill>
                <a:effectLst/>
                <a:uLnTx/>
                <a:uFillTx/>
                <a:latin typeface="Segoe Sans Display" pitchFamily="2" charset="0"/>
                <a:ea typeface="+mn-ea"/>
                <a:cs typeface="Segoe Sans Display" pitchFamily="2" charset="0"/>
              </a:rPr>
              <a:t>To get the best response, it’s important to focus on some of the </a:t>
            </a:r>
            <a:r>
              <a:rPr kumimoji="0" lang="en-CA" sz="2200" b="1" i="0" u="none" strike="noStrike" kern="1200" cap="none" spc="-38" normalizeH="0" baseline="0" noProof="0" dirty="0">
                <a:ln w="3175">
                  <a:noFill/>
                </a:ln>
                <a:gradFill flip="none" rotWithShape="1">
                  <a:gsLst>
                    <a:gs pos="50000">
                      <a:srgbClr val="8661C5"/>
                    </a:gs>
                    <a:gs pos="0">
                      <a:srgbClr val="3E76D4"/>
                    </a:gs>
                    <a:gs pos="100000">
                      <a:srgbClr val="C73ECC"/>
                    </a:gs>
                  </a:gsLst>
                  <a:lin ang="2700000" scaled="1"/>
                  <a:tileRect/>
                </a:gradFill>
                <a:effectLst/>
                <a:uLnTx/>
                <a:uFillTx/>
                <a:latin typeface="Segoe Sans Display" pitchFamily="2" charset="0"/>
                <a:ea typeface="+mn-ea"/>
                <a:cs typeface="Segoe Sans Display" pitchFamily="2" charset="0"/>
              </a:rPr>
              <a:t>key elements </a:t>
            </a:r>
            <a:r>
              <a:rPr kumimoji="0" lang="en-CA" sz="2200" b="0" i="0" u="none" strike="noStrike" kern="1200" cap="none" spc="0" normalizeH="0" baseline="0" noProof="0" dirty="0">
                <a:ln>
                  <a:noFill/>
                </a:ln>
                <a:solidFill>
                  <a:srgbClr val="1E1E1E"/>
                </a:solidFill>
                <a:effectLst/>
                <a:uLnTx/>
                <a:uFillTx/>
                <a:latin typeface="Segoe Sans Display" pitchFamily="2" charset="0"/>
                <a:ea typeface="+mn-ea"/>
                <a:cs typeface="Segoe Sans Display" pitchFamily="2" charset="0"/>
              </a:rPr>
              <a:t>when phrasing your Copilot prompts.</a:t>
            </a:r>
          </a:p>
        </p:txBody>
      </p:sp>
      <p:sp>
        <p:nvSpPr>
          <p:cNvPr id="34" name="Rounded Rectangle 15">
            <a:extLst>
              <a:ext uri="{FF2B5EF4-FFF2-40B4-BE49-F238E27FC236}">
                <a16:creationId xmlns:a16="http://schemas.microsoft.com/office/drawing/2014/main" id="{B20AB996-1551-9C0D-549A-96614CC16072}"/>
              </a:ext>
              <a:ext uri="{C183D7F6-B498-43B3-948B-1728B52AA6E4}">
                <adec:decorative xmlns:adec="http://schemas.microsoft.com/office/drawing/2017/decorative" val="1"/>
              </a:ext>
            </a:extLst>
          </p:cNvPr>
          <p:cNvSpPr/>
          <p:nvPr/>
        </p:nvSpPr>
        <p:spPr>
          <a:xfrm>
            <a:off x="3113732" y="2714978"/>
            <a:ext cx="8519595" cy="2386846"/>
          </a:xfrm>
          <a:prstGeom prst="roundRect">
            <a:avLst>
              <a:gd name="adj" fmla="val 7542"/>
            </a:avLst>
          </a:prstGeom>
          <a:gradFill flip="none" rotWithShape="1">
            <a:gsLst>
              <a:gs pos="58000">
                <a:srgbClr val="FBFBFB"/>
              </a:gs>
              <a:gs pos="100000">
                <a:schemeClr val="bg1">
                  <a:lumMod val="95000"/>
                  <a:alpha val="0"/>
                </a:schemeClr>
              </a:gs>
              <a:gs pos="34000">
                <a:schemeClr val="bg1"/>
              </a:gs>
            </a:gsLst>
            <a:lin ang="18900000" scaled="1"/>
            <a:tileRect/>
          </a:gradFill>
          <a:ln w="12700">
            <a:noFill/>
            <a:headEnd type="none" w="med" len="med"/>
            <a:tailEnd type="none" w="med" len="med"/>
          </a:ln>
          <a:effectLst/>
          <a:scene3d>
            <a:camera prst="perspectiveRight" fov="2700000">
              <a:rot lat="0" lon="21594000" rev="0"/>
            </a:camera>
            <a:lightRig rig="flat" dir="t"/>
          </a:scene3d>
          <a:sp3d>
            <a:bevelT w="0" h="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35" name="Rounded Rectangle 25">
            <a:extLst>
              <a:ext uri="{FF2B5EF4-FFF2-40B4-BE49-F238E27FC236}">
                <a16:creationId xmlns:a16="http://schemas.microsoft.com/office/drawing/2014/main" id="{1B3D3B3E-B99C-4888-0095-FB3157A0D573}"/>
              </a:ext>
            </a:extLst>
          </p:cNvPr>
          <p:cNvSpPr/>
          <p:nvPr/>
        </p:nvSpPr>
        <p:spPr bwMode="auto">
          <a:xfrm>
            <a:off x="3066870" y="1648760"/>
            <a:ext cx="1835900" cy="347158"/>
          </a:xfrm>
          <a:prstGeom prst="roundRect">
            <a:avLst>
              <a:gd name="adj" fmla="val 50000"/>
            </a:avLst>
          </a:prstGeom>
          <a:solidFill>
            <a:schemeClr val="bg1"/>
          </a:solidFill>
          <a:ln w="15875">
            <a:solidFill>
              <a:srgbClr val="0078D3"/>
            </a:solidFill>
            <a:headEnd type="none" w="med" len="med"/>
            <a:tailEnd type="none" w="med" len="med"/>
          </a:ln>
          <a:effectLst>
            <a:outerShdw blurRad="1143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CA" sz="2200" b="1" i="0" u="none" strike="noStrike" kern="1200" cap="none" spc="0" normalizeH="0" baseline="0" noProof="0" dirty="0">
                <a:ln>
                  <a:noFill/>
                </a:ln>
                <a:solidFill>
                  <a:srgbClr val="0078D3"/>
                </a:solidFill>
                <a:effectLst/>
                <a:uLnTx/>
                <a:uFillTx/>
                <a:latin typeface="Segoe UI Semibold"/>
                <a:ea typeface="+mn-ea"/>
                <a:cs typeface="Segoe UI Semibold" panose="020B0502040204020203" pitchFamily="34" charset="0"/>
              </a:rPr>
              <a:t>Context</a:t>
            </a:r>
          </a:p>
        </p:txBody>
      </p:sp>
      <p:sp>
        <p:nvSpPr>
          <p:cNvPr id="36" name="TextBox 9">
            <a:extLst>
              <a:ext uri="{FF2B5EF4-FFF2-40B4-BE49-F238E27FC236}">
                <a16:creationId xmlns:a16="http://schemas.microsoft.com/office/drawing/2014/main" id="{9C10EEBD-868E-405B-8EA7-768A62500A13}"/>
              </a:ext>
            </a:extLst>
          </p:cNvPr>
          <p:cNvSpPr txBox="1"/>
          <p:nvPr/>
        </p:nvSpPr>
        <p:spPr>
          <a:xfrm>
            <a:off x="3113732" y="2095187"/>
            <a:ext cx="2982268" cy="553998"/>
          </a:xfrm>
          <a:prstGeom prst="rect">
            <a:avLst/>
          </a:prstGeom>
          <a:noFill/>
        </p:spPr>
        <p:txBody>
          <a:bodyPr wrap="square" lIns="0" tIns="0" rIns="0" bIns="0" rtlCol="0" anchor="t">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Semibold"/>
                <a:ea typeface="+mn-ea"/>
                <a:cs typeface="Segoe UI Semibold"/>
              </a:rPr>
              <a:t>Why</a:t>
            </a:r>
            <a:r>
              <a:rPr kumimoji="0" lang="en-US" sz="1800" b="0" i="0" u="none" strike="noStrike" kern="1200" cap="none" spc="0" normalizeH="0" baseline="0" noProof="0" dirty="0">
                <a:ln>
                  <a:noFill/>
                </a:ln>
                <a:solidFill>
                  <a:prstClr val="black"/>
                </a:solidFill>
                <a:effectLst/>
                <a:uLnTx/>
                <a:uFillTx/>
                <a:latin typeface="Segoe UI"/>
                <a:ea typeface="+mn-ea"/>
                <a:cs typeface="Segoe UI"/>
              </a:rPr>
              <a:t> do you need it and </a:t>
            </a:r>
            <a:r>
              <a:rPr kumimoji="0" lang="en-US" sz="1800" b="0" i="0" u="none" strike="noStrike" kern="1200" cap="none" spc="0" normalizeH="0" baseline="0" noProof="0" dirty="0">
                <a:ln>
                  <a:noFill/>
                </a:ln>
                <a:solidFill>
                  <a:prstClr val="black"/>
                </a:solidFill>
                <a:effectLst/>
                <a:uLnTx/>
                <a:uFillTx/>
                <a:latin typeface="Segoe UI"/>
                <a:ea typeface="+mn-ea"/>
                <a:cs typeface="Segoe UI Semibold"/>
              </a:rPr>
              <a:t>who</a:t>
            </a:r>
            <a:r>
              <a:rPr kumimoji="0" lang="en-US" sz="1800" b="0" i="0" u="none" strike="noStrike" kern="1200" cap="none" spc="0" normalizeH="0" baseline="0" noProof="0" dirty="0">
                <a:ln>
                  <a:noFill/>
                </a:ln>
                <a:solidFill>
                  <a:prstClr val="black"/>
                </a:solidFill>
                <a:effectLst/>
                <a:uLnTx/>
                <a:uFillTx/>
                <a:latin typeface="Segoe UI"/>
                <a:ea typeface="+mn-ea"/>
                <a:cs typeface="Segoe UI"/>
              </a:rPr>
              <a:t> is involved?</a:t>
            </a:r>
          </a:p>
        </p:txBody>
      </p:sp>
      <p:sp>
        <p:nvSpPr>
          <p:cNvPr id="54" name="Rounded Rectangle 26">
            <a:extLst>
              <a:ext uri="{FF2B5EF4-FFF2-40B4-BE49-F238E27FC236}">
                <a16:creationId xmlns:a16="http://schemas.microsoft.com/office/drawing/2014/main" id="{38AB81C3-5D3D-D883-E43F-21084E1E4F2B}"/>
              </a:ext>
            </a:extLst>
          </p:cNvPr>
          <p:cNvSpPr/>
          <p:nvPr/>
        </p:nvSpPr>
        <p:spPr bwMode="auto">
          <a:xfrm>
            <a:off x="7863420" y="1645996"/>
            <a:ext cx="1835732" cy="347158"/>
          </a:xfrm>
          <a:prstGeom prst="roundRect">
            <a:avLst>
              <a:gd name="adj" fmla="val 50000"/>
            </a:avLst>
          </a:prstGeom>
          <a:solidFill>
            <a:schemeClr val="bg1"/>
          </a:solidFill>
          <a:ln w="15875">
            <a:solidFill>
              <a:srgbClr val="4AC5B1"/>
            </a:solidFill>
            <a:headEnd type="none" w="med" len="med"/>
            <a:tailEnd type="none" w="med" len="med"/>
          </a:ln>
          <a:effectLst>
            <a:outerShdw blurRad="1143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CA" sz="2200" b="1" i="0" u="none" strike="noStrike" kern="1200" cap="none" spc="0" normalizeH="0" baseline="0" noProof="0" dirty="0">
                <a:ln>
                  <a:noFill/>
                </a:ln>
                <a:solidFill>
                  <a:srgbClr val="008575"/>
                </a:solidFill>
                <a:effectLst/>
                <a:uLnTx/>
                <a:uFillTx/>
                <a:latin typeface="Segoe UI Semibold"/>
                <a:ea typeface="+mn-ea"/>
                <a:cs typeface="Segoe UI Semibold" panose="020B0502040204020203" pitchFamily="34" charset="0"/>
              </a:rPr>
              <a:t>Goal</a:t>
            </a:r>
          </a:p>
        </p:txBody>
      </p:sp>
      <p:sp>
        <p:nvSpPr>
          <p:cNvPr id="55" name="TextBox 54">
            <a:extLst>
              <a:ext uri="{FF2B5EF4-FFF2-40B4-BE49-F238E27FC236}">
                <a16:creationId xmlns:a16="http://schemas.microsoft.com/office/drawing/2014/main" id="{1A2477A1-0661-CF05-7EF9-850365063314}"/>
              </a:ext>
            </a:extLst>
          </p:cNvPr>
          <p:cNvSpPr txBox="1"/>
          <p:nvPr/>
        </p:nvSpPr>
        <p:spPr>
          <a:xfrm>
            <a:off x="7877772" y="2138241"/>
            <a:ext cx="3197545"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Semibold"/>
                <a:ea typeface="+mn-ea"/>
                <a:cs typeface="Segoe UI Semibold" panose="020B0502040204020203" pitchFamily="34" charset="0"/>
              </a:rPr>
              <a:t>What</a:t>
            </a:r>
            <a:r>
              <a:rPr kumimoji="0" lang="en-US" sz="1800" b="0" i="0" u="none" strike="noStrike" kern="1200" cap="none" spc="0" normalizeH="0" baseline="0" noProof="0" dirty="0">
                <a:ln>
                  <a:noFill/>
                </a:ln>
                <a:solidFill>
                  <a:prstClr val="black"/>
                </a:solidFill>
                <a:effectLst/>
                <a:uLnTx/>
                <a:uFillTx/>
                <a:latin typeface="Segoe UI"/>
                <a:ea typeface="+mn-ea"/>
                <a:cs typeface="Segoe UI" panose="020B0502040204020203" pitchFamily="34" charset="0"/>
              </a:rPr>
              <a:t> do you want Copilot to do? </a:t>
            </a:r>
          </a:p>
        </p:txBody>
      </p:sp>
      <p:cxnSp>
        <p:nvCxnSpPr>
          <p:cNvPr id="57" name="Straight Connector 56">
            <a:extLst>
              <a:ext uri="{FF2B5EF4-FFF2-40B4-BE49-F238E27FC236}">
                <a16:creationId xmlns:a16="http://schemas.microsoft.com/office/drawing/2014/main" id="{D8E2664F-6DCD-D208-A303-64E5BBDE2BEE}"/>
              </a:ext>
              <a:ext uri="{C183D7F6-B498-43B3-948B-1728B52AA6E4}">
                <adec:decorative xmlns:adec="http://schemas.microsoft.com/office/drawing/2017/decorative" val="1"/>
              </a:ext>
            </a:extLst>
          </p:cNvPr>
          <p:cNvCxnSpPr>
            <a:cxnSpLocks/>
          </p:cNvCxnSpPr>
          <p:nvPr/>
        </p:nvCxnSpPr>
        <p:spPr>
          <a:xfrm>
            <a:off x="8782293" y="2661852"/>
            <a:ext cx="169" cy="0"/>
          </a:xfrm>
          <a:prstGeom prst="line">
            <a:avLst/>
          </a:prstGeom>
          <a:ln w="12700">
            <a:gradFill flip="none" rotWithShape="1">
              <a:gsLst>
                <a:gs pos="0">
                  <a:srgbClr val="C2C2C2"/>
                </a:gs>
                <a:gs pos="90000">
                  <a:schemeClr val="bg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61" name="Rounded Rectangle 37">
            <a:extLst>
              <a:ext uri="{FF2B5EF4-FFF2-40B4-BE49-F238E27FC236}">
                <a16:creationId xmlns:a16="http://schemas.microsoft.com/office/drawing/2014/main" id="{10BB49A6-A1C9-6BFE-4445-D64E8895361F}"/>
              </a:ext>
            </a:extLst>
          </p:cNvPr>
          <p:cNvSpPr/>
          <p:nvPr/>
        </p:nvSpPr>
        <p:spPr bwMode="auto">
          <a:xfrm>
            <a:off x="3066870" y="5250407"/>
            <a:ext cx="1835732" cy="347158"/>
          </a:xfrm>
          <a:prstGeom prst="roundRect">
            <a:avLst>
              <a:gd name="adj" fmla="val 50000"/>
            </a:avLst>
          </a:prstGeom>
          <a:solidFill>
            <a:schemeClr val="bg1"/>
          </a:solidFill>
          <a:ln w="15875">
            <a:solidFill>
              <a:srgbClr val="C03BC4"/>
            </a:solidFill>
            <a:headEnd type="none" w="med" len="med"/>
            <a:tailEnd type="none" w="med" len="med"/>
          </a:ln>
          <a:effectLst>
            <a:outerShdw blurRad="1143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CA" sz="2200" b="1" i="0" u="none" strike="noStrike" kern="1200" cap="none" spc="0" normalizeH="0" baseline="0" noProof="0" dirty="0">
                <a:ln>
                  <a:noFill/>
                </a:ln>
                <a:solidFill>
                  <a:srgbClr val="C03BC4"/>
                </a:solidFill>
                <a:effectLst/>
                <a:uLnTx/>
                <a:uFillTx/>
                <a:latin typeface="Segoe UI Semibold"/>
                <a:ea typeface="+mn-ea"/>
                <a:cs typeface="Segoe UI Semibold" panose="020B0502040204020203" pitchFamily="34" charset="0"/>
              </a:rPr>
              <a:t>Source</a:t>
            </a:r>
          </a:p>
        </p:txBody>
      </p:sp>
      <p:sp>
        <p:nvSpPr>
          <p:cNvPr id="62" name="TextBox 7">
            <a:extLst>
              <a:ext uri="{FF2B5EF4-FFF2-40B4-BE49-F238E27FC236}">
                <a16:creationId xmlns:a16="http://schemas.microsoft.com/office/drawing/2014/main" id="{D678DA51-56C1-1B4C-6B5C-252F66CCC8FF}"/>
              </a:ext>
            </a:extLst>
          </p:cNvPr>
          <p:cNvSpPr txBox="1"/>
          <p:nvPr/>
        </p:nvSpPr>
        <p:spPr>
          <a:xfrm>
            <a:off x="3066870" y="5714529"/>
            <a:ext cx="3393272"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Semibold"/>
                <a:ea typeface="+mn-ea"/>
                <a:cs typeface="Segoe UI Semibold" panose="020B0502040204020203" pitchFamily="34" charset="0"/>
              </a:rPr>
              <a:t>Where</a:t>
            </a:r>
            <a:r>
              <a:rPr kumimoji="0" lang="en-US" sz="1800" b="0" i="0" u="none" strike="noStrike" kern="1200" cap="none" spc="0" normalizeH="0" baseline="0" noProof="0" dirty="0">
                <a:ln>
                  <a:noFill/>
                </a:ln>
                <a:solidFill>
                  <a:prstClr val="black"/>
                </a:solidFill>
                <a:effectLst/>
                <a:uLnTx/>
                <a:uFillTx/>
                <a:latin typeface="Segoe UI"/>
                <a:ea typeface="+mn-ea"/>
                <a:cs typeface="Segoe UI" panose="020B0502040204020203" pitchFamily="34" charset="0"/>
              </a:rPr>
              <a:t> should Copilot look for information?</a:t>
            </a:r>
          </a:p>
        </p:txBody>
      </p:sp>
      <p:sp>
        <p:nvSpPr>
          <p:cNvPr id="63" name="Rounded Rectangle 34">
            <a:extLst>
              <a:ext uri="{FF2B5EF4-FFF2-40B4-BE49-F238E27FC236}">
                <a16:creationId xmlns:a16="http://schemas.microsoft.com/office/drawing/2014/main" id="{5CA6F17B-A0D6-CE77-5839-5C5DE7A4C344}"/>
              </a:ext>
            </a:extLst>
          </p:cNvPr>
          <p:cNvSpPr/>
          <p:nvPr/>
        </p:nvSpPr>
        <p:spPr bwMode="auto">
          <a:xfrm>
            <a:off x="7863420" y="5250407"/>
            <a:ext cx="1835732" cy="347158"/>
          </a:xfrm>
          <a:prstGeom prst="roundRect">
            <a:avLst>
              <a:gd name="adj" fmla="val 50000"/>
            </a:avLst>
          </a:prstGeom>
          <a:solidFill>
            <a:schemeClr val="bg1">
              <a:alpha val="99000"/>
            </a:schemeClr>
          </a:solidFill>
          <a:ln w="15875">
            <a:solidFill>
              <a:srgbClr val="FFA38B"/>
            </a:solidFill>
            <a:headEnd type="none" w="med" len="med"/>
            <a:tailEnd type="none" w="med" len="med"/>
          </a:ln>
          <a:effectLst>
            <a:outerShdw blurRad="1143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36000" tIns="0" rIns="3600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CA" sz="2200" b="1" i="0" u="none" strike="noStrike" kern="1200" cap="none" spc="0" normalizeH="0" baseline="0" noProof="0" dirty="0">
                <a:ln>
                  <a:noFill/>
                </a:ln>
                <a:solidFill>
                  <a:srgbClr val="E25B00"/>
                </a:solidFill>
                <a:effectLst/>
                <a:uLnTx/>
                <a:uFillTx/>
                <a:latin typeface="Segoe UI Semibold"/>
                <a:ea typeface="+mn-ea"/>
                <a:cs typeface="Segoe UI Semibold" panose="020B0502040204020203" pitchFamily="34" charset="0"/>
              </a:rPr>
              <a:t>Expectations</a:t>
            </a:r>
          </a:p>
        </p:txBody>
      </p:sp>
      <p:sp>
        <p:nvSpPr>
          <p:cNvPr id="64" name="TextBox 6">
            <a:extLst>
              <a:ext uri="{FF2B5EF4-FFF2-40B4-BE49-F238E27FC236}">
                <a16:creationId xmlns:a16="http://schemas.microsoft.com/office/drawing/2014/main" id="{FF402C87-2481-7712-F20A-52EC957D67E0}"/>
              </a:ext>
            </a:extLst>
          </p:cNvPr>
          <p:cNvSpPr txBox="1"/>
          <p:nvPr/>
        </p:nvSpPr>
        <p:spPr>
          <a:xfrm>
            <a:off x="7863420" y="5714529"/>
            <a:ext cx="3474031"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Semibold"/>
                <a:ea typeface="+mn-ea"/>
                <a:cs typeface="Segoe UI Semibold" panose="020B0502040204020203" pitchFamily="34" charset="0"/>
              </a:rPr>
              <a:t>How</a:t>
            </a:r>
            <a:r>
              <a:rPr kumimoji="0" lang="en-US" sz="1800" b="0" i="0" u="none" strike="noStrike" kern="1200" cap="none" spc="0" normalizeH="0" baseline="0" noProof="0" dirty="0">
                <a:ln>
                  <a:noFill/>
                </a:ln>
                <a:solidFill>
                  <a:prstClr val="black"/>
                </a:solidFill>
                <a:effectLst/>
                <a:uLnTx/>
                <a:uFillTx/>
                <a:latin typeface="Segoe UI"/>
                <a:ea typeface="+mn-ea"/>
                <a:cs typeface="Segoe UI" panose="020B0502040204020203" pitchFamily="34" charset="0"/>
              </a:rPr>
              <a:t> should Copilot deliver the answer?</a:t>
            </a:r>
          </a:p>
        </p:txBody>
      </p:sp>
      <p:sp>
        <p:nvSpPr>
          <p:cNvPr id="72" name="TextBox 71">
            <a:extLst>
              <a:ext uri="{FF2B5EF4-FFF2-40B4-BE49-F238E27FC236}">
                <a16:creationId xmlns:a16="http://schemas.microsoft.com/office/drawing/2014/main" id="{5313F6E0-99BA-0008-280E-41D0B1EC6964}"/>
              </a:ext>
              <a:ext uri="{C183D7F6-B498-43B3-948B-1728B52AA6E4}">
                <adec:decorative xmlns:adec="http://schemas.microsoft.com/office/drawing/2017/decorative" val="0"/>
              </a:ext>
            </a:extLst>
          </p:cNvPr>
          <p:cNvSpPr txBox="1"/>
          <p:nvPr/>
        </p:nvSpPr>
        <p:spPr>
          <a:xfrm>
            <a:off x="3383575" y="2849121"/>
            <a:ext cx="8108978" cy="2117630"/>
          </a:xfrm>
          <a:prstGeom prst="rect">
            <a:avLst/>
          </a:prstGeom>
          <a:noFill/>
        </p:spPr>
        <p:txBody>
          <a:bodyPr wrap="square" l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defRPr/>
            </a:pPr>
            <a:r>
              <a:rPr kumimoji="0" lang="en-US" sz="2400" b="1" i="0" u="none" strike="noStrike" kern="1200" cap="none" spc="0" normalizeH="0" baseline="0" noProof="0" dirty="0">
                <a:ln>
                  <a:noFill/>
                </a:ln>
                <a:solidFill>
                  <a:schemeClr val="tx2">
                    <a:lumMod val="75000"/>
                    <a:lumOff val="25000"/>
                  </a:schemeClr>
                </a:solidFill>
                <a:effectLst/>
                <a:uLnTx/>
                <a:uFillTx/>
                <a:latin typeface="Segoe UI Semibold"/>
                <a:ea typeface="+mn-ea"/>
                <a:cs typeface="Segoe UI Semibold" panose="020B0502040204020203" pitchFamily="34" charset="0"/>
              </a:rPr>
              <a:t>I work in marketing and focus on competitor research</a:t>
            </a:r>
            <a:r>
              <a:rPr kumimoji="0" lang="en-US" sz="2400" b="1" i="0" u="none" strike="noStrike" kern="1200" cap="none" spc="0" normalizeH="0" baseline="0" noProof="0" dirty="0">
                <a:ln>
                  <a:noFill/>
                </a:ln>
                <a:solidFill>
                  <a:schemeClr val="accent1"/>
                </a:solidFill>
                <a:effectLst/>
                <a:uLnTx/>
                <a:uFillTx/>
                <a:latin typeface="Segoe UI Semibold"/>
                <a:ea typeface="+mn-ea"/>
                <a:cs typeface="Segoe UI Semibold" panose="020B0502040204020203" pitchFamily="34" charset="0"/>
              </a:rPr>
              <a:t>.</a:t>
            </a:r>
            <a:r>
              <a:rPr kumimoji="0" lang="en-US" sz="2400" b="1" i="0" u="none" strike="noStrike" kern="1200" cap="none" spc="0" normalizeH="0" noProof="0" dirty="0">
                <a:ln>
                  <a:noFill/>
                </a:ln>
                <a:solidFill>
                  <a:schemeClr val="accent1"/>
                </a:solidFill>
                <a:effectLst/>
                <a:uLnTx/>
                <a:uFillTx/>
                <a:latin typeface="Segoe UI Semibold"/>
                <a:ea typeface="+mn-ea"/>
                <a:cs typeface="Segoe UI Semibold" panose="020B0502040204020203" pitchFamily="34" charset="0"/>
              </a:rPr>
              <a:t> </a:t>
            </a:r>
            <a:r>
              <a:rPr lang="en-US" sz="2400" b="1" dirty="0">
                <a:solidFill>
                  <a:srgbClr val="008575"/>
                </a:solidFill>
                <a:latin typeface="Segoe UI Semibold"/>
                <a:cs typeface="Segoe UI Semibold" panose="020B0502040204020203" pitchFamily="34" charset="0"/>
              </a:rPr>
              <a:t>Give me a concise summary of recent news about [company name]. </a:t>
            </a:r>
            <a:r>
              <a:rPr lang="en-US" sz="2400" b="1" dirty="0">
                <a:solidFill>
                  <a:schemeClr val="accent2"/>
                </a:solidFill>
                <a:latin typeface="Segoe UI Semibold"/>
                <a:cs typeface="Segoe UI Semibold" panose="020B0502040204020203" pitchFamily="34" charset="0"/>
              </a:rPr>
              <a:t>Focus on web articles from the last 2 months. </a:t>
            </a:r>
            <a:r>
              <a:rPr lang="en-US" sz="2400" b="1" dirty="0">
                <a:solidFill>
                  <a:schemeClr val="bg2">
                    <a:lumMod val="50000"/>
                  </a:schemeClr>
                </a:solidFill>
                <a:latin typeface="Segoe UI Semibold"/>
                <a:cs typeface="Segoe UI Semibold" panose="020B0502040204020203" pitchFamily="34" charset="0"/>
              </a:rPr>
              <a:t>Provide the answer in two to three paragraphs and use a business tone.</a:t>
            </a:r>
            <a:endParaRPr kumimoji="0" lang="en-US" sz="2400" b="1" i="0" u="none" strike="noStrike" kern="1200" cap="none" spc="0" normalizeH="0" baseline="0" noProof="0" dirty="0">
              <a:ln>
                <a:noFill/>
              </a:ln>
              <a:solidFill>
                <a:schemeClr val="bg2">
                  <a:lumMod val="50000"/>
                </a:schemeClr>
              </a:solidFill>
              <a:effectLst/>
              <a:uLnTx/>
              <a:uFillTx/>
              <a:latin typeface="Segoe UI Semibold"/>
              <a:cs typeface="Segoe UI Semibold" panose="020B0502040204020203" pitchFamily="34" charset="0"/>
            </a:endParaRPr>
          </a:p>
        </p:txBody>
      </p:sp>
    </p:spTree>
    <p:extLst>
      <p:ext uri="{BB962C8B-B14F-4D97-AF65-F5344CB8AC3E}">
        <p14:creationId xmlns:p14="http://schemas.microsoft.com/office/powerpoint/2010/main" val="101275652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F0EBB-346F-74B3-D6B9-5677BB738EA7}"/>
            </a:ext>
          </a:extLst>
        </p:cNvPr>
        <p:cNvGrpSpPr/>
        <p:nvPr/>
      </p:nvGrpSpPr>
      <p:grpSpPr>
        <a:xfrm>
          <a:off x="0" y="0"/>
          <a:ext cx="0" cy="0"/>
          <a:chOff x="0" y="0"/>
          <a:chExt cx="0" cy="0"/>
        </a:xfrm>
      </p:grpSpPr>
      <p:sp>
        <p:nvSpPr>
          <p:cNvPr id="4" name="Rounded Rectangle 5">
            <a:extLst>
              <a:ext uri="{FF2B5EF4-FFF2-40B4-BE49-F238E27FC236}">
                <a16:creationId xmlns:a16="http://schemas.microsoft.com/office/drawing/2014/main" id="{FAE51C6F-4032-BA5D-9002-ECC04663CFD0}"/>
              </a:ext>
              <a:ext uri="{C183D7F6-B498-43B3-948B-1728B52AA6E4}">
                <adec:decorative xmlns:adec="http://schemas.microsoft.com/office/drawing/2017/decorative" val="1"/>
              </a:ext>
            </a:extLst>
          </p:cNvPr>
          <p:cNvSpPr/>
          <p:nvPr/>
        </p:nvSpPr>
        <p:spPr>
          <a:xfrm>
            <a:off x="588262" y="1677009"/>
            <a:ext cx="11099944" cy="4595775"/>
          </a:xfrm>
          <a:prstGeom prst="roundRect">
            <a:avLst>
              <a:gd name="adj" fmla="val 2364"/>
            </a:avLst>
          </a:prstGeom>
          <a:solidFill>
            <a:srgbClr val="FFFFFF">
              <a:alpha val="74118"/>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0ADBC20F-E26C-B0A9-326E-AB52555D52D7}"/>
              </a:ext>
            </a:extLst>
          </p:cNvPr>
          <p:cNvSpPr>
            <a:spLocks noGrp="1"/>
          </p:cNvSpPr>
          <p:nvPr>
            <p:ph type="title"/>
          </p:nvPr>
        </p:nvSpPr>
        <p:spPr>
          <a:xfrm>
            <a:off x="588262" y="585216"/>
            <a:ext cx="8193024" cy="553998"/>
          </a:xfrm>
        </p:spPr>
        <p:txBody>
          <a:bodyPr/>
          <a:lstStyle/>
          <a:p>
            <a:r>
              <a:rPr lang="en-US" sz="3600" dirty="0"/>
              <a:t>Prompting best practices</a:t>
            </a:r>
          </a:p>
        </p:txBody>
      </p:sp>
      <p:sp>
        <p:nvSpPr>
          <p:cNvPr id="14" name="TextBox 13">
            <a:extLst>
              <a:ext uri="{FF2B5EF4-FFF2-40B4-BE49-F238E27FC236}">
                <a16:creationId xmlns:a16="http://schemas.microsoft.com/office/drawing/2014/main" id="{903079AF-B8A8-31DF-29E4-568C16DF1F8A}"/>
              </a:ext>
            </a:extLst>
          </p:cNvPr>
          <p:cNvSpPr txBox="1"/>
          <p:nvPr/>
        </p:nvSpPr>
        <p:spPr>
          <a:xfrm>
            <a:off x="953587" y="1863661"/>
            <a:ext cx="4323806" cy="4097660"/>
          </a:xfrm>
          <a:prstGeom prst="rect">
            <a:avLst/>
          </a:prstGeom>
          <a:noFill/>
        </p:spPr>
        <p:txBody>
          <a:bodyPr wrap="square" lIns="0" tIns="0" rIns="0" bIns="0" rtlCol="0">
            <a:spAutoFit/>
          </a:bodyPr>
          <a:lstStyle/>
          <a:p>
            <a:pPr marL="285750" indent="-285750" algn="l">
              <a:lnSpc>
                <a:spcPct val="150000"/>
              </a:lnSpc>
              <a:buClr>
                <a:srgbClr val="00B050"/>
              </a:buClr>
              <a:buSzPct val="125000"/>
              <a:buFont typeface="Wingdings" panose="05000000000000000000" pitchFamily="2" charset="2"/>
              <a:buChar char="ü"/>
            </a:pPr>
            <a:r>
              <a:rPr lang="en-US" sz="2000" dirty="0"/>
              <a:t>  Be clear and specific</a:t>
            </a:r>
          </a:p>
          <a:p>
            <a:pPr marL="285750" indent="-285750" algn="l">
              <a:lnSpc>
                <a:spcPct val="150000"/>
              </a:lnSpc>
              <a:buClr>
                <a:srgbClr val="00B050"/>
              </a:buClr>
              <a:buSzPct val="125000"/>
              <a:buFont typeface="Wingdings" panose="05000000000000000000" pitchFamily="2" charset="2"/>
              <a:buChar char="ü"/>
            </a:pPr>
            <a:r>
              <a:rPr lang="en-US" sz="2000" dirty="0"/>
              <a:t>  Keep it conversational</a:t>
            </a:r>
          </a:p>
          <a:p>
            <a:pPr marL="285750" indent="-285750" algn="l">
              <a:lnSpc>
                <a:spcPct val="150000"/>
              </a:lnSpc>
              <a:buClr>
                <a:srgbClr val="00B050"/>
              </a:buClr>
              <a:buSzPct val="150000"/>
              <a:buFont typeface="Wingdings" panose="05000000000000000000" pitchFamily="2" charset="2"/>
              <a:buChar char="ü"/>
            </a:pPr>
            <a:r>
              <a:rPr lang="en-US" sz="2000" dirty="0"/>
              <a:t>  Give examples</a:t>
            </a:r>
          </a:p>
          <a:p>
            <a:pPr marL="285750" indent="-285750" algn="l">
              <a:lnSpc>
                <a:spcPct val="150000"/>
              </a:lnSpc>
              <a:buClr>
                <a:srgbClr val="00B050"/>
              </a:buClr>
              <a:buSzPct val="125000"/>
              <a:buFont typeface="Wingdings" panose="05000000000000000000" pitchFamily="2" charset="2"/>
              <a:buChar char="ü"/>
            </a:pPr>
            <a:r>
              <a:rPr lang="en-US" sz="2000" dirty="0"/>
              <a:t>  Ask for feedback</a:t>
            </a:r>
          </a:p>
          <a:p>
            <a:pPr marL="285750" indent="-285750" algn="l">
              <a:lnSpc>
                <a:spcPct val="150000"/>
              </a:lnSpc>
              <a:buClr>
                <a:srgbClr val="00B050"/>
              </a:buClr>
              <a:buSzPct val="125000"/>
              <a:buFont typeface="Wingdings" panose="05000000000000000000" pitchFamily="2" charset="2"/>
              <a:buChar char="ü"/>
            </a:pPr>
            <a:r>
              <a:rPr lang="en-US" sz="2000" dirty="0"/>
              <a:t>  Write legibly</a:t>
            </a:r>
          </a:p>
          <a:p>
            <a:pPr marL="285750" indent="-285750" algn="l">
              <a:lnSpc>
                <a:spcPct val="150000"/>
              </a:lnSpc>
              <a:buClr>
                <a:srgbClr val="00B050"/>
              </a:buClr>
              <a:buSzPct val="125000"/>
              <a:buFont typeface="Wingdings" panose="05000000000000000000" pitchFamily="2" charset="2"/>
              <a:buChar char="ü"/>
            </a:pPr>
            <a:r>
              <a:rPr lang="en-US" sz="2000" dirty="0"/>
              <a:t>  Check for accuracy</a:t>
            </a:r>
          </a:p>
          <a:p>
            <a:pPr marL="285750" indent="-285750" algn="l">
              <a:lnSpc>
                <a:spcPct val="150000"/>
              </a:lnSpc>
              <a:buClr>
                <a:srgbClr val="00B050"/>
              </a:buClr>
              <a:buSzPct val="125000"/>
              <a:buFont typeface="Wingdings" panose="05000000000000000000" pitchFamily="2" charset="2"/>
              <a:buChar char="ü"/>
            </a:pPr>
            <a:r>
              <a:rPr lang="en-US" sz="2000" dirty="0"/>
              <a:t>  Provide details</a:t>
            </a:r>
          </a:p>
          <a:p>
            <a:pPr marL="285750" indent="-285750" algn="l">
              <a:lnSpc>
                <a:spcPct val="150000"/>
              </a:lnSpc>
              <a:buClr>
                <a:srgbClr val="00B050"/>
              </a:buClr>
              <a:buSzPct val="125000"/>
              <a:buFont typeface="Wingdings" panose="05000000000000000000" pitchFamily="2" charset="2"/>
              <a:buChar char="ü"/>
            </a:pPr>
            <a:r>
              <a:rPr lang="en-US" sz="2000" dirty="0"/>
              <a:t>  Be polite</a:t>
            </a:r>
          </a:p>
          <a:p>
            <a:pPr marL="285750" indent="-285750" algn="l">
              <a:lnSpc>
                <a:spcPct val="150000"/>
              </a:lnSpc>
              <a:buClr>
                <a:srgbClr val="00B050"/>
              </a:buClr>
              <a:buSzPct val="125000"/>
              <a:buFont typeface="Wingdings" panose="05000000000000000000" pitchFamily="2" charset="2"/>
              <a:buChar char="ü"/>
            </a:pPr>
            <a:r>
              <a:rPr lang="en-US" sz="2000" dirty="0"/>
              <a:t>  Iterate and refine</a:t>
            </a:r>
          </a:p>
        </p:txBody>
      </p:sp>
      <p:sp>
        <p:nvSpPr>
          <p:cNvPr id="15" name="TextBox 14">
            <a:extLst>
              <a:ext uri="{FF2B5EF4-FFF2-40B4-BE49-F238E27FC236}">
                <a16:creationId xmlns:a16="http://schemas.microsoft.com/office/drawing/2014/main" id="{919AC42F-715E-FF3C-0346-520F439E5870}"/>
              </a:ext>
            </a:extLst>
          </p:cNvPr>
          <p:cNvSpPr txBox="1"/>
          <p:nvPr/>
        </p:nvSpPr>
        <p:spPr>
          <a:xfrm>
            <a:off x="6096000" y="1863661"/>
            <a:ext cx="5381897" cy="2712666"/>
          </a:xfrm>
          <a:prstGeom prst="rect">
            <a:avLst/>
          </a:prstGeom>
          <a:noFill/>
        </p:spPr>
        <p:txBody>
          <a:bodyPr wrap="square" lIns="0" tIns="0" rIns="0" bIns="0" rtlCol="0">
            <a:spAutoFit/>
          </a:bodyPr>
          <a:lstStyle/>
          <a:p>
            <a:pPr marL="342900" indent="-342900" algn="l">
              <a:lnSpc>
                <a:spcPct val="150000"/>
              </a:lnSpc>
              <a:buClr>
                <a:srgbClr val="FF0000"/>
              </a:buClr>
              <a:buSzPct val="150000"/>
              <a:buFont typeface="Wingdings 2" panose="05020102010507070707" pitchFamily="18" charset="2"/>
              <a:buChar char=""/>
            </a:pPr>
            <a:r>
              <a:rPr lang="en-US" sz="2000" dirty="0"/>
              <a:t>  Be vague</a:t>
            </a:r>
          </a:p>
          <a:p>
            <a:pPr marL="342900" indent="-342900" algn="l">
              <a:lnSpc>
                <a:spcPct val="150000"/>
              </a:lnSpc>
              <a:buClr>
                <a:srgbClr val="FF0000"/>
              </a:buClr>
              <a:buSzPct val="150000"/>
              <a:buFont typeface="Wingdings 2" panose="05020102010507070707" pitchFamily="18" charset="2"/>
              <a:buChar char=""/>
            </a:pPr>
            <a:r>
              <a:rPr lang="en-US" sz="2000" dirty="0"/>
              <a:t>  Request inappropriate or unethical content</a:t>
            </a:r>
          </a:p>
          <a:p>
            <a:pPr marL="342900" indent="-342900" algn="l">
              <a:lnSpc>
                <a:spcPct val="150000"/>
              </a:lnSpc>
              <a:buClr>
                <a:srgbClr val="FF0000"/>
              </a:buClr>
              <a:buSzPct val="150000"/>
              <a:buFont typeface="Wingdings 2" panose="05020102010507070707" pitchFamily="18" charset="2"/>
              <a:buChar char=""/>
            </a:pPr>
            <a:r>
              <a:rPr lang="en-US" sz="2000" dirty="0"/>
              <a:t>  Use slang, jargon, or informal language</a:t>
            </a:r>
          </a:p>
          <a:p>
            <a:pPr marL="342900" indent="-342900" algn="l">
              <a:lnSpc>
                <a:spcPct val="150000"/>
              </a:lnSpc>
              <a:buClr>
                <a:srgbClr val="FF0000"/>
              </a:buClr>
              <a:buSzPct val="150000"/>
              <a:buFont typeface="Wingdings 2" panose="05020102010507070707" pitchFamily="18" charset="2"/>
              <a:buChar char=""/>
            </a:pPr>
            <a:r>
              <a:rPr lang="en-US" sz="2000" dirty="0"/>
              <a:t>  Give conflicting instructions</a:t>
            </a:r>
          </a:p>
          <a:p>
            <a:pPr marL="342900" indent="-342900" algn="l">
              <a:lnSpc>
                <a:spcPct val="150000"/>
              </a:lnSpc>
              <a:buClr>
                <a:srgbClr val="FF0000"/>
              </a:buClr>
              <a:buSzPct val="150000"/>
              <a:buFont typeface="Wingdings 2" panose="05020102010507070707" pitchFamily="18" charset="2"/>
              <a:buChar char=""/>
            </a:pPr>
            <a:r>
              <a:rPr lang="en-US" sz="2000" dirty="0"/>
              <a:t>  Interrupt or change topics abruptly</a:t>
            </a:r>
          </a:p>
          <a:p>
            <a:pPr marL="342900" indent="-342900" algn="l">
              <a:lnSpc>
                <a:spcPct val="150000"/>
              </a:lnSpc>
              <a:buClr>
                <a:srgbClr val="FF0000"/>
              </a:buClr>
              <a:buSzPct val="150000"/>
              <a:buFont typeface="Wingdings 2" panose="05020102010507070707" pitchFamily="18" charset="2"/>
              <a:buChar char=""/>
            </a:pPr>
            <a:endParaRPr lang="en-US" sz="2000" dirty="0"/>
          </a:p>
        </p:txBody>
      </p:sp>
      <p:cxnSp>
        <p:nvCxnSpPr>
          <p:cNvPr id="17" name="Straight Connector 16">
            <a:extLst>
              <a:ext uri="{FF2B5EF4-FFF2-40B4-BE49-F238E27FC236}">
                <a16:creationId xmlns:a16="http://schemas.microsoft.com/office/drawing/2014/main" id="{97193037-16A5-48A3-5634-B930E84BFACD}"/>
              </a:ext>
              <a:ext uri="{C183D7F6-B498-43B3-948B-1728B52AA6E4}">
                <adec:decorative xmlns:adec="http://schemas.microsoft.com/office/drawing/2017/decorative" val="1"/>
              </a:ext>
            </a:extLst>
          </p:cNvPr>
          <p:cNvCxnSpPr>
            <a:cxnSpLocks/>
          </p:cNvCxnSpPr>
          <p:nvPr/>
        </p:nvCxnSpPr>
        <p:spPr>
          <a:xfrm>
            <a:off x="5277393" y="1863661"/>
            <a:ext cx="0" cy="4097660"/>
          </a:xfrm>
          <a:prstGeom prst="line">
            <a:avLst/>
          </a:prstGeom>
          <a:ln w="38100">
            <a:headEnd type="none" w="lg" len="med"/>
            <a:tailEnd type="none" w="lg" len="med"/>
          </a:ln>
        </p:spPr>
        <p:style>
          <a:lnRef idx="1">
            <a:schemeClr val="accent2"/>
          </a:lnRef>
          <a:fillRef idx="0">
            <a:schemeClr val="accent2"/>
          </a:fillRef>
          <a:effectRef idx="0">
            <a:schemeClr val="accent2"/>
          </a:effectRef>
          <a:fontRef idx="minor">
            <a:schemeClr val="tx1"/>
          </a:fontRef>
        </p:style>
      </p:cxnSp>
      <p:sp>
        <p:nvSpPr>
          <p:cNvPr id="3" name="Footer Placeholder 2">
            <a:extLst>
              <a:ext uri="{FF2B5EF4-FFF2-40B4-BE49-F238E27FC236}">
                <a16:creationId xmlns:a16="http://schemas.microsoft.com/office/drawing/2014/main" id="{53F93210-D452-C44C-582C-48748A74DEF1}"/>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1216135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8558-8DFB-2CEC-11A9-4C753FBFD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0777F-B9C5-2923-DBC7-552AC65B7C35}"/>
              </a:ext>
            </a:extLst>
          </p:cNvPr>
          <p:cNvSpPr>
            <a:spLocks noGrp="1"/>
          </p:cNvSpPr>
          <p:nvPr>
            <p:ph type="title"/>
          </p:nvPr>
        </p:nvSpPr>
        <p:spPr>
          <a:xfrm>
            <a:off x="579438" y="554458"/>
            <a:ext cx="8193024" cy="553998"/>
          </a:xfrm>
        </p:spPr>
        <p:txBody>
          <a:bodyPr/>
          <a:lstStyle/>
          <a:p>
            <a:r>
              <a:rPr lang="en-US" sz="3600" dirty="0"/>
              <a:t>Examples of web-based Prompts</a:t>
            </a:r>
          </a:p>
        </p:txBody>
      </p:sp>
      <p:sp>
        <p:nvSpPr>
          <p:cNvPr id="7" name="Rounded Rectangle 5">
            <a:extLst>
              <a:ext uri="{FF2B5EF4-FFF2-40B4-BE49-F238E27FC236}">
                <a16:creationId xmlns:a16="http://schemas.microsoft.com/office/drawing/2014/main" id="{3A1D674E-16BB-4584-57B4-FBB3FF46AC51}"/>
              </a:ext>
              <a:ext uri="{C183D7F6-B498-43B3-948B-1728B52AA6E4}">
                <adec:decorative xmlns:adec="http://schemas.microsoft.com/office/drawing/2017/decorative" val="1"/>
              </a:ext>
            </a:extLst>
          </p:cNvPr>
          <p:cNvSpPr/>
          <p:nvPr/>
        </p:nvSpPr>
        <p:spPr>
          <a:xfrm>
            <a:off x="579438" y="1677009"/>
            <a:ext cx="9600635" cy="4432846"/>
          </a:xfrm>
          <a:prstGeom prst="roundRect">
            <a:avLst>
              <a:gd name="adj" fmla="val 2364"/>
            </a:avLst>
          </a:prstGeom>
          <a:solidFill>
            <a:srgbClr val="FFFFFF">
              <a:alpha val="74118"/>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9" name="TextBox 8">
            <a:extLst>
              <a:ext uri="{FF2B5EF4-FFF2-40B4-BE49-F238E27FC236}">
                <a16:creationId xmlns:a16="http://schemas.microsoft.com/office/drawing/2014/main" id="{82FB5673-D719-288B-A0A4-34C1E6D3453F}"/>
              </a:ext>
            </a:extLst>
          </p:cNvPr>
          <p:cNvSpPr txBox="1"/>
          <p:nvPr/>
        </p:nvSpPr>
        <p:spPr>
          <a:xfrm>
            <a:off x="859085" y="1865568"/>
            <a:ext cx="8398427" cy="276999"/>
          </a:xfrm>
          <a:prstGeom prst="rect">
            <a:avLst/>
          </a:prstGeom>
          <a:solidFill>
            <a:srgbClr val="FFFFFF">
              <a:alpha val="74118"/>
            </a:srgbClr>
          </a:solidFill>
        </p:spPr>
        <p:txBody>
          <a:bodyPr wrap="square" lIns="0" tIns="0" rIns="0" bIns="0" rtlCol="0">
            <a:spAutoFit/>
          </a:bodyPr>
          <a:lstStyle/>
          <a:p>
            <a:r>
              <a:rPr lang="en-US" sz="1800" i="1" dirty="0"/>
              <a:t>Revise content</a:t>
            </a:r>
          </a:p>
        </p:txBody>
      </p:sp>
      <p:sp>
        <p:nvSpPr>
          <p:cNvPr id="8" name="TextBox 7">
            <a:hlinkClick r:id="rId3"/>
            <a:extLst>
              <a:ext uri="{FF2B5EF4-FFF2-40B4-BE49-F238E27FC236}">
                <a16:creationId xmlns:a16="http://schemas.microsoft.com/office/drawing/2014/main" id="{55F88850-B4C0-1680-7679-76A28D730FC9}"/>
              </a:ext>
            </a:extLst>
          </p:cNvPr>
          <p:cNvSpPr txBox="1"/>
          <p:nvPr/>
        </p:nvSpPr>
        <p:spPr>
          <a:xfrm>
            <a:off x="765272" y="2085025"/>
            <a:ext cx="8909956"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mj-lt"/>
                <a:ea typeface="+mn-ea"/>
                <a:cs typeface="+mn-cs"/>
              </a:rPr>
              <a:t>Can you help me rewrite this paragraph to make it clearer and more concise?</a:t>
            </a:r>
          </a:p>
        </p:txBody>
      </p:sp>
      <p:sp>
        <p:nvSpPr>
          <p:cNvPr id="11" name="TextBox 10">
            <a:extLst>
              <a:ext uri="{FF2B5EF4-FFF2-40B4-BE49-F238E27FC236}">
                <a16:creationId xmlns:a16="http://schemas.microsoft.com/office/drawing/2014/main" id="{6E66357F-1CF5-2EFC-ACCE-992899B9A979}"/>
              </a:ext>
            </a:extLst>
          </p:cNvPr>
          <p:cNvSpPr txBox="1"/>
          <p:nvPr/>
        </p:nvSpPr>
        <p:spPr>
          <a:xfrm>
            <a:off x="859085" y="2657358"/>
            <a:ext cx="8398427" cy="276999"/>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Segoe UI"/>
                <a:ea typeface="+mn-ea"/>
                <a:cs typeface="+mn-cs"/>
              </a:rPr>
              <a:t>Generate ideas</a:t>
            </a:r>
          </a:p>
        </p:txBody>
      </p:sp>
      <p:sp>
        <p:nvSpPr>
          <p:cNvPr id="10" name="TextBox 9">
            <a:hlinkClick r:id="rId4"/>
            <a:extLst>
              <a:ext uri="{FF2B5EF4-FFF2-40B4-BE49-F238E27FC236}">
                <a16:creationId xmlns:a16="http://schemas.microsoft.com/office/drawing/2014/main" id="{28C61536-8D60-11C6-1400-CA43065E4EFE}"/>
              </a:ext>
            </a:extLst>
          </p:cNvPr>
          <p:cNvSpPr txBox="1"/>
          <p:nvPr/>
        </p:nvSpPr>
        <p:spPr>
          <a:xfrm>
            <a:off x="765272" y="2876815"/>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dirty="0">
                <a:latin typeface="+mj-lt"/>
              </a:rPr>
              <a:t>List ideas for a fun remote team building event.</a:t>
            </a:r>
          </a:p>
        </p:txBody>
      </p:sp>
      <p:sp>
        <p:nvSpPr>
          <p:cNvPr id="15" name="TextBox 14">
            <a:extLst>
              <a:ext uri="{FF2B5EF4-FFF2-40B4-BE49-F238E27FC236}">
                <a16:creationId xmlns:a16="http://schemas.microsoft.com/office/drawing/2014/main" id="{E5323A5E-B250-E77A-8575-00D4141D3D34}"/>
              </a:ext>
            </a:extLst>
          </p:cNvPr>
          <p:cNvSpPr txBox="1"/>
          <p:nvPr/>
        </p:nvSpPr>
        <p:spPr>
          <a:xfrm>
            <a:off x="859085" y="3458961"/>
            <a:ext cx="8398427" cy="276999"/>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Segoe UI"/>
                <a:ea typeface="+mn-ea"/>
                <a:cs typeface="+mn-cs"/>
              </a:rPr>
              <a:t>Start your research</a:t>
            </a:r>
          </a:p>
        </p:txBody>
      </p:sp>
      <p:sp>
        <p:nvSpPr>
          <p:cNvPr id="14" name="TextBox 13">
            <a:hlinkClick r:id="rId5"/>
            <a:extLst>
              <a:ext uri="{FF2B5EF4-FFF2-40B4-BE49-F238E27FC236}">
                <a16:creationId xmlns:a16="http://schemas.microsoft.com/office/drawing/2014/main" id="{12452C85-E164-5C8D-4F91-1904D13BB1C9}"/>
              </a:ext>
            </a:extLst>
          </p:cNvPr>
          <p:cNvSpPr txBox="1"/>
          <p:nvPr/>
        </p:nvSpPr>
        <p:spPr>
          <a:xfrm>
            <a:off x="765272" y="3678418"/>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How have world literacy rates changed in the past 30 years?</a:t>
            </a:r>
          </a:p>
        </p:txBody>
      </p:sp>
      <p:sp>
        <p:nvSpPr>
          <p:cNvPr id="17" name="TextBox 16">
            <a:extLst>
              <a:ext uri="{FF2B5EF4-FFF2-40B4-BE49-F238E27FC236}">
                <a16:creationId xmlns:a16="http://schemas.microsoft.com/office/drawing/2014/main" id="{AC91A491-B53E-2699-546E-853E97C24852}"/>
              </a:ext>
            </a:extLst>
          </p:cNvPr>
          <p:cNvSpPr txBox="1"/>
          <p:nvPr/>
        </p:nvSpPr>
        <p:spPr>
          <a:xfrm>
            <a:off x="859085" y="4253471"/>
            <a:ext cx="8398427" cy="276999"/>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Segoe UI"/>
                <a:ea typeface="+mn-ea"/>
                <a:cs typeface="+mn-cs"/>
              </a:rPr>
              <a:t>Code faster</a:t>
            </a:r>
          </a:p>
        </p:txBody>
      </p:sp>
      <p:sp>
        <p:nvSpPr>
          <p:cNvPr id="16" name="TextBox 15">
            <a:hlinkClick r:id="rId6"/>
            <a:extLst>
              <a:ext uri="{FF2B5EF4-FFF2-40B4-BE49-F238E27FC236}">
                <a16:creationId xmlns:a16="http://schemas.microsoft.com/office/drawing/2014/main" id="{0B564450-ED45-77FB-81B4-DD678D9E5B93}"/>
              </a:ext>
            </a:extLst>
          </p:cNvPr>
          <p:cNvSpPr txBox="1"/>
          <p:nvPr/>
        </p:nvSpPr>
        <p:spPr>
          <a:xfrm>
            <a:off x="765272" y="4472928"/>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914400">
              <a:defRPr/>
            </a:pPr>
            <a:r>
              <a:rPr lang="en-US" sz="1800" dirty="0">
                <a:solidFill>
                  <a:schemeClr val="tx1"/>
                </a:solidFill>
                <a:latin typeface="+mj-lt"/>
              </a:rPr>
              <a:t>Write a Python script to perform binary search.</a:t>
            </a:r>
          </a:p>
        </p:txBody>
      </p:sp>
      <p:sp>
        <p:nvSpPr>
          <p:cNvPr id="13" name="TextBox 12">
            <a:extLst>
              <a:ext uri="{FF2B5EF4-FFF2-40B4-BE49-F238E27FC236}">
                <a16:creationId xmlns:a16="http://schemas.microsoft.com/office/drawing/2014/main" id="{506DBA66-8F0B-1B43-B3E7-DE0CBAC45722}"/>
              </a:ext>
            </a:extLst>
          </p:cNvPr>
          <p:cNvSpPr txBox="1"/>
          <p:nvPr/>
        </p:nvSpPr>
        <p:spPr>
          <a:xfrm>
            <a:off x="879103" y="5047607"/>
            <a:ext cx="8398427" cy="276999"/>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solidFill>
                  <a:srgbClr val="000000"/>
                </a:solidFill>
                <a:latin typeface="Segoe UI"/>
              </a:rPr>
              <a:t>Draw conclusions</a:t>
            </a:r>
            <a:endParaRPr kumimoji="0" lang="en-US" sz="1800" b="0" i="1" u="none" strike="noStrike" kern="1200" cap="none" spc="0" normalizeH="0" baseline="0" noProof="0" dirty="0">
              <a:ln>
                <a:noFill/>
              </a:ln>
              <a:solidFill>
                <a:srgbClr val="000000"/>
              </a:solidFill>
              <a:effectLst/>
              <a:uLnTx/>
              <a:uFillTx/>
              <a:latin typeface="Segoe UI"/>
              <a:ea typeface="+mn-ea"/>
              <a:cs typeface="+mn-cs"/>
            </a:endParaRPr>
          </a:p>
        </p:txBody>
      </p:sp>
      <p:sp>
        <p:nvSpPr>
          <p:cNvPr id="12" name="TextBox 11">
            <a:hlinkClick r:id="rId7"/>
            <a:extLst>
              <a:ext uri="{FF2B5EF4-FFF2-40B4-BE49-F238E27FC236}">
                <a16:creationId xmlns:a16="http://schemas.microsoft.com/office/drawing/2014/main" id="{0E30F4A0-B609-5E2B-5819-82FAE71F50B3}"/>
              </a:ext>
            </a:extLst>
          </p:cNvPr>
          <p:cNvSpPr txBox="1"/>
          <p:nvPr/>
        </p:nvSpPr>
        <p:spPr>
          <a:xfrm>
            <a:off x="785290" y="5267064"/>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Help me analyze the data from my experience using this</a:t>
            </a:r>
            <a:r>
              <a:rPr lang="en-US" sz="1800" dirty="0">
                <a:solidFill>
                  <a:srgbClr val="000000"/>
                </a:solidFill>
                <a:latin typeface="Segoe UI Semibold"/>
              </a:rPr>
              <a:t> /</a:t>
            </a: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file.</a:t>
            </a:r>
          </a:p>
        </p:txBody>
      </p:sp>
      <p:sp>
        <p:nvSpPr>
          <p:cNvPr id="3" name="Footer Placeholder 2">
            <a:extLst>
              <a:ext uri="{FF2B5EF4-FFF2-40B4-BE49-F238E27FC236}">
                <a16:creationId xmlns:a16="http://schemas.microsoft.com/office/drawing/2014/main" id="{64E3603E-462B-340B-C908-1CD4BF93342C}"/>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73675108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square">
            <a:spAutoFit/>
          </a:bodyPr>
          <a:lstStyle/>
          <a:p>
            <a:r>
              <a:rPr sz="2400" b="1">
                <a:solidFill>
                  <a:srgbClr val="003366"/>
                </a:solidFill>
              </a:rPr>
              <a:t>AI Hallucinations: What They Are and Why They Matter</a:t>
            </a:r>
          </a:p>
        </p:txBody>
      </p:sp>
      <p:sp>
        <p:nvSpPr>
          <p:cNvPr id="3" name="TextBox 2"/>
          <p:cNvSpPr txBox="1"/>
          <p:nvPr/>
        </p:nvSpPr>
        <p:spPr>
          <a:xfrm>
            <a:off x="457200" y="1599028"/>
            <a:ext cx="8229600" cy="4754880"/>
          </a:xfrm>
          <a:prstGeom prst="rect">
            <a:avLst/>
          </a:prstGeom>
          <a:noFill/>
        </p:spPr>
        <p:txBody>
          <a:bodyPr wrap="square">
            <a:spAutoFit/>
          </a:bodyPr>
          <a:lstStyle/>
          <a:p>
            <a:pPr>
              <a:spcAft>
                <a:spcPts val="400"/>
              </a:spcAft>
            </a:pPr>
            <a:r>
              <a:rPr sz="1600" b="1" dirty="0">
                <a:solidFill>
                  <a:srgbClr val="003366"/>
                </a:solidFill>
              </a:rPr>
              <a:t>What is an AI hallucination?</a:t>
            </a:r>
          </a:p>
          <a:p>
            <a:pPr>
              <a:spcAft>
                <a:spcPts val="300"/>
              </a:spcAft>
            </a:pPr>
            <a:r>
              <a:rPr sz="1400" dirty="0">
                <a:solidFill>
                  <a:srgbClr val="333333"/>
                </a:solidFill>
              </a:rPr>
              <a:t>A response where Copilot presents fabricated information as fact — invented statistics,</a:t>
            </a:r>
          </a:p>
          <a:p>
            <a:pPr>
              <a:spcAft>
                <a:spcPts val="300"/>
              </a:spcAft>
            </a:pPr>
            <a:r>
              <a:rPr sz="1400" dirty="0">
                <a:solidFill>
                  <a:srgbClr val="333333"/>
                </a:solidFill>
              </a:rPr>
              <a:t>nonexistent agreements, fictional events, or made-up citations that sound authoritative.</a:t>
            </a:r>
          </a:p>
          <a:p>
            <a:pPr>
              <a:spcAft>
                <a:spcPts val="800"/>
              </a:spcAft>
            </a:pPr>
            <a:endParaRPr sz="1400" dirty="0">
              <a:solidFill>
                <a:srgbClr val="333333"/>
              </a:solidFill>
            </a:endParaRPr>
          </a:p>
          <a:p>
            <a:pPr>
              <a:spcAft>
                <a:spcPts val="400"/>
              </a:spcAft>
            </a:pPr>
            <a:r>
              <a:rPr sz="1600" b="1" dirty="0">
                <a:solidFill>
                  <a:srgbClr val="003366"/>
                </a:solidFill>
              </a:rPr>
              <a:t>Why does this happen?</a:t>
            </a:r>
          </a:p>
          <a:p>
            <a:pPr>
              <a:spcAft>
                <a:spcPts val="300"/>
              </a:spcAft>
            </a:pPr>
            <a:r>
              <a:rPr sz="1400" dirty="0">
                <a:solidFill>
                  <a:srgbClr val="333333"/>
                </a:solidFill>
              </a:rPr>
              <a:t>- Large language models predict the most plausible next words, not verified facts</a:t>
            </a:r>
          </a:p>
          <a:p>
            <a:pPr>
              <a:spcAft>
                <a:spcPts val="300"/>
              </a:spcAft>
            </a:pPr>
            <a:r>
              <a:rPr sz="1400" dirty="0">
                <a:solidFill>
                  <a:srgbClr val="333333"/>
                </a:solidFill>
              </a:rPr>
              <a:t>- Copilot does not "know" things — it generates text that matches patterns in its training</a:t>
            </a:r>
          </a:p>
          <a:p>
            <a:pPr>
              <a:spcAft>
                <a:spcPts val="300"/>
              </a:spcAft>
            </a:pPr>
            <a:r>
              <a:rPr sz="1400" dirty="0">
                <a:solidFill>
                  <a:srgbClr val="333333"/>
                </a:solidFill>
              </a:rPr>
              <a:t>- The more specific or obscure your question, the higher the hallucination risk</a:t>
            </a:r>
          </a:p>
          <a:p>
            <a:pPr>
              <a:spcAft>
                <a:spcPts val="800"/>
              </a:spcAft>
            </a:pPr>
            <a:endParaRPr sz="1400" dirty="0">
              <a:solidFill>
                <a:srgbClr val="333333"/>
              </a:solidFill>
            </a:endParaRPr>
          </a:p>
          <a:p>
            <a:pPr>
              <a:spcAft>
                <a:spcPts val="400"/>
              </a:spcAft>
            </a:pPr>
            <a:r>
              <a:rPr sz="1600" b="1" dirty="0">
                <a:solidFill>
                  <a:srgbClr val="003366"/>
                </a:solidFill>
              </a:rPr>
              <a:t>Why it matters in a DOJ environment</a:t>
            </a:r>
          </a:p>
          <a:p>
            <a:pPr>
              <a:spcAft>
                <a:spcPts val="300"/>
              </a:spcAft>
            </a:pPr>
            <a:r>
              <a:rPr sz="1400" dirty="0">
                <a:solidFill>
                  <a:srgbClr val="333333"/>
                </a:solidFill>
              </a:rPr>
              <a:t>- A fabricated case citation in a legal brief or filing can have direct legal consequences</a:t>
            </a:r>
          </a:p>
          <a:p>
            <a:pPr>
              <a:spcAft>
                <a:spcPts val="300"/>
              </a:spcAft>
            </a:pPr>
            <a:r>
              <a:rPr sz="1400" dirty="0">
                <a:solidFill>
                  <a:srgbClr val="333333"/>
                </a:solidFill>
              </a:rPr>
              <a:t>- An invented statute or regulation could undermine an enforcement position or court filing</a:t>
            </a:r>
          </a:p>
          <a:p>
            <a:pPr>
              <a:spcAft>
                <a:spcPts val="300"/>
              </a:spcAft>
            </a:pPr>
            <a:r>
              <a:rPr sz="1400" dirty="0">
                <a:solidFill>
                  <a:srgbClr val="333333"/>
                </a:solidFill>
              </a:rPr>
              <a:t>- Incorrect program data could mislead congressional reporting or leadership decisions</a:t>
            </a:r>
          </a:p>
          <a:p>
            <a:pPr>
              <a:spcAft>
                <a:spcPts val="800"/>
              </a:spcAft>
            </a:pPr>
            <a:endParaRPr sz="1400" dirty="0">
              <a:solidFill>
                <a:srgbClr val="333333"/>
              </a:solidFill>
            </a:endParaRPr>
          </a:p>
          <a:p>
            <a:pPr>
              <a:spcAft>
                <a:spcPts val="300"/>
              </a:spcAft>
            </a:pPr>
            <a:r>
              <a:rPr sz="1400" dirty="0">
                <a:solidFill>
                  <a:srgbClr val="333333"/>
                </a:solidFill>
              </a:rPr>
              <a:t>Bottom line: Copilot is a powerful first-draft tool, not an authoritative source.</a:t>
            </a:r>
          </a:p>
          <a:p>
            <a:pPr>
              <a:spcAft>
                <a:spcPts val="300"/>
              </a:spcAft>
            </a:pPr>
            <a:r>
              <a:rPr sz="1400" dirty="0">
                <a:solidFill>
                  <a:srgbClr val="333333"/>
                </a:solidFill>
              </a:rPr>
              <a:t>Always verify before you trust.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square">
            <a:spAutoFit/>
          </a:bodyPr>
          <a:lstStyle/>
          <a:p>
            <a:r>
              <a:rPr sz="2400" b="1">
                <a:solidFill>
                  <a:srgbClr val="003366"/>
                </a:solidFill>
              </a:rPr>
              <a:t>Detecting and Preventing Hallucinations</a:t>
            </a:r>
          </a:p>
        </p:txBody>
      </p:sp>
      <p:sp>
        <p:nvSpPr>
          <p:cNvPr id="3" name="TextBox 2"/>
          <p:cNvSpPr txBox="1"/>
          <p:nvPr/>
        </p:nvSpPr>
        <p:spPr>
          <a:xfrm>
            <a:off x="457200" y="1376288"/>
            <a:ext cx="11043138" cy="5283498"/>
          </a:xfrm>
          <a:prstGeom prst="rect">
            <a:avLst/>
          </a:prstGeom>
          <a:noFill/>
        </p:spPr>
        <p:txBody>
          <a:bodyPr wrap="square">
            <a:spAutoFit/>
          </a:bodyPr>
          <a:lstStyle/>
          <a:p>
            <a:pPr>
              <a:spcAft>
                <a:spcPts val="400"/>
              </a:spcAft>
            </a:pPr>
            <a:r>
              <a:rPr sz="1600" b="1" dirty="0">
                <a:solidFill>
                  <a:srgbClr val="003366"/>
                </a:solidFill>
              </a:rPr>
              <a:t>How to detect hallucinations</a:t>
            </a:r>
          </a:p>
          <a:p>
            <a:pPr>
              <a:spcAft>
                <a:spcPts val="300"/>
              </a:spcAft>
            </a:pPr>
            <a:r>
              <a:rPr sz="1400" dirty="0">
                <a:solidFill>
                  <a:srgbClr val="333333"/>
                </a:solidFill>
              </a:rPr>
              <a:t>- Always check the source links beneath Copilot's response</a:t>
            </a:r>
          </a:p>
          <a:p>
            <a:pPr>
              <a:spcAft>
                <a:spcPts val="300"/>
              </a:spcAft>
            </a:pPr>
            <a:r>
              <a:rPr sz="1400" dirty="0">
                <a:solidFill>
                  <a:srgbClr val="333333"/>
                </a:solidFill>
              </a:rPr>
              <a:t>- Challenge Copilot: "How confident are you? Can you confirm with a direct source?"</a:t>
            </a:r>
          </a:p>
          <a:p>
            <a:pPr>
              <a:spcAft>
                <a:spcPts val="300"/>
              </a:spcAft>
            </a:pPr>
            <a:r>
              <a:rPr sz="1400" dirty="0">
                <a:solidFill>
                  <a:srgbClr val="333333"/>
                </a:solidFill>
              </a:rPr>
              <a:t>- Watch for red flags: very specific numbers without sources, obscure details presented with high confidence</a:t>
            </a:r>
          </a:p>
          <a:p>
            <a:pPr>
              <a:spcAft>
                <a:spcPts val="300"/>
              </a:spcAft>
            </a:pPr>
            <a:r>
              <a:rPr sz="1400" dirty="0">
                <a:solidFill>
                  <a:srgbClr val="333333"/>
                </a:solidFill>
              </a:rPr>
              <a:t>- Cross-reference critical facts with authoritative sources (DOJ publications, justice.gov, official press releases)</a:t>
            </a:r>
          </a:p>
          <a:p>
            <a:pPr>
              <a:spcAft>
                <a:spcPts val="400"/>
              </a:spcAft>
            </a:pPr>
            <a:r>
              <a:rPr sz="1600" b="1" dirty="0">
                <a:solidFill>
                  <a:srgbClr val="003366"/>
                </a:solidFill>
              </a:rPr>
              <a:t>1. Constrain to known sources</a:t>
            </a:r>
          </a:p>
          <a:p>
            <a:pPr lvl="1">
              <a:spcAft>
                <a:spcPts val="200"/>
              </a:spcAft>
            </a:pPr>
            <a:r>
              <a:rPr sz="1300" dirty="0">
                <a:solidFill>
                  <a:srgbClr val="333333"/>
                </a:solidFill>
              </a:rPr>
              <a:t>- "Based only on U.S. Department of Justice press releases and justice.gov publications..."</a:t>
            </a:r>
          </a:p>
          <a:p>
            <a:pPr lvl="1">
              <a:spcAft>
                <a:spcPts val="200"/>
              </a:spcAft>
            </a:pPr>
            <a:r>
              <a:rPr sz="1300" dirty="0">
                <a:solidFill>
                  <a:srgbClr val="333333"/>
                </a:solidFill>
              </a:rPr>
              <a:t>- "If information is not publicly available, say so rather than speculating."</a:t>
            </a:r>
          </a:p>
          <a:p>
            <a:pPr>
              <a:spcAft>
                <a:spcPts val="800"/>
              </a:spcAft>
            </a:pPr>
            <a:endParaRPr sz="1300" dirty="0">
              <a:solidFill>
                <a:srgbClr val="333333"/>
              </a:solidFill>
            </a:endParaRPr>
          </a:p>
          <a:p>
            <a:pPr>
              <a:spcAft>
                <a:spcPts val="400"/>
              </a:spcAft>
            </a:pPr>
            <a:r>
              <a:rPr sz="1600" b="1" dirty="0">
                <a:solidFill>
                  <a:srgbClr val="003366"/>
                </a:solidFill>
              </a:rPr>
              <a:t>2. Demand inline source attribution</a:t>
            </a:r>
          </a:p>
          <a:p>
            <a:pPr lvl="1">
              <a:spcAft>
                <a:spcPts val="200"/>
              </a:spcAft>
            </a:pPr>
            <a:r>
              <a:rPr sz="1300" dirty="0">
                <a:solidFill>
                  <a:srgbClr val="333333"/>
                </a:solidFill>
              </a:rPr>
              <a:t>- "For each claim, include the source name and date in parentheses."</a:t>
            </a:r>
          </a:p>
          <a:p>
            <a:pPr lvl="1">
              <a:spcAft>
                <a:spcPts val="200"/>
              </a:spcAft>
            </a:pPr>
            <a:r>
              <a:rPr sz="1300" dirty="0">
                <a:solidFill>
                  <a:srgbClr val="333333"/>
                </a:solidFill>
              </a:rPr>
              <a:t>- "Do not include any information you cannot attribute to a specific source."</a:t>
            </a:r>
          </a:p>
          <a:p>
            <a:pPr>
              <a:spcAft>
                <a:spcPts val="800"/>
              </a:spcAft>
            </a:pPr>
            <a:endParaRPr sz="1300" dirty="0">
              <a:solidFill>
                <a:srgbClr val="333333"/>
              </a:solidFill>
            </a:endParaRPr>
          </a:p>
          <a:p>
            <a:pPr>
              <a:spcAft>
                <a:spcPts val="400"/>
              </a:spcAft>
            </a:pPr>
            <a:r>
              <a:rPr sz="1600" b="1" dirty="0">
                <a:solidFill>
                  <a:srgbClr val="003366"/>
                </a:solidFill>
              </a:rPr>
              <a:t>3. Upload authoritative documents</a:t>
            </a:r>
          </a:p>
          <a:p>
            <a:pPr lvl="1">
              <a:spcAft>
                <a:spcPts val="200"/>
              </a:spcAft>
            </a:pPr>
            <a:r>
              <a:rPr sz="1300" dirty="0">
                <a:solidFill>
                  <a:srgbClr val="333333"/>
                </a:solidFill>
              </a:rPr>
              <a:t>- Upload the source file and prompt: "Using only the attached document, summarize..."</a:t>
            </a:r>
          </a:p>
          <a:p>
            <a:pPr lvl="1">
              <a:spcAft>
                <a:spcPts val="200"/>
              </a:spcAft>
            </a:pPr>
            <a:r>
              <a:rPr sz="1300" dirty="0">
                <a:solidFill>
                  <a:srgbClr val="333333"/>
                </a:solidFill>
              </a:rPr>
              <a:t>- This grounds Copilot in verified content rather than web search</a:t>
            </a:r>
          </a:p>
          <a:p>
            <a:pPr>
              <a:spcAft>
                <a:spcPts val="800"/>
              </a:spcAft>
            </a:pPr>
            <a:endParaRPr sz="1300" dirty="0">
              <a:solidFill>
                <a:srgbClr val="333333"/>
              </a:solidFill>
            </a:endParaRPr>
          </a:p>
          <a:p>
            <a:pPr>
              <a:spcAft>
                <a:spcPts val="400"/>
              </a:spcAft>
            </a:pPr>
            <a:r>
              <a:rPr sz="1600" b="1" dirty="0">
                <a:solidFill>
                  <a:srgbClr val="003366"/>
                </a:solidFill>
              </a:rPr>
              <a:t>4. Request a confidence level</a:t>
            </a:r>
          </a:p>
          <a:p>
            <a:pPr lvl="1">
              <a:spcAft>
                <a:spcPts val="200"/>
              </a:spcAft>
            </a:pPr>
            <a:r>
              <a:rPr sz="1300" dirty="0">
                <a:solidFill>
                  <a:srgbClr val="333333"/>
                </a:solidFill>
              </a:rPr>
              <a:t>- "If you are unsure about any detail, flag it as unverified."</a:t>
            </a:r>
          </a:p>
          <a:p>
            <a:pPr lvl="1">
              <a:spcAft>
                <a:spcPts val="200"/>
              </a:spcAft>
            </a:pPr>
            <a:r>
              <a:rPr sz="1300" dirty="0">
                <a:solidFill>
                  <a:srgbClr val="333333"/>
                </a:solidFill>
              </a:rPr>
              <a:t>- "Rate your confidence in each claim as High, Medium, or Low."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square">
            <a:spAutoFit/>
          </a:bodyPr>
          <a:lstStyle/>
          <a:p>
            <a:r>
              <a:rPr sz="2400" b="1">
                <a:solidFill>
                  <a:srgbClr val="003366"/>
                </a:solidFill>
              </a:rPr>
              <a:t>The Verification Rule for DOJ Professionals</a:t>
            </a:r>
          </a:p>
        </p:txBody>
      </p:sp>
      <p:sp>
        <p:nvSpPr>
          <p:cNvPr id="3" name="TextBox 2"/>
          <p:cNvSpPr txBox="1"/>
          <p:nvPr/>
        </p:nvSpPr>
        <p:spPr>
          <a:xfrm>
            <a:off x="457200" y="1563858"/>
            <a:ext cx="8229600" cy="4754880"/>
          </a:xfrm>
          <a:prstGeom prst="rect">
            <a:avLst/>
          </a:prstGeom>
          <a:noFill/>
        </p:spPr>
        <p:txBody>
          <a:bodyPr wrap="square">
            <a:spAutoFit/>
          </a:bodyPr>
          <a:lstStyle/>
          <a:p>
            <a:pPr>
              <a:spcAft>
                <a:spcPts val="300"/>
              </a:spcAft>
            </a:pPr>
            <a:r>
              <a:rPr sz="1400" dirty="0">
                <a:solidFill>
                  <a:srgbClr val="333333"/>
                </a:solidFill>
              </a:rPr>
              <a:t>Before any Copilot output goes into an official product, apply this checklist:</a:t>
            </a:r>
          </a:p>
          <a:p>
            <a:pPr>
              <a:spcAft>
                <a:spcPts val="800"/>
              </a:spcAft>
            </a:pPr>
            <a:endParaRPr sz="1400" dirty="0">
              <a:solidFill>
                <a:srgbClr val="333333"/>
              </a:solidFill>
            </a:endParaRPr>
          </a:p>
          <a:p>
            <a:pPr>
              <a:spcAft>
                <a:spcPts val="300"/>
              </a:spcAft>
            </a:pPr>
            <a:r>
              <a:rPr sz="1400" dirty="0">
                <a:solidFill>
                  <a:srgbClr val="333333"/>
                </a:solidFill>
              </a:rPr>
              <a:t>**☑ Check sources** — Click every source link. Does it actually say what Copilot claims?</a:t>
            </a:r>
          </a:p>
          <a:p>
            <a:pPr>
              <a:spcAft>
                <a:spcPts val="800"/>
              </a:spcAft>
            </a:pPr>
            <a:endParaRPr sz="1400" dirty="0">
              <a:solidFill>
                <a:srgbClr val="333333"/>
              </a:solidFill>
            </a:endParaRPr>
          </a:p>
          <a:p>
            <a:pPr>
              <a:spcAft>
                <a:spcPts val="300"/>
              </a:spcAft>
            </a:pPr>
            <a:r>
              <a:rPr sz="1400" dirty="0">
                <a:solidFill>
                  <a:srgbClr val="333333"/>
                </a:solidFill>
              </a:rPr>
              <a:t>**☑ Verify specifics** — Numbers, dates, names, and quoted statements are the most</a:t>
            </a:r>
          </a:p>
          <a:p>
            <a:pPr>
              <a:spcAft>
                <a:spcPts val="300"/>
              </a:spcAft>
            </a:pPr>
            <a:r>
              <a:rPr sz="1400" dirty="0">
                <a:solidFill>
                  <a:srgbClr val="333333"/>
                </a:solidFill>
              </a:rPr>
              <a:t>    common hallucination targets. Cross-reference with authoritative sources.</a:t>
            </a:r>
          </a:p>
          <a:p>
            <a:pPr>
              <a:spcAft>
                <a:spcPts val="800"/>
              </a:spcAft>
            </a:pPr>
            <a:endParaRPr sz="1400" dirty="0">
              <a:solidFill>
                <a:srgbClr val="333333"/>
              </a:solidFill>
            </a:endParaRPr>
          </a:p>
          <a:p>
            <a:pPr>
              <a:spcAft>
                <a:spcPts val="300"/>
              </a:spcAft>
            </a:pPr>
            <a:r>
              <a:rPr sz="1400" dirty="0">
                <a:solidFill>
                  <a:srgbClr val="333333"/>
                </a:solidFill>
              </a:rPr>
              <a:t>**☑ Challenge confident claims** — If Copilot sounds very sure about something obscure,</a:t>
            </a:r>
          </a:p>
          <a:p>
            <a:pPr>
              <a:spcAft>
                <a:spcPts val="300"/>
              </a:spcAft>
            </a:pPr>
            <a:r>
              <a:rPr sz="1400" dirty="0">
                <a:solidFill>
                  <a:srgbClr val="333333"/>
                </a:solidFill>
              </a:rPr>
              <a:t>    that is a red flag, not a green light.</a:t>
            </a:r>
          </a:p>
          <a:p>
            <a:pPr>
              <a:spcAft>
                <a:spcPts val="800"/>
              </a:spcAft>
            </a:pPr>
            <a:endParaRPr sz="1400" dirty="0">
              <a:solidFill>
                <a:srgbClr val="333333"/>
              </a:solidFill>
            </a:endParaRPr>
          </a:p>
          <a:p>
            <a:pPr>
              <a:spcAft>
                <a:spcPts val="300"/>
              </a:spcAft>
            </a:pPr>
            <a:r>
              <a:rPr sz="1400" dirty="0">
                <a:solidFill>
                  <a:srgbClr val="333333"/>
                </a:solidFill>
              </a:rPr>
              <a:t>**☑ Use document grounding for accuracy-critical tasks** — Upload the source</a:t>
            </a:r>
          </a:p>
          <a:p>
            <a:pPr>
              <a:spcAft>
                <a:spcPts val="300"/>
              </a:spcAft>
            </a:pPr>
            <a:r>
              <a:rPr sz="1400" dirty="0">
                <a:solidFill>
                  <a:srgbClr val="333333"/>
                </a:solidFill>
              </a:rPr>
              <a:t>    document and constrain Copilot to it.</a:t>
            </a:r>
          </a:p>
          <a:p>
            <a:pPr>
              <a:spcAft>
                <a:spcPts val="800"/>
              </a:spcAft>
            </a:pPr>
            <a:endParaRPr sz="1400" dirty="0">
              <a:solidFill>
                <a:srgbClr val="333333"/>
              </a:solidFill>
            </a:endParaRPr>
          </a:p>
          <a:p>
            <a:pPr>
              <a:spcAft>
                <a:spcPts val="300"/>
              </a:spcAft>
            </a:pPr>
            <a:r>
              <a:rPr sz="1400" dirty="0">
                <a:solidFill>
                  <a:srgbClr val="333333"/>
                </a:solidFill>
              </a:rPr>
              <a:t>**☑ Treat output as a first draft** — Copilot is a skilled but new analyst on your</a:t>
            </a:r>
          </a:p>
          <a:p>
            <a:pPr>
              <a:spcAft>
                <a:spcPts val="300"/>
              </a:spcAft>
            </a:pPr>
            <a:r>
              <a:rPr sz="1400" dirty="0">
                <a:solidFill>
                  <a:srgbClr val="333333"/>
                </a:solidFill>
              </a:rPr>
              <a:t>    staff. Good output, but always needs a senior review.</a:t>
            </a:r>
          </a:p>
          <a:p>
            <a:pPr>
              <a:spcAft>
                <a:spcPts val="800"/>
              </a:spcAft>
            </a:pPr>
            <a:endParaRPr sz="1400" dirty="0">
              <a:solidFill>
                <a:srgbClr val="333333"/>
              </a:solidFill>
            </a:endParaRPr>
          </a:p>
          <a:p>
            <a:pPr>
              <a:spcAft>
                <a:spcPts val="800"/>
              </a:spcAft>
            </a:pPr>
            <a:endParaRPr sz="1400" dirty="0">
              <a:solidFill>
                <a:srgbClr val="333333"/>
              </a:solidFill>
            </a:endParaRPr>
          </a:p>
          <a:p>
            <a:pPr>
              <a:spcAft>
                <a:spcPts val="300"/>
              </a:spcAft>
            </a:pPr>
            <a:r>
              <a:rPr sz="1400" dirty="0">
                <a:solidFill>
                  <a:srgbClr val="333333"/>
                </a:solidFill>
              </a:rPr>
              <a:t>You will practice all of these techniques in Exercise 2, Task 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DC67D-A36D-32D9-A6ED-B021B1E4A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BA323-3B65-B63F-E4F2-40B18DE77225}"/>
              </a:ext>
            </a:extLst>
          </p:cNvPr>
          <p:cNvSpPr>
            <a:spLocks noGrp="1"/>
          </p:cNvSpPr>
          <p:nvPr>
            <p:ph type="title"/>
          </p:nvPr>
        </p:nvSpPr>
        <p:spPr>
          <a:xfrm>
            <a:off x="588262" y="585216"/>
            <a:ext cx="8193024" cy="553998"/>
          </a:xfrm>
        </p:spPr>
        <p:txBody>
          <a:bodyPr/>
          <a:lstStyle/>
          <a:p>
            <a:r>
              <a:rPr lang="en-US" sz="3600" dirty="0"/>
              <a:t>Examples of work-based prompts</a:t>
            </a:r>
            <a:endParaRPr lang="en-US" sz="4400" dirty="0"/>
          </a:p>
        </p:txBody>
      </p:sp>
      <p:sp>
        <p:nvSpPr>
          <p:cNvPr id="7" name="Rounded Rectangle 5">
            <a:extLst>
              <a:ext uri="{FF2B5EF4-FFF2-40B4-BE49-F238E27FC236}">
                <a16:creationId xmlns:a16="http://schemas.microsoft.com/office/drawing/2014/main" id="{568F3724-3D1C-718F-EA05-38D1A4A317EB}"/>
              </a:ext>
              <a:ext uri="{C183D7F6-B498-43B3-948B-1728B52AA6E4}">
                <adec:decorative xmlns:adec="http://schemas.microsoft.com/office/drawing/2017/decorative" val="1"/>
              </a:ext>
            </a:extLst>
          </p:cNvPr>
          <p:cNvSpPr/>
          <p:nvPr/>
        </p:nvSpPr>
        <p:spPr>
          <a:xfrm>
            <a:off x="579438" y="1677009"/>
            <a:ext cx="9600635" cy="3615960"/>
          </a:xfrm>
          <a:prstGeom prst="roundRect">
            <a:avLst>
              <a:gd name="adj" fmla="val 2364"/>
            </a:avLst>
          </a:prstGeom>
          <a:solidFill>
            <a:srgbClr val="FFFFFF">
              <a:alpha val="74118"/>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9" name="TextBox 8">
            <a:extLst>
              <a:ext uri="{FF2B5EF4-FFF2-40B4-BE49-F238E27FC236}">
                <a16:creationId xmlns:a16="http://schemas.microsoft.com/office/drawing/2014/main" id="{B5C2A6B3-9AA3-7A2A-919D-2C363DA8FE2A}"/>
              </a:ext>
            </a:extLst>
          </p:cNvPr>
          <p:cNvSpPr txBox="1"/>
          <p:nvPr/>
        </p:nvSpPr>
        <p:spPr>
          <a:xfrm>
            <a:off x="859085" y="1832517"/>
            <a:ext cx="8398427" cy="307777"/>
          </a:xfrm>
          <a:prstGeom prst="rect">
            <a:avLst/>
          </a:prstGeom>
          <a:solidFill>
            <a:srgbClr val="FFFFFF">
              <a:alpha val="74118"/>
            </a:srgbClr>
          </a:solidFill>
        </p:spPr>
        <p:txBody>
          <a:bodyPr wrap="square" lIns="0" tIns="0" rIns="0" bIns="0" rtlCol="0">
            <a:spAutoFit/>
          </a:bodyPr>
          <a:lstStyle/>
          <a:p>
            <a:r>
              <a:rPr lang="en-US" sz="2000" i="1" dirty="0"/>
              <a:t>Check your schedule</a:t>
            </a:r>
          </a:p>
        </p:txBody>
      </p:sp>
      <p:sp>
        <p:nvSpPr>
          <p:cNvPr id="8" name="TextBox 7">
            <a:hlinkClick r:id="rId3"/>
            <a:extLst>
              <a:ext uri="{FF2B5EF4-FFF2-40B4-BE49-F238E27FC236}">
                <a16:creationId xmlns:a16="http://schemas.microsoft.com/office/drawing/2014/main" id="{A25E99D9-E1ED-445C-86F3-190CCDDD0A42}"/>
              </a:ext>
            </a:extLst>
          </p:cNvPr>
          <p:cNvSpPr txBox="1"/>
          <p:nvPr/>
        </p:nvSpPr>
        <p:spPr>
          <a:xfrm>
            <a:off x="765272" y="2085025"/>
            <a:ext cx="8909956"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i="0" u="none" strike="noStrike" kern="1200" cap="none" spc="0" normalizeH="0" baseline="0" noProof="0" dirty="0">
                <a:ln>
                  <a:noFill/>
                </a:ln>
                <a:solidFill>
                  <a:srgbClr val="000000"/>
                </a:solidFill>
                <a:effectLst/>
                <a:uLnTx/>
                <a:uFillTx/>
                <a:latin typeface="+mj-lt"/>
                <a:ea typeface="+mn-ea"/>
                <a:cs typeface="+mn-cs"/>
              </a:rPr>
              <a:t>When is my next one-on-one with /person?</a:t>
            </a:r>
          </a:p>
        </p:txBody>
      </p:sp>
      <p:sp>
        <p:nvSpPr>
          <p:cNvPr id="11" name="TextBox 10">
            <a:extLst>
              <a:ext uri="{FF2B5EF4-FFF2-40B4-BE49-F238E27FC236}">
                <a16:creationId xmlns:a16="http://schemas.microsoft.com/office/drawing/2014/main" id="{F1AC6CB8-AC20-96C0-D281-71158A843CDE}"/>
              </a:ext>
            </a:extLst>
          </p:cNvPr>
          <p:cNvSpPr txBox="1"/>
          <p:nvPr/>
        </p:nvSpPr>
        <p:spPr>
          <a:xfrm>
            <a:off x="859085" y="2613290"/>
            <a:ext cx="8398427" cy="307777"/>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Segoe UI"/>
                <a:ea typeface="+mn-ea"/>
                <a:cs typeface="+mn-cs"/>
              </a:rPr>
              <a:t>Decode acronyms </a:t>
            </a:r>
          </a:p>
        </p:txBody>
      </p:sp>
      <p:sp>
        <p:nvSpPr>
          <p:cNvPr id="10" name="TextBox 9">
            <a:hlinkClick r:id="rId4"/>
            <a:extLst>
              <a:ext uri="{FF2B5EF4-FFF2-40B4-BE49-F238E27FC236}">
                <a16:creationId xmlns:a16="http://schemas.microsoft.com/office/drawing/2014/main" id="{5606F0CC-397C-4956-B59D-266145A9CA79}"/>
              </a:ext>
            </a:extLst>
          </p:cNvPr>
          <p:cNvSpPr txBox="1"/>
          <p:nvPr/>
        </p:nvSpPr>
        <p:spPr>
          <a:xfrm>
            <a:off x="765272" y="2876815"/>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dirty="0">
                <a:latin typeface="+mj-lt"/>
              </a:rPr>
              <a:t>What does [company acronym] stand for?</a:t>
            </a:r>
          </a:p>
        </p:txBody>
      </p:sp>
      <p:sp>
        <p:nvSpPr>
          <p:cNvPr id="15" name="TextBox 14">
            <a:extLst>
              <a:ext uri="{FF2B5EF4-FFF2-40B4-BE49-F238E27FC236}">
                <a16:creationId xmlns:a16="http://schemas.microsoft.com/office/drawing/2014/main" id="{4FE517C9-6F3F-9DBD-2A30-CC633F7F22F3}"/>
              </a:ext>
            </a:extLst>
          </p:cNvPr>
          <p:cNvSpPr txBox="1"/>
          <p:nvPr/>
        </p:nvSpPr>
        <p:spPr>
          <a:xfrm>
            <a:off x="859085" y="3414893"/>
            <a:ext cx="8398427" cy="307777"/>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Segoe UI"/>
                <a:ea typeface="+mn-ea"/>
                <a:cs typeface="+mn-cs"/>
              </a:rPr>
              <a:t>Stay on top of email</a:t>
            </a:r>
          </a:p>
        </p:txBody>
      </p:sp>
      <p:sp>
        <p:nvSpPr>
          <p:cNvPr id="14" name="TextBox 13">
            <a:hlinkClick r:id="rId5"/>
            <a:extLst>
              <a:ext uri="{FF2B5EF4-FFF2-40B4-BE49-F238E27FC236}">
                <a16:creationId xmlns:a16="http://schemas.microsoft.com/office/drawing/2014/main" id="{F0334E20-4D8C-6C9D-01E8-7EFEA8CE9346}"/>
              </a:ext>
            </a:extLst>
          </p:cNvPr>
          <p:cNvSpPr txBox="1"/>
          <p:nvPr/>
        </p:nvSpPr>
        <p:spPr>
          <a:xfrm>
            <a:off x="765272" y="3678418"/>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914400">
              <a:defRPr/>
            </a:pPr>
            <a:r>
              <a:rPr lang="en-US" sz="1800" dirty="0">
                <a:solidFill>
                  <a:schemeClr val="tx1"/>
                </a:solidFill>
                <a:latin typeface="+mj-lt"/>
              </a:rPr>
              <a:t>What should be on my radar from emails last week?</a:t>
            </a:r>
          </a:p>
        </p:txBody>
      </p:sp>
      <p:sp>
        <p:nvSpPr>
          <p:cNvPr id="17" name="TextBox 16">
            <a:extLst>
              <a:ext uri="{FF2B5EF4-FFF2-40B4-BE49-F238E27FC236}">
                <a16:creationId xmlns:a16="http://schemas.microsoft.com/office/drawing/2014/main" id="{FE1EC94C-53DE-273B-CDCC-39612344E394}"/>
              </a:ext>
            </a:extLst>
          </p:cNvPr>
          <p:cNvSpPr txBox="1"/>
          <p:nvPr/>
        </p:nvSpPr>
        <p:spPr>
          <a:xfrm>
            <a:off x="859085" y="4220420"/>
            <a:ext cx="8398427" cy="307777"/>
          </a:xfrm>
          <a:prstGeom prst="rect">
            <a:avLst/>
          </a:prstGeom>
          <a:solidFill>
            <a:srgbClr val="FFFFFF">
              <a:alpha val="74118"/>
            </a:srgbClr>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1" dirty="0">
                <a:solidFill>
                  <a:srgbClr val="000000"/>
                </a:solidFill>
                <a:latin typeface="Segoe UI"/>
              </a:rPr>
              <a:t>Catch up on a meeting</a:t>
            </a:r>
            <a:endParaRPr kumimoji="0" lang="en-US" sz="2000" b="0" i="1" u="none" strike="noStrike" kern="1200" cap="none" spc="0" normalizeH="0" baseline="0" noProof="0" dirty="0">
              <a:ln>
                <a:noFill/>
              </a:ln>
              <a:solidFill>
                <a:srgbClr val="000000"/>
              </a:solidFill>
              <a:effectLst/>
              <a:uLnTx/>
              <a:uFillTx/>
              <a:latin typeface="Segoe UI"/>
              <a:ea typeface="+mn-ea"/>
              <a:cs typeface="+mn-cs"/>
            </a:endParaRPr>
          </a:p>
        </p:txBody>
      </p:sp>
      <p:sp>
        <p:nvSpPr>
          <p:cNvPr id="16" name="TextBox 15">
            <a:hlinkClick r:id="rId6"/>
            <a:extLst>
              <a:ext uri="{FF2B5EF4-FFF2-40B4-BE49-F238E27FC236}">
                <a16:creationId xmlns:a16="http://schemas.microsoft.com/office/drawing/2014/main" id="{5C66558C-894F-FA7D-D69D-A3E8153AF384}"/>
              </a:ext>
            </a:extLst>
          </p:cNvPr>
          <p:cNvSpPr txBox="1"/>
          <p:nvPr/>
        </p:nvSpPr>
        <p:spPr>
          <a:xfrm>
            <a:off x="765272" y="4472928"/>
            <a:ext cx="8944137" cy="495180"/>
          </a:xfrm>
          <a:prstGeom prst="roundRect">
            <a:avLst>
              <a:gd name="adj" fmla="val 50000"/>
            </a:avLst>
          </a:prstGeom>
          <a:solidFill>
            <a:srgbClr val="FFFFFF">
              <a:alpha val="74118"/>
            </a:srgbClr>
          </a:solidFill>
          <a:ln w="12700">
            <a:gradFill>
              <a:gsLst>
                <a:gs pos="0">
                  <a:srgbClr val="2DB4FF"/>
                </a:gs>
                <a:gs pos="100000">
                  <a:srgbClr val="D660FF"/>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914400">
              <a:defRPr/>
            </a:pPr>
            <a:r>
              <a:rPr lang="en-US" sz="1800" dirty="0">
                <a:solidFill>
                  <a:schemeClr val="tx1"/>
                </a:solidFill>
                <a:latin typeface="+mj-lt"/>
              </a:rPr>
              <a:t>Recap /meeting</a:t>
            </a:r>
          </a:p>
        </p:txBody>
      </p:sp>
      <p:sp>
        <p:nvSpPr>
          <p:cNvPr id="3" name="Footer Placeholder 2">
            <a:extLst>
              <a:ext uri="{FF2B5EF4-FFF2-40B4-BE49-F238E27FC236}">
                <a16:creationId xmlns:a16="http://schemas.microsoft.com/office/drawing/2014/main" id="{B25C316C-41CD-005A-A035-D8BBA050B703}"/>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18" name="TextBox 17"/>
          <p:cNvSpPr txBox="1"/>
          <p:nvPr/>
        </p:nvSpPr>
        <p:spPr>
          <a:xfrm>
            <a:off x="457200" y="6217920"/>
            <a:ext cx="9600634" cy="261610"/>
          </a:xfrm>
          <a:prstGeom prst="rect">
            <a:avLst/>
          </a:prstGeom>
          <a:solidFill>
            <a:srgbClr val="FFF3E6"/>
          </a:solidFill>
        </p:spPr>
        <p:txBody>
          <a:bodyPr wrap="square">
            <a:spAutoFit/>
          </a:bodyPr>
          <a:lstStyle/>
          <a:p>
            <a:pPr algn="l"/>
            <a:r>
              <a:rPr sz="1100" b="1">
                <a:solidFill>
                  <a:srgbClr val="B43C00"/>
                </a:solidFill>
              </a:rPr>
              <a:t>GCC High: Work-grounded prompts (meetings, emails, chats) require a Microsoft 365 Copilot license and are limited in GCC High.</a:t>
            </a:r>
          </a:p>
        </p:txBody>
      </p:sp>
    </p:spTree>
    <p:extLst>
      <p:ext uri="{BB962C8B-B14F-4D97-AF65-F5344CB8AC3E}">
        <p14:creationId xmlns:p14="http://schemas.microsoft.com/office/powerpoint/2010/main" val="41650711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5FE9-EC7D-01D7-9E55-D219849E6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3FA8E-B588-838B-C678-BA0112C931A7}"/>
              </a:ext>
            </a:extLst>
          </p:cNvPr>
          <p:cNvSpPr>
            <a:spLocks noGrp="1"/>
          </p:cNvSpPr>
          <p:nvPr>
            <p:ph type="title"/>
          </p:nvPr>
        </p:nvSpPr>
        <p:spPr>
          <a:xfrm>
            <a:off x="588262" y="585216"/>
            <a:ext cx="11159238" cy="1107996"/>
          </a:xfrm>
        </p:spPr>
        <p:txBody>
          <a:bodyPr/>
          <a:lstStyle/>
          <a:p>
            <a:r>
              <a:rPr lang="en-US" sz="3600" dirty="0"/>
              <a:t>Get inspired with Copilot Prompt Gallery</a:t>
            </a:r>
          </a:p>
        </p:txBody>
      </p:sp>
      <p:graphicFrame>
        <p:nvGraphicFramePr>
          <p:cNvPr id="4" name="Diagram 3" descr="Image shows Copilot Prompt Gallery as the center point, acting as a Prompt Repository. The other circles show key features, including Curated Prompts, Edit Prompts, Save, reuse, and share prompts, and Enhanced productivity.">
            <a:extLst>
              <a:ext uri="{FF2B5EF4-FFF2-40B4-BE49-F238E27FC236}">
                <a16:creationId xmlns:a16="http://schemas.microsoft.com/office/drawing/2014/main" id="{5AAF0577-569E-C215-A83F-9D51B9B22837}"/>
              </a:ext>
            </a:extLst>
          </p:cNvPr>
          <p:cNvGraphicFramePr/>
          <p:nvPr/>
        </p:nvGraphicFramePr>
        <p:xfrm>
          <a:off x="588262" y="1300691"/>
          <a:ext cx="110243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DCAC0527-2DF5-F594-D2D8-F0225081EBB9}"/>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73262955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6764-1C87-5C18-F90E-538AD6776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2DF93-37EB-223B-2CBB-7128A48870F5}"/>
              </a:ext>
            </a:extLst>
          </p:cNvPr>
          <p:cNvSpPr>
            <a:spLocks noGrp="1"/>
          </p:cNvSpPr>
          <p:nvPr>
            <p:ph type="title"/>
          </p:nvPr>
        </p:nvSpPr>
        <p:spPr>
          <a:xfrm>
            <a:off x="495299" y="250761"/>
            <a:ext cx="11391900" cy="984885"/>
          </a:xfrm>
        </p:spPr>
        <p:txBody>
          <a:bodyPr/>
          <a:lstStyle/>
          <a:p>
            <a:r>
              <a:rPr lang="en-US" sz="3200" dirty="0"/>
              <a:t>How do I use the Prompt Gallery to discover and share Copilot prompts?</a:t>
            </a:r>
          </a:p>
        </p:txBody>
      </p:sp>
      <p:sp>
        <p:nvSpPr>
          <p:cNvPr id="9" name="Rounded Rectangle 9">
            <a:extLst>
              <a:ext uri="{FF2B5EF4-FFF2-40B4-BE49-F238E27FC236}">
                <a16:creationId xmlns:a16="http://schemas.microsoft.com/office/drawing/2014/main" id="{1A1570DF-0E8B-B595-5438-3142F649A5FB}"/>
              </a:ext>
              <a:ext uri="{C183D7F6-B498-43B3-948B-1728B52AA6E4}">
                <adec:decorative xmlns:adec="http://schemas.microsoft.com/office/drawing/2017/decorative" val="1"/>
              </a:ext>
            </a:extLst>
          </p:cNvPr>
          <p:cNvSpPr/>
          <p:nvPr/>
        </p:nvSpPr>
        <p:spPr bwMode="auto">
          <a:xfrm>
            <a:off x="495299" y="1472514"/>
            <a:ext cx="11391901" cy="4818740"/>
          </a:xfrm>
          <a:prstGeom prst="roundRect">
            <a:avLst>
              <a:gd name="adj" fmla="val 3274"/>
            </a:avLst>
          </a:prstGeom>
          <a:solidFill>
            <a:srgbClr val="FFFFFF">
              <a:alpha val="74118"/>
            </a:srgb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6" name="Rectangle 5">
            <a:extLst>
              <a:ext uri="{FF2B5EF4-FFF2-40B4-BE49-F238E27FC236}">
                <a16:creationId xmlns:a16="http://schemas.microsoft.com/office/drawing/2014/main" id="{EF002457-DC61-1DAD-4EED-716387142FE9}"/>
              </a:ext>
              <a:ext uri="{C183D7F6-B498-43B3-948B-1728B52AA6E4}">
                <adec:decorative xmlns:adec="http://schemas.microsoft.com/office/drawing/2017/decorative" val="1"/>
              </a:ext>
            </a:extLst>
          </p:cNvPr>
          <p:cNvSpPr/>
          <p:nvPr/>
        </p:nvSpPr>
        <p:spPr bwMode="auto">
          <a:xfrm>
            <a:off x="4493810" y="5078187"/>
            <a:ext cx="695325" cy="244392"/>
          </a:xfrm>
          <a:prstGeom prst="rect">
            <a:avLst/>
          </a:prstGeom>
          <a:noFill/>
          <a:ln w="28575">
            <a:solidFill>
              <a:srgbClr val="0070C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 name="Picture 6" descr="Screenshot of the Copilot Prompt Gallery">
            <a:extLst>
              <a:ext uri="{FF2B5EF4-FFF2-40B4-BE49-F238E27FC236}">
                <a16:creationId xmlns:a16="http://schemas.microsoft.com/office/drawing/2014/main" id="{B6ED5C2E-F3EA-6FCB-EEC3-EAD716263FF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3822" y="1676081"/>
            <a:ext cx="5344273" cy="4375808"/>
          </a:xfrm>
          <a:prstGeom prst="roundRect">
            <a:avLst>
              <a:gd name="adj" fmla="val 2030"/>
            </a:avLst>
          </a:prstGeom>
          <a:solidFill>
            <a:srgbClr val="FFFFFF"/>
          </a:solidFill>
          <a:ln w="12700">
            <a:gradFill>
              <a:gsLst>
                <a:gs pos="0">
                  <a:srgbClr val="2DB4FF"/>
                </a:gs>
                <a:gs pos="100000">
                  <a:srgbClr val="D660FF"/>
                </a:gs>
              </a:gsLst>
              <a:lin ang="5400000" scaled="1"/>
            </a:gradFill>
          </a:ln>
        </p:spPr>
      </p:pic>
      <p:sp>
        <p:nvSpPr>
          <p:cNvPr id="4" name="TextBox 3">
            <a:extLst>
              <a:ext uri="{FF2B5EF4-FFF2-40B4-BE49-F238E27FC236}">
                <a16:creationId xmlns:a16="http://schemas.microsoft.com/office/drawing/2014/main" id="{AD2AE245-6CD8-75A8-9C83-0CB06DD697CC}"/>
              </a:ext>
            </a:extLst>
          </p:cNvPr>
          <p:cNvSpPr txBox="1"/>
          <p:nvPr/>
        </p:nvSpPr>
        <p:spPr>
          <a:xfrm>
            <a:off x="6446786" y="1676081"/>
            <a:ext cx="5061723" cy="3724096"/>
          </a:xfrm>
          <a:prstGeom prst="rect">
            <a:avLst/>
          </a:prstGeom>
          <a:noFill/>
        </p:spPr>
        <p:txBody>
          <a:bodyPr wrap="square">
            <a:spAutoFit/>
          </a:bodyPr>
          <a:lstStyle/>
          <a:p>
            <a:pPr defTabSz="914400">
              <a:defRPr/>
            </a:pPr>
            <a:r>
              <a:rPr lang="en-US" sz="2000" dirty="0">
                <a:gradFill>
                  <a:gsLst>
                    <a:gs pos="2917">
                      <a:srgbClr val="091F2C"/>
                    </a:gs>
                    <a:gs pos="30000">
                      <a:srgbClr val="091F2C"/>
                    </a:gs>
                  </a:gsLst>
                  <a:lin ang="5400000" scaled="0"/>
                </a:gradFill>
                <a:cs typeface="Segoe UI" panose="020B0502040204020203" pitchFamily="34" charset="0"/>
              </a:rPr>
              <a:t>Access the Prompt Gallery in Copilot Chat by selecting </a:t>
            </a:r>
            <a:r>
              <a:rPr lang="en-US" sz="2000" b="1" dirty="0">
                <a:gradFill>
                  <a:gsLst>
                    <a:gs pos="2917">
                      <a:srgbClr val="091F2C"/>
                    </a:gs>
                    <a:gs pos="30000">
                      <a:srgbClr val="091F2C"/>
                    </a:gs>
                  </a:gsLst>
                  <a:lin ang="5400000" scaled="0"/>
                </a:gradFill>
                <a:cs typeface="Segoe UI" panose="020B0502040204020203" pitchFamily="34" charset="0"/>
              </a:rPr>
              <a:t>See more</a:t>
            </a:r>
            <a:r>
              <a:rPr lang="en-US" sz="2000" dirty="0">
                <a:gradFill>
                  <a:gsLst>
                    <a:gs pos="2917">
                      <a:srgbClr val="091F2C"/>
                    </a:gs>
                    <a:gs pos="30000">
                      <a:srgbClr val="091F2C"/>
                    </a:gs>
                  </a:gsLst>
                  <a:lin ang="5400000" scaled="0"/>
                </a:gradFill>
                <a:cs typeface="Segoe UI" panose="020B0502040204020203" pitchFamily="34" charset="0"/>
              </a:rPr>
              <a:t> under the initial prompt suggestions and selecting the </a:t>
            </a:r>
            <a:r>
              <a:rPr lang="en-US" sz="2000" b="1" dirty="0">
                <a:gradFill>
                  <a:gsLst>
                    <a:gs pos="2917">
                      <a:srgbClr val="091F2C"/>
                    </a:gs>
                    <a:gs pos="30000">
                      <a:srgbClr val="091F2C"/>
                    </a:gs>
                  </a:gsLst>
                  <a:lin ang="5400000" scaled="0"/>
                </a:gradFill>
                <a:cs typeface="Segoe UI" panose="020B0502040204020203" pitchFamily="34" charset="0"/>
              </a:rPr>
              <a:t>Prompt Gallery </a:t>
            </a:r>
            <a:r>
              <a:rPr lang="en-US" sz="2000" dirty="0">
                <a:gradFill>
                  <a:gsLst>
                    <a:gs pos="2917">
                      <a:srgbClr val="091F2C"/>
                    </a:gs>
                    <a:gs pos="30000">
                      <a:srgbClr val="091F2C"/>
                    </a:gs>
                  </a:gsLst>
                  <a:lin ang="5400000" scaled="0"/>
                </a:gradFill>
                <a:cs typeface="Segoe UI" panose="020B0502040204020203" pitchFamily="34" charset="0"/>
              </a:rPr>
              <a:t>button at the bottom of the list. Here, you’ll see more Copilot prompts and your saved prompts.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Copilot Prompt Gallery helps you find prompting inspiration so you can take greater advantage of Copilot in your daily work.</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lang="en-US" sz="1600" dirty="0">
              <a:solidFill>
                <a:srgbClr val="000000"/>
              </a:solidFill>
              <a:latin typeface="Segoe UI"/>
            </a:endParaRPr>
          </a:p>
        </p:txBody>
      </p:sp>
      <p:sp>
        <p:nvSpPr>
          <p:cNvPr id="3" name="Footer Placeholder 2">
            <a:extLst>
              <a:ext uri="{FF2B5EF4-FFF2-40B4-BE49-F238E27FC236}">
                <a16:creationId xmlns:a16="http://schemas.microsoft.com/office/drawing/2014/main" id="{A8D75F04-CC85-1776-14DB-A9FFD9ED4E73}"/>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73199508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CB88C-1517-B07C-F7DC-B0874CE4F9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DFAF1E4-A209-0443-EA0D-000F4238BD74}"/>
              </a:ext>
              <a:ext uri="{C183D7F6-B498-43B3-948B-1728B52AA6E4}">
                <adec:decorative xmlns:adec="http://schemas.microsoft.com/office/drawing/2017/decorative" val="1"/>
              </a:ext>
            </a:extLst>
          </p:cNvPr>
          <p:cNvSpPr/>
          <p:nvPr/>
        </p:nvSpPr>
        <p:spPr bwMode="auto">
          <a:xfrm>
            <a:off x="4356101" y="2701636"/>
            <a:ext cx="7511471" cy="3571148"/>
          </a:xfrm>
          <a:prstGeom prst="rect">
            <a:avLst/>
          </a:pr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6">
            <a:extLst>
              <a:ext uri="{FF2B5EF4-FFF2-40B4-BE49-F238E27FC236}">
                <a16:creationId xmlns:a16="http://schemas.microsoft.com/office/drawing/2014/main" id="{8ECF04BB-8617-EBAC-478D-FFE39B3EC076}"/>
              </a:ext>
            </a:extLst>
          </p:cNvPr>
          <p:cNvSpPr txBox="1">
            <a:spLocks noGrp="1"/>
          </p:cNvSpPr>
          <p:nvPr>
            <p:ph type="title" idx="4294967295"/>
          </p:nvPr>
        </p:nvSpPr>
        <p:spPr>
          <a:xfrm>
            <a:off x="541607" y="585216"/>
            <a:ext cx="11044938"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Knowledge check </a:t>
            </a:r>
          </a:p>
        </p:txBody>
      </p:sp>
      <p:sp>
        <p:nvSpPr>
          <p:cNvPr id="6" name="Text Placeholder 1">
            <a:extLst>
              <a:ext uri="{FF2B5EF4-FFF2-40B4-BE49-F238E27FC236}">
                <a16:creationId xmlns:a16="http://schemas.microsoft.com/office/drawing/2014/main" id="{11E9F47D-DC1D-1D64-171C-FDAB6C60B6ED}"/>
              </a:ext>
            </a:extLst>
          </p:cNvPr>
          <p:cNvSpPr>
            <a:spLocks noGrp="1"/>
          </p:cNvSpPr>
          <p:nvPr>
            <p:ph type="body" sz="quarter" idx="17"/>
          </p:nvPr>
        </p:nvSpPr>
        <p:spPr>
          <a:xfrm>
            <a:off x="4572001" y="2004344"/>
            <a:ext cx="7171508" cy="5293757"/>
          </a:xfrm>
        </p:spPr>
        <p:txBody>
          <a:bodyPr wrap="square">
            <a:spAutoFit/>
          </a:bodyPr>
          <a:lstStyle/>
          <a:p>
            <a:r>
              <a:rPr lang="en-US" sz="2400" b="1" dirty="0">
                <a:latin typeface="+mn-lt"/>
              </a:rPr>
              <a:t>Test your knowledge with this real time quiz. </a:t>
            </a:r>
          </a:p>
          <a:p>
            <a:endParaRPr lang="en-US" sz="2400" dirty="0">
              <a:latin typeface="+mn-lt"/>
            </a:endParaRPr>
          </a:p>
          <a:p>
            <a:r>
              <a:rPr lang="en-US" sz="2400" b="1" dirty="0">
                <a:latin typeface="+mn-lt"/>
              </a:rPr>
              <a:t>Prompt Microsoft Copilot Chat: </a:t>
            </a:r>
          </a:p>
          <a:p>
            <a:endParaRPr lang="en-US" sz="2400" b="1" dirty="0">
              <a:latin typeface="+mn-lt"/>
            </a:endParaRPr>
          </a:p>
          <a:p>
            <a:pPr lvl="0" defTabSz="914400" eaLnBrk="0" fontAlgn="base" hangingPunct="0">
              <a:spcBef>
                <a:spcPct val="0"/>
              </a:spcBef>
              <a:spcAft>
                <a:spcPct val="0"/>
              </a:spcAft>
              <a:buSzTx/>
            </a:pPr>
            <a:r>
              <a:rPr lang="en-US" altLang="en-US" sz="2200" dirty="0">
                <a:latin typeface="Arial" panose="020B0604020202020204" pitchFamily="34" charset="0"/>
              </a:rPr>
              <a:t>As a Microsoft Copilot Chat expert, please create three multiple-choice questions focused on the elements of well-crafted prompts, common mistakes to avoid, and the purpose of the Microsoft Copilot Prompt Gallery. Present one question at a time and wait for my response before continuing. After each answer, provide a brief explanation of the correct choice before moving on to the next question.</a:t>
            </a:r>
          </a:p>
          <a:p>
            <a:endParaRPr lang="en-US" sz="2400" b="1" dirty="0">
              <a:latin typeface="+mn-lt"/>
            </a:endParaRPr>
          </a:p>
          <a:p>
            <a:endParaRPr lang="en-US" sz="2400" dirty="0">
              <a:latin typeface="+mn-lt"/>
            </a:endParaRPr>
          </a:p>
          <a:p>
            <a:endParaRPr lang="en-US" sz="2400" dirty="0">
              <a:latin typeface="+mn-lt"/>
            </a:endParaRPr>
          </a:p>
        </p:txBody>
      </p:sp>
      <p:pic>
        <p:nvPicPr>
          <p:cNvPr id="8" name="Picture 7">
            <a:extLst>
              <a:ext uri="{FF2B5EF4-FFF2-40B4-BE49-F238E27FC236}">
                <a16:creationId xmlns:a16="http://schemas.microsoft.com/office/drawing/2014/main" id="{B32029B5-EDE1-8D95-6FEC-F8E0AFB92A5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324428" y="3014989"/>
            <a:ext cx="3726421" cy="3257795"/>
          </a:xfrm>
          <a:prstGeom prst="rect">
            <a:avLst/>
          </a:prstGeom>
          <a:ln w="38100">
            <a:solidFill>
              <a:srgbClr val="C73ECC"/>
            </a:solidFill>
          </a:ln>
        </p:spPr>
      </p:pic>
    </p:spTree>
    <p:extLst>
      <p:ext uri="{BB962C8B-B14F-4D97-AF65-F5344CB8AC3E}">
        <p14:creationId xmlns:p14="http://schemas.microsoft.com/office/powerpoint/2010/main" val="437308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07B-9C8D-E0E4-10D6-02E35D8389DB}"/>
              </a:ext>
            </a:extLst>
          </p:cNvPr>
          <p:cNvSpPr>
            <a:spLocks noGrp="1"/>
          </p:cNvSpPr>
          <p:nvPr>
            <p:ph type="title"/>
          </p:nvPr>
        </p:nvSpPr>
        <p:spPr>
          <a:xfrm>
            <a:off x="588262" y="585216"/>
            <a:ext cx="8193024" cy="553998"/>
          </a:xfrm>
        </p:spPr>
        <p:txBody>
          <a:bodyPr/>
          <a:lstStyle/>
          <a:p>
            <a:r>
              <a:rPr lang="en-US" sz="3600" dirty="0"/>
              <a:t>Summary</a:t>
            </a:r>
          </a:p>
        </p:txBody>
      </p:sp>
      <p:sp>
        <p:nvSpPr>
          <p:cNvPr id="9" name="Text Placeholder 8">
            <a:extLst>
              <a:ext uri="{FF2B5EF4-FFF2-40B4-BE49-F238E27FC236}">
                <a16:creationId xmlns:a16="http://schemas.microsoft.com/office/drawing/2014/main" id="{595DC954-8769-AA6E-6606-06F83605F0D3}"/>
              </a:ext>
            </a:extLst>
          </p:cNvPr>
          <p:cNvSpPr>
            <a:spLocks noGrp="1"/>
          </p:cNvSpPr>
          <p:nvPr>
            <p:ph type="body" sz="quarter" idx="34"/>
          </p:nvPr>
        </p:nvSpPr>
        <p:spPr>
          <a:xfrm>
            <a:off x="588263" y="2542117"/>
            <a:ext cx="2027938" cy="1477328"/>
          </a:xfrm>
        </p:spPr>
        <p:txBody>
          <a:bodyPr/>
          <a:lstStyle/>
          <a:p>
            <a:r>
              <a:rPr lang="en-US" dirty="0"/>
              <a:t>You’re now able to write effective prompts and navigate to and use the Copilot Prompt Gallery.</a:t>
            </a:r>
          </a:p>
        </p:txBody>
      </p:sp>
      <p:sp>
        <p:nvSpPr>
          <p:cNvPr id="24" name="Text Placeholder 23">
            <a:extLst>
              <a:ext uri="{FF2B5EF4-FFF2-40B4-BE49-F238E27FC236}">
                <a16:creationId xmlns:a16="http://schemas.microsoft.com/office/drawing/2014/main" id="{1B1FB08B-059B-561C-356D-D32E78EECA48}"/>
              </a:ext>
            </a:extLst>
          </p:cNvPr>
          <p:cNvSpPr>
            <a:spLocks noGrp="1"/>
          </p:cNvSpPr>
          <p:nvPr>
            <p:ph type="body" sz="quarter" idx="35"/>
          </p:nvPr>
        </p:nvSpPr>
        <p:spPr>
          <a:xfrm>
            <a:off x="4129629" y="2542117"/>
            <a:ext cx="6417801" cy="2791533"/>
          </a:xfrm>
        </p:spPr>
        <p:txBody>
          <a:bodyPr/>
          <a:lstStyle/>
          <a:p>
            <a:pPr marL="0" indent="0" algn="l" rtl="0" eaLnBrk="1" latinLnBrk="0" hangingPunct="1">
              <a:spcBef>
                <a:spcPts val="384"/>
              </a:spcBef>
              <a:spcAft>
                <a:spcPts val="600"/>
              </a:spcAft>
              <a:buNone/>
            </a:pPr>
            <a:r>
              <a:rPr lang="en-US" sz="1800" dirty="0">
                <a:effectLst/>
              </a:rPr>
              <a:t>Now that you’ve completed this </a:t>
            </a:r>
            <a:r>
              <a:rPr lang="en-US" sz="1800" dirty="0"/>
              <a:t>module, you’re able to:</a:t>
            </a:r>
          </a:p>
          <a:p>
            <a:pPr fontAlgn="base"/>
            <a:r>
              <a:rPr lang="en-US" sz="1800" b="0" i="0" dirty="0">
                <a:effectLst/>
              </a:rPr>
              <a:t>Identify the four key elements of an effective Copilot prompt: context, goal, source, and expectations. </a:t>
            </a:r>
          </a:p>
          <a:p>
            <a:pPr fontAlgn="base"/>
            <a:r>
              <a:rPr lang="en-US" sz="1800" b="0" i="0" dirty="0">
                <a:effectLst/>
              </a:rPr>
              <a:t>Apply best practices to write clear, concise, and well-structured prompts. </a:t>
            </a:r>
          </a:p>
          <a:p>
            <a:pPr fontAlgn="base"/>
            <a:r>
              <a:rPr lang="en-US" sz="1800" b="0" i="0" dirty="0">
                <a:effectLst/>
              </a:rPr>
              <a:t>Recognize common prompting mistakes and how to avoid them. </a:t>
            </a:r>
          </a:p>
          <a:p>
            <a:pPr fontAlgn="base"/>
            <a:r>
              <a:rPr lang="en-US" sz="1800" b="0" i="0" dirty="0">
                <a:effectLst/>
              </a:rPr>
              <a:t>Utilize the Microsoft Copilot Prompt Gallery to discover, save, edit, and share useful prompts. </a:t>
            </a:r>
          </a:p>
        </p:txBody>
      </p:sp>
      <p:sp>
        <p:nvSpPr>
          <p:cNvPr id="3" name="Footer Placeholder 2">
            <a:extLst>
              <a:ext uri="{FF2B5EF4-FFF2-40B4-BE49-F238E27FC236}">
                <a16:creationId xmlns:a16="http://schemas.microsoft.com/office/drawing/2014/main" id="{32D7D3DF-3278-EE86-5972-570B91D9A250}"/>
              </a:ext>
            </a:extLst>
          </p:cNvPr>
          <p:cNvSpPr>
            <a:spLocks noGrp="1"/>
          </p:cNvSpPr>
          <p:nvPr>
            <p:ph type="ftr" sz="quarter" idx="3"/>
          </p:nvPr>
        </p:nvSpPr>
        <p:spPr>
          <a:xfrm>
            <a:off x="4356039" y="6476501"/>
            <a:ext cx="4151312" cy="197976"/>
          </a:xfrm>
        </p:spPr>
        <p:txBody>
          <a:bodyPr/>
          <a:lstStyle/>
          <a:p>
            <a:r>
              <a:rPr lang="en-US" dirty="0"/>
              <a:t>© Copyright Microsoft Corporation. All rights reserved.</a:t>
            </a:r>
          </a:p>
        </p:txBody>
      </p:sp>
      <p:grpSp>
        <p:nvGrpSpPr>
          <p:cNvPr id="4" name="Group 3">
            <a:extLst>
              <a:ext uri="{FF2B5EF4-FFF2-40B4-BE49-F238E27FC236}">
                <a16:creationId xmlns:a16="http://schemas.microsoft.com/office/drawing/2014/main" id="{9F0B6BFE-0BF7-3812-D08E-A636F202CF29}"/>
              </a:ext>
              <a:ext uri="{C183D7F6-B498-43B3-948B-1728B52AA6E4}">
                <adec:decorative xmlns:adec="http://schemas.microsoft.com/office/drawing/2017/decorative" val="1"/>
              </a:ext>
            </a:extLst>
          </p:cNvPr>
          <p:cNvGrpSpPr>
            <a:grpSpLocks noGrp="1" noUngrp="1" noRot="1" noMove="1" noResize="1"/>
          </p:cNvGrpSpPr>
          <p:nvPr/>
        </p:nvGrpSpPr>
        <p:grpSpPr>
          <a:xfrm>
            <a:off x="2563579" y="1585913"/>
            <a:ext cx="1110600" cy="1110600"/>
            <a:chOff x="5540700" y="2116300"/>
            <a:chExt cx="1110600" cy="1110600"/>
          </a:xfrm>
        </p:grpSpPr>
        <p:sp>
          <p:nvSpPr>
            <p:cNvPr id="5" name="Oval 4">
              <a:extLst>
                <a:ext uri="{FF2B5EF4-FFF2-40B4-BE49-F238E27FC236}">
                  <a16:creationId xmlns:a16="http://schemas.microsoft.com/office/drawing/2014/main" id="{0BA68940-4A3E-32E7-C220-268F2C8804E3}"/>
                </a:ext>
              </a:extLst>
            </p:cNvPr>
            <p:cNvSpPr>
              <a:spLocks noGrp="1" noRot="1" noMove="1" noResize="1" noEditPoints="1" noAdjustHandles="1" noChangeArrowheads="1" noChangeShapeType="1"/>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82B55C4C-F0A9-9072-DA3A-B4DE5A601EF5}"/>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
        <p:nvSpPr>
          <p:cNvPr id="7" name="Text Placeholder 22">
            <a:extLst>
              <a:ext uri="{FF2B5EF4-FFF2-40B4-BE49-F238E27FC236}">
                <a16:creationId xmlns:a16="http://schemas.microsoft.com/office/drawing/2014/main" id="{CF754F55-F5F5-3B55-9C85-DD2AC76ACA16}"/>
              </a:ext>
            </a:extLst>
          </p:cNvPr>
          <p:cNvSpPr>
            <a:spLocks noGrp="1"/>
          </p:cNvSpPr>
          <p:nvPr>
            <p:ph type="body" sz="quarter" idx="17"/>
          </p:nvPr>
        </p:nvSpPr>
        <p:spPr>
          <a:xfrm>
            <a:off x="4129629" y="1988119"/>
            <a:ext cx="5364224" cy="553998"/>
          </a:xfrm>
        </p:spPr>
        <p:txBody>
          <a:bodyPr/>
          <a:lstStyle/>
          <a:p>
            <a:r>
              <a:rPr lang="en-US" sz="2000" dirty="0"/>
              <a:t>What you learned</a:t>
            </a:r>
          </a:p>
          <a:p>
            <a:endParaRPr lang="en-US" dirty="0"/>
          </a:p>
        </p:txBody>
      </p:sp>
      <p:sp>
        <p:nvSpPr>
          <p:cNvPr id="26" name="TextBox 25"/>
          <p:cNvSpPr txBox="1"/>
          <p:nvPr/>
        </p:nvSpPr>
        <p:spPr>
          <a:xfrm>
            <a:off x="457200" y="5943600"/>
            <a:ext cx="8229600" cy="548640"/>
          </a:xfrm>
          <a:prstGeom prst="rect">
            <a:avLst/>
          </a:prstGeom>
          <a:solidFill>
            <a:srgbClr val="E6F0FF"/>
          </a:solidFill>
        </p:spPr>
        <p:txBody>
          <a:bodyPr wrap="square">
            <a:spAutoFit/>
          </a:bodyPr>
          <a:lstStyle/>
          <a:p>
            <a:pPr algn="l"/>
            <a:r>
              <a:rPr sz="1400" b="1">
                <a:solidFill>
                  <a:srgbClr val="003399"/>
                </a:solidFill>
              </a:rPr>
              <a:t>▶ HANDS-ON: Exercise 2 — Effective Prompts + Hallucination Detection (75 min)  |  exercises/Exercise-2-Effective-Prompts.md</a:t>
            </a:r>
          </a:p>
        </p:txBody>
      </p:sp>
    </p:spTree>
    <p:extLst>
      <p:ext uri="{BB962C8B-B14F-4D97-AF65-F5344CB8AC3E}">
        <p14:creationId xmlns:p14="http://schemas.microsoft.com/office/powerpoint/2010/main" val="198148522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6E398-6744-F859-05CF-9A91D3EEC2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EB44AC-45D6-D990-0E3B-35544A9B5C79}"/>
              </a:ext>
            </a:extLst>
          </p:cNvPr>
          <p:cNvSpPr>
            <a:spLocks noGrp="1"/>
          </p:cNvSpPr>
          <p:nvPr>
            <p:ph type="title"/>
          </p:nvPr>
        </p:nvSpPr>
        <p:spPr>
          <a:xfrm>
            <a:off x="569911" y="2769057"/>
            <a:ext cx="6345239" cy="1231106"/>
          </a:xfrm>
        </p:spPr>
        <p:txBody>
          <a:bodyPr/>
          <a:lstStyle/>
          <a:p>
            <a:r>
              <a:rPr lang="en-US" altLang="zh-CN" dirty="0"/>
              <a:t>Module 3: Work smarter with Copilot Chat</a:t>
            </a:r>
            <a:endParaRPr lang="en-US" dirty="0"/>
          </a:p>
        </p:txBody>
      </p:sp>
      <p:sp>
        <p:nvSpPr>
          <p:cNvPr id="11" name="Footer Placeholder 10">
            <a:extLst>
              <a:ext uri="{FF2B5EF4-FFF2-40B4-BE49-F238E27FC236}">
                <a16:creationId xmlns:a16="http://schemas.microsoft.com/office/drawing/2014/main" id="{52CF5969-E40D-BAE8-7758-758D6E6D5992}"/>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1662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E6D4-D248-858D-8133-CE69DCB7F9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EB6209-D4E7-9E3A-F828-F5D92A015B91}"/>
              </a:ext>
            </a:extLst>
          </p:cNvPr>
          <p:cNvSpPr>
            <a:spLocks noGrp="1"/>
          </p:cNvSpPr>
          <p:nvPr>
            <p:ph type="title"/>
          </p:nvPr>
        </p:nvSpPr>
        <p:spPr>
          <a:xfrm>
            <a:off x="579438" y="436917"/>
            <a:ext cx="10360154" cy="553998"/>
          </a:xfrm>
        </p:spPr>
        <p:txBody>
          <a:bodyPr/>
          <a:lstStyle/>
          <a:p>
            <a:pPr defTabSz="932742">
              <a:spcBef>
                <a:spcPct val="0"/>
              </a:spcBef>
              <a:spcAft>
                <a:spcPts val="600"/>
              </a:spcAft>
            </a:pPr>
            <a:r>
              <a:rPr lang="en-US" sz="3600" dirty="0">
                <a:ln w="3175">
                  <a:noFill/>
                </a:ln>
              </a:rPr>
              <a:t>Introduction</a:t>
            </a:r>
            <a:endParaRPr lang="en-US" sz="3600" b="0" i="0" kern="1200" cap="none" spc="0" baseline="0" dirty="0">
              <a:ln w="3175">
                <a:noFill/>
              </a:ln>
              <a:effectLst/>
            </a:endParaRPr>
          </a:p>
        </p:txBody>
      </p:sp>
      <p:sp>
        <p:nvSpPr>
          <p:cNvPr id="8" name="Rectangle: Rounded Corners 7">
            <a:extLst>
              <a:ext uri="{FF2B5EF4-FFF2-40B4-BE49-F238E27FC236}">
                <a16:creationId xmlns:a16="http://schemas.microsoft.com/office/drawing/2014/main" id="{E04AB8A6-BD2D-B035-CF76-0E3849C4DFB8}"/>
              </a:ext>
              <a:ext uri="{C183D7F6-B498-43B3-948B-1728B52AA6E4}">
                <adec:decorative xmlns:adec="http://schemas.microsoft.com/office/drawing/2017/decorative" val="1"/>
              </a:ext>
            </a:extLst>
          </p:cNvPr>
          <p:cNvSpPr/>
          <p:nvPr/>
        </p:nvSpPr>
        <p:spPr bwMode="auto">
          <a:xfrm>
            <a:off x="579438" y="1608203"/>
            <a:ext cx="10712632" cy="1622821"/>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extBox 4">
            <a:extLst>
              <a:ext uri="{FF2B5EF4-FFF2-40B4-BE49-F238E27FC236}">
                <a16:creationId xmlns:a16="http://schemas.microsoft.com/office/drawing/2014/main" id="{C4FDF762-7A15-E765-5D37-2E334E8C6B3A}"/>
              </a:ext>
            </a:extLst>
          </p:cNvPr>
          <p:cNvSpPr txBox="1"/>
          <p:nvPr/>
        </p:nvSpPr>
        <p:spPr>
          <a:xfrm>
            <a:off x="770683" y="1702048"/>
            <a:ext cx="10521387" cy="1477712"/>
          </a:xfrm>
          <a:prstGeom prst="rect">
            <a:avLst/>
          </a:prstGeom>
          <a:noFill/>
        </p:spPr>
        <p:txBody>
          <a:bodyPr wrap="square">
            <a:spAutoFit/>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kumimoji="0" lang="en-US" sz="2000" b="0" i="0" u="none" strike="noStrike" kern="100" cap="none" spc="0" normalizeH="0" baseline="0" noProof="0" dirty="0">
                <a:ln>
                  <a:noFill/>
                </a:ln>
                <a:solidFill>
                  <a:srgbClr val="000000"/>
                </a:solidFill>
                <a:effectLst/>
                <a:uLnTx/>
                <a:uFillTx/>
                <a:ea typeface="Aptos" panose="020B0004020202020204" pitchFamily="34" charset="0"/>
                <a:cs typeface="Times New Roman" panose="02020603050405020304" pitchFamily="18" charset="0"/>
              </a:rPr>
              <a:t>This module discusses how you can use Microsoft 365 Copilot Chat to enhance your productivity within a secure, enterprise-ready environment and through Microsoft 365 apps. It also discusses how Copilot Chat eases collaboration via Copilot Pages and automates your workflow with Copilot Agents. </a:t>
            </a:r>
          </a:p>
        </p:txBody>
      </p:sp>
      <p:sp>
        <p:nvSpPr>
          <p:cNvPr id="7" name="TextBox 6">
            <a:extLst>
              <a:ext uri="{FF2B5EF4-FFF2-40B4-BE49-F238E27FC236}">
                <a16:creationId xmlns:a16="http://schemas.microsoft.com/office/drawing/2014/main" id="{7E03A661-5797-8252-8F7A-8454533CB06C}"/>
              </a:ext>
            </a:extLst>
          </p:cNvPr>
          <p:cNvSpPr txBox="1"/>
          <p:nvPr/>
        </p:nvSpPr>
        <p:spPr>
          <a:xfrm>
            <a:off x="579438" y="3471580"/>
            <a:ext cx="9484843" cy="2708947"/>
          </a:xfrm>
          <a:prstGeom prst="rect">
            <a:avLst/>
          </a:prstGeom>
          <a:noFill/>
        </p:spPr>
        <p:txBody>
          <a:bodyPr wrap="square">
            <a:spAutoFit/>
          </a:bodyPr>
          <a:lstStyle/>
          <a:p>
            <a:pPr marL="0" marR="0" lvl="0" indent="0" algn="l" defTabSz="914367" rtl="0" eaLnBrk="1" fontAlgn="auto" latinLnBrk="0" hangingPunct="1">
              <a:lnSpc>
                <a:spcPct val="115000"/>
              </a:lnSpc>
              <a:spcBef>
                <a:spcPts val="0"/>
              </a:spcBef>
              <a:spcAft>
                <a:spcPts val="800"/>
              </a:spcAft>
              <a:buClrTx/>
              <a:buSzTx/>
              <a:buFontTx/>
              <a:buNone/>
              <a:tabLst/>
              <a:defRPr/>
            </a:pPr>
            <a:r>
              <a:rPr kumimoji="0" lang="en-US" sz="1800" b="0" i="0" u="none" strike="noStrike" kern="100" cap="none" spc="0" normalizeH="0" baseline="0" noProof="0" dirty="0">
                <a:ln>
                  <a:noFill/>
                </a:ln>
                <a:solidFill>
                  <a:srgbClr val="000000"/>
                </a:solidFill>
                <a:effectLst/>
                <a:uLnTx/>
                <a:uFillTx/>
                <a:ea typeface="Aptos" panose="020B0004020202020204" pitchFamily="34" charset="0"/>
                <a:cs typeface="Times New Roman" panose="02020603050405020304" pitchFamily="18" charset="0"/>
              </a:rPr>
              <a:t>By the end of this module, you’ll be able to:</a:t>
            </a:r>
          </a:p>
          <a:p>
            <a:pPr marL="285750" indent="-285750" algn="l" rtl="0" fontAlgn="base">
              <a:spcBef>
                <a:spcPts val="385"/>
              </a:spcBef>
              <a:buFont typeface="Arial" panose="020B0604020202020204" pitchFamily="34" charset="0"/>
              <a:buChar char="•"/>
            </a:pPr>
            <a:r>
              <a:rPr lang="en-US" sz="1800" b="0" i="0" dirty="0">
                <a:effectLst/>
              </a:rPr>
              <a:t>Leverage Copilot Chat to brainstorm ideas, summarize information, create content, visualize data, and generate code.  </a:t>
            </a:r>
          </a:p>
          <a:p>
            <a:pPr marL="285750" indent="-285750" algn="l" rtl="0" fontAlgn="base">
              <a:spcBef>
                <a:spcPts val="385"/>
              </a:spcBef>
              <a:buFont typeface="Arial" panose="020B0604020202020204" pitchFamily="34" charset="0"/>
              <a:buChar char="•"/>
            </a:pPr>
            <a:r>
              <a:rPr lang="en-US" sz="1800" b="0" i="0" dirty="0">
                <a:effectLst/>
              </a:rPr>
              <a:t>Upload and analyze files to generate insights and create new content.  </a:t>
            </a:r>
          </a:p>
          <a:p>
            <a:pPr marL="285750" indent="-285750" algn="l" rtl="0" fontAlgn="base">
              <a:spcBef>
                <a:spcPts val="385"/>
              </a:spcBef>
              <a:buFont typeface="Arial" panose="020B0604020202020204" pitchFamily="34" charset="0"/>
              <a:buChar char="•"/>
            </a:pPr>
            <a:r>
              <a:rPr lang="en-US" sz="1800" b="0" i="0" dirty="0">
                <a:effectLst/>
              </a:rPr>
              <a:t>Use Copilot Pages to collaborate in real-time and organize content in a shared workspace.  </a:t>
            </a:r>
          </a:p>
          <a:p>
            <a:pPr marL="285750" indent="-285750" algn="l" rtl="0" fontAlgn="base">
              <a:spcBef>
                <a:spcPts val="385"/>
              </a:spcBef>
              <a:buFont typeface="Arial" panose="020B0604020202020204" pitchFamily="34" charset="0"/>
              <a:buChar char="•"/>
            </a:pPr>
            <a:r>
              <a:rPr lang="en-US" sz="1800" dirty="0"/>
              <a:t>Describe how Copilot Agents automate and personalize tasks. </a:t>
            </a:r>
          </a:p>
          <a:p>
            <a:pPr marL="285750" indent="-285750" algn="l" rtl="0" fontAlgn="base">
              <a:spcBef>
                <a:spcPts val="385"/>
              </a:spcBef>
              <a:buFont typeface="Arial" panose="020B0604020202020204" pitchFamily="34" charset="0"/>
              <a:buChar char="•"/>
            </a:pPr>
            <a:r>
              <a:rPr lang="en-US" sz="1800" dirty="0"/>
              <a:t>Leverage Copilot Chat across Microsoft 365 apps to streamline your workflow. </a:t>
            </a:r>
          </a:p>
        </p:txBody>
      </p:sp>
      <p:sp>
        <p:nvSpPr>
          <p:cNvPr id="2" name="Footer Placeholder 1">
            <a:extLst>
              <a:ext uri="{FF2B5EF4-FFF2-40B4-BE49-F238E27FC236}">
                <a16:creationId xmlns:a16="http://schemas.microsoft.com/office/drawing/2014/main" id="{3FA939B1-1E51-2962-6F59-A167D15F83C1}"/>
              </a:ext>
            </a:extLst>
          </p:cNvPr>
          <p:cNvSpPr>
            <a:spLocks noGrp="1"/>
          </p:cNvSpPr>
          <p:nvPr>
            <p:ph type="ftr" sz="quarter" idx="3"/>
          </p:nvPr>
        </p:nvSpPr>
        <p:spPr>
          <a:xfrm>
            <a:off x="579438" y="6421083"/>
            <a:ext cx="4151312" cy="197976"/>
          </a:xfrm>
        </p:spPr>
        <p:txBody>
          <a:bodyPr vert="horz" lIns="0" tIns="0" rIns="0" bIns="0" rtlCol="0" anchor="ctr">
            <a:norm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198568606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10AA1-6567-58C9-22BB-6C7C0D35B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A077A-A3CE-5CF7-4ACE-B45AE61F05DD}"/>
              </a:ext>
            </a:extLst>
          </p:cNvPr>
          <p:cNvSpPr>
            <a:spLocks noGrp="1"/>
          </p:cNvSpPr>
          <p:nvPr>
            <p:ph type="title"/>
          </p:nvPr>
        </p:nvSpPr>
        <p:spPr>
          <a:xfrm>
            <a:off x="588262" y="585216"/>
            <a:ext cx="8193024" cy="553998"/>
          </a:xfrm>
        </p:spPr>
        <p:txBody>
          <a:bodyPr/>
          <a:lstStyle/>
          <a:p>
            <a:r>
              <a:rPr lang="en-US" sz="3600" dirty="0"/>
              <a:t>How can I use Copilot Chat?</a:t>
            </a:r>
          </a:p>
        </p:txBody>
      </p:sp>
      <p:graphicFrame>
        <p:nvGraphicFramePr>
          <p:cNvPr id="4" name="Diagram 3" descr="Image shows 5 ways to use Copilot chat, including summarizing essential information, generating content, analyzing documents, visualizing data, and generating code and formulas.">
            <a:extLst>
              <a:ext uri="{FF2B5EF4-FFF2-40B4-BE49-F238E27FC236}">
                <a16:creationId xmlns:a16="http://schemas.microsoft.com/office/drawing/2014/main" id="{7B4711C5-2440-4F7D-153B-5236E9861B36}"/>
              </a:ext>
            </a:extLst>
          </p:cNvPr>
          <p:cNvGraphicFramePr/>
          <p:nvPr>
            <p:extLst>
              <p:ext uri="{D42A27DB-BD31-4B8C-83A1-F6EECF244321}">
                <p14:modId xmlns:p14="http://schemas.microsoft.com/office/powerpoint/2010/main" val="3823868035"/>
              </p:ext>
            </p:extLst>
          </p:nvPr>
        </p:nvGraphicFramePr>
        <p:xfrm>
          <a:off x="438332" y="1409399"/>
          <a:ext cx="11122297" cy="4834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2CF8A61-29A3-2586-9631-9C5404C58ED3}"/>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63299092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90A45-75E7-9359-23F0-69DAD8B8F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A2440-6F46-8EC4-8021-E0246510F125}"/>
              </a:ext>
            </a:extLst>
          </p:cNvPr>
          <p:cNvSpPr>
            <a:spLocks noGrp="1"/>
          </p:cNvSpPr>
          <p:nvPr>
            <p:ph type="title"/>
          </p:nvPr>
        </p:nvSpPr>
        <p:spPr>
          <a:xfrm>
            <a:off x="588262" y="585216"/>
            <a:ext cx="8193024" cy="553998"/>
          </a:xfrm>
        </p:spPr>
        <p:txBody>
          <a:bodyPr/>
          <a:lstStyle/>
          <a:p>
            <a:r>
              <a:rPr lang="en-US" sz="3600" dirty="0"/>
              <a:t>Try these prompts (1/2)</a:t>
            </a:r>
          </a:p>
        </p:txBody>
      </p:sp>
      <p:sp>
        <p:nvSpPr>
          <p:cNvPr id="5" name="Rectangle: Rounded Corners 4">
            <a:extLst>
              <a:ext uri="{FF2B5EF4-FFF2-40B4-BE49-F238E27FC236}">
                <a16:creationId xmlns:a16="http://schemas.microsoft.com/office/drawing/2014/main" id="{E450C7A7-E3FF-EFEB-F0DD-F8B34AB3C184}"/>
              </a:ext>
              <a:ext uri="{C183D7F6-B498-43B3-948B-1728B52AA6E4}">
                <adec:decorative xmlns:adec="http://schemas.microsoft.com/office/drawing/2017/decorative" val="1"/>
              </a:ext>
            </a:extLst>
          </p:cNvPr>
          <p:cNvSpPr/>
          <p:nvPr/>
        </p:nvSpPr>
        <p:spPr bwMode="auto">
          <a:xfrm>
            <a:off x="487683" y="1506648"/>
            <a:ext cx="3509551" cy="4533466"/>
          </a:xfrm>
          <a:prstGeom prst="roundRect">
            <a:avLst/>
          </a:prstGeom>
          <a:solidFill>
            <a:schemeClr val="bg2">
              <a:lumMod val="90000"/>
            </a:schemeClr>
          </a:soli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6" name="Rectangle 1">
            <a:extLst>
              <a:ext uri="{FF2B5EF4-FFF2-40B4-BE49-F238E27FC236}">
                <a16:creationId xmlns:a16="http://schemas.microsoft.com/office/drawing/2014/main" id="{4B86A9FB-E66C-D6D0-5E41-61C8DBDB85AE}"/>
              </a:ext>
            </a:extLst>
          </p:cNvPr>
          <p:cNvSpPr>
            <a:spLocks noChangeArrowheads="1"/>
          </p:cNvSpPr>
          <p:nvPr/>
        </p:nvSpPr>
        <p:spPr bwMode="auto">
          <a:xfrm>
            <a:off x="742408" y="1646082"/>
            <a:ext cx="3150323"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1600" b="1" dirty="0">
                <a:solidFill>
                  <a:schemeClr val="tx1"/>
                </a:solidFill>
                <a:ea typeface="Segoe UI" pitchFamily="34" charset="0"/>
                <a:cs typeface="Segoe UI" pitchFamily="34" charset="0"/>
              </a:rPr>
              <a:t>Summarize and stay informed</a:t>
            </a:r>
          </a:p>
          <a:p>
            <a:pPr marR="0" lvl="0" algn="l" defTabSz="914400" rtl="0" eaLnBrk="0" fontAlgn="base" latinLnBrk="0" hangingPunct="0">
              <a:lnSpc>
                <a:spcPct val="100000"/>
              </a:lnSpc>
              <a:spcBef>
                <a:spcPct val="0"/>
              </a:spcBef>
              <a:spcAft>
                <a:spcPct val="0"/>
              </a:spcAft>
              <a:buClrTx/>
              <a:buSzTx/>
              <a:tabLst/>
            </a:pPr>
            <a:endPar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1" i="0" strike="noStrike" cap="none" normalizeH="0" baseline="0" dirty="0">
                <a:ln>
                  <a:noFill/>
                </a:ln>
                <a:effectLst/>
                <a:latin typeface="+mn-lt"/>
                <a:ea typeface="Aptos" panose="020B0004020202020204" pitchFamily="34" charset="0"/>
                <a:cs typeface="Times New Roman" panose="02020603050405020304" pitchFamily="18" charset="0"/>
              </a:rPr>
              <a:t>Summarize</a:t>
            </a: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 recent statements made by the CEO of [company name] </a:t>
            </a:r>
            <a:b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br>
            <a:endParaRPr kumimoji="0" lang="en-US" altLang="en-US" sz="1600" b="0" i="0"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Prepare a </a:t>
            </a:r>
            <a:r>
              <a:rPr kumimoji="0" lang="en-US" altLang="en-US" sz="1600" b="1" i="0" strike="noStrike" cap="none" normalizeH="0" baseline="0" dirty="0">
                <a:ln>
                  <a:noFill/>
                </a:ln>
                <a:effectLst/>
                <a:latin typeface="+mn-lt"/>
                <a:ea typeface="Aptos" panose="020B0004020202020204" pitchFamily="34" charset="0"/>
                <a:cs typeface="Times New Roman" panose="02020603050405020304" pitchFamily="18" charset="0"/>
              </a:rPr>
              <a:t>daily brief </a:t>
            </a: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of news from the [finance] industry regarding [cryptocurrency]</a:t>
            </a:r>
            <a:b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br>
            <a:endParaRPr kumimoji="0" lang="en-US" altLang="en-US" sz="1600" b="0" i="0"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How do you say [thank you for your time] in [Japanese]?</a:t>
            </a:r>
            <a:b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br>
            <a:endParaRPr kumimoji="0" lang="en-US" altLang="en-US" sz="1600" b="0" i="0"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Give me </a:t>
            </a:r>
            <a:r>
              <a:rPr kumimoji="0" lang="en-US" altLang="en-US" sz="1600" b="1" i="0" strike="noStrike" cap="none" normalizeH="0" baseline="0" dirty="0">
                <a:ln>
                  <a:noFill/>
                </a:ln>
                <a:effectLst/>
                <a:latin typeface="+mn-lt"/>
                <a:ea typeface="Aptos" panose="020B0004020202020204" pitchFamily="34" charset="0"/>
                <a:cs typeface="Times New Roman" panose="02020603050405020304" pitchFamily="18" charset="0"/>
              </a:rPr>
              <a:t>step-by-step</a:t>
            </a: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 </a:t>
            </a:r>
            <a:r>
              <a:rPr kumimoji="0" lang="en-US" altLang="en-US" sz="1600" b="1" i="0" strike="noStrike" cap="none" normalizeH="0" baseline="0" dirty="0">
                <a:ln>
                  <a:noFill/>
                </a:ln>
                <a:effectLst/>
                <a:latin typeface="+mn-lt"/>
                <a:ea typeface="Aptos" panose="020B0004020202020204" pitchFamily="34" charset="0"/>
                <a:cs typeface="Times New Roman" panose="02020603050405020304" pitchFamily="18" charset="0"/>
              </a:rPr>
              <a:t>instructions</a:t>
            </a:r>
            <a:r>
              <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rPr>
              <a:t> for [making an Instagram reel]</a:t>
            </a:r>
            <a:endParaRPr kumimoji="0" lang="en-US" altLang="en-US" sz="1600" b="0" i="0" strike="noStrike" cap="none" normalizeH="0" baseline="0" dirty="0">
              <a:ln>
                <a:noFill/>
              </a:ln>
              <a:effectLst/>
              <a:latin typeface="+mn-lt"/>
            </a:endParaRPr>
          </a:p>
        </p:txBody>
      </p:sp>
      <p:sp>
        <p:nvSpPr>
          <p:cNvPr id="9" name="Rectangle: Rounded Corners 8">
            <a:extLst>
              <a:ext uri="{FF2B5EF4-FFF2-40B4-BE49-F238E27FC236}">
                <a16:creationId xmlns:a16="http://schemas.microsoft.com/office/drawing/2014/main" id="{40A08ACD-A708-6987-3FDB-B132708F5BAA}"/>
              </a:ext>
              <a:ext uri="{C183D7F6-B498-43B3-948B-1728B52AA6E4}">
                <adec:decorative xmlns:adec="http://schemas.microsoft.com/office/drawing/2017/decorative" val="1"/>
              </a:ext>
            </a:extLst>
          </p:cNvPr>
          <p:cNvSpPr/>
          <p:nvPr/>
        </p:nvSpPr>
        <p:spPr bwMode="auto">
          <a:xfrm>
            <a:off x="4341222" y="1506648"/>
            <a:ext cx="3509551" cy="4533466"/>
          </a:xfrm>
          <a:prstGeom prst="roundRect">
            <a:avLst/>
          </a:prstGeom>
          <a:solidFill>
            <a:schemeClr val="accent3">
              <a:lumMod val="60000"/>
              <a:lumOff val="40000"/>
            </a:schemeClr>
          </a:solidFill>
          <a:ln>
            <a:solidFill>
              <a:schemeClr val="accent3">
                <a:lumMod val="75000"/>
              </a:schemeClr>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3" name="Rectangle 1">
            <a:extLst>
              <a:ext uri="{FF2B5EF4-FFF2-40B4-BE49-F238E27FC236}">
                <a16:creationId xmlns:a16="http://schemas.microsoft.com/office/drawing/2014/main" id="{69A49F3D-FEEE-4E3D-3B2B-B72D35A51446}"/>
              </a:ext>
            </a:extLst>
          </p:cNvPr>
          <p:cNvSpPr>
            <a:spLocks noChangeArrowheads="1"/>
          </p:cNvSpPr>
          <p:nvPr/>
        </p:nvSpPr>
        <p:spPr bwMode="auto">
          <a:xfrm>
            <a:off x="4520837" y="1615569"/>
            <a:ext cx="3150323" cy="442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1600" b="1" dirty="0">
                <a:solidFill>
                  <a:schemeClr val="tx1"/>
                </a:solidFill>
                <a:ea typeface="Segoe UI" pitchFamily="34" charset="0"/>
                <a:cs typeface="Segoe UI" pitchFamily="34" charset="0"/>
              </a:rPr>
              <a:t>Brainstorm and draft content</a:t>
            </a:r>
          </a:p>
          <a:p>
            <a:pPr marR="0" lvl="0" algn="l" defTabSz="914400" rtl="0" eaLnBrk="0" fontAlgn="base" latinLnBrk="0" hangingPunct="0">
              <a:lnSpc>
                <a:spcPct val="100000"/>
              </a:lnSpc>
              <a:spcBef>
                <a:spcPct val="0"/>
              </a:spcBef>
              <a:spcAft>
                <a:spcPct val="0"/>
              </a:spcAft>
              <a:buClrTx/>
              <a:buSzTx/>
              <a:tabLst/>
            </a:pPr>
            <a:endParaRPr kumimoji="0" lang="en-US" altLang="en-US" sz="16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07000"/>
              </a:lnSpc>
            </a:pPr>
            <a:r>
              <a:rPr lang="en-US" sz="1600" kern="100" dirty="0">
                <a:effectLst/>
                <a:latin typeface="+mn-lt"/>
                <a:ea typeface="Aptos" panose="020B0004020202020204" pitchFamily="34" charset="0"/>
                <a:cs typeface="Times New Roman" panose="02020603050405020304" pitchFamily="18" charset="0"/>
              </a:rPr>
              <a:t>Rewrite this to </a:t>
            </a:r>
            <a:r>
              <a:rPr lang="en-US" sz="1600" b="1" kern="100" dirty="0">
                <a:effectLst/>
                <a:latin typeface="+mn-lt"/>
                <a:ea typeface="Aptos" panose="020B0004020202020204" pitchFamily="34" charset="0"/>
                <a:cs typeface="Times New Roman" panose="02020603050405020304" pitchFamily="18" charset="0"/>
              </a:rPr>
              <a:t>sound more professional </a:t>
            </a:r>
            <a:r>
              <a:rPr lang="en-US" sz="1600" kern="100" dirty="0">
                <a:effectLst/>
                <a:latin typeface="+mn-lt"/>
                <a:ea typeface="Aptos" panose="020B0004020202020204" pitchFamily="34" charset="0"/>
                <a:cs typeface="Times New Roman" panose="02020603050405020304" pitchFamily="18" charset="0"/>
              </a:rPr>
              <a:t>and less verbose: [insert content] </a:t>
            </a:r>
          </a:p>
          <a:p>
            <a:pPr marR="0" lvl="0">
              <a:lnSpc>
                <a:spcPct val="107000"/>
              </a:lnSpc>
            </a:pPr>
            <a:endParaRPr lang="en-US" sz="1000" kern="100" dirty="0">
              <a:effectLst/>
              <a:latin typeface="+mn-lt"/>
              <a:ea typeface="Aptos" panose="020B0004020202020204" pitchFamily="34" charset="0"/>
              <a:cs typeface="Times New Roman" panose="02020603050405020304" pitchFamily="18" charset="0"/>
            </a:endParaRPr>
          </a:p>
          <a:p>
            <a:pPr marR="0" lvl="0">
              <a:lnSpc>
                <a:spcPct val="107000"/>
              </a:lnSpc>
            </a:pPr>
            <a:r>
              <a:rPr lang="en-US" sz="1600" b="1" kern="100" dirty="0">
                <a:effectLst/>
                <a:latin typeface="+mn-lt"/>
                <a:ea typeface="Aptos" panose="020B0004020202020204" pitchFamily="34" charset="0"/>
                <a:cs typeface="Times New Roman" panose="02020603050405020304" pitchFamily="18" charset="0"/>
              </a:rPr>
              <a:t>Suggest</a:t>
            </a:r>
            <a:r>
              <a:rPr lang="en-US" sz="1600" kern="100" dirty="0">
                <a:effectLst/>
                <a:latin typeface="+mn-lt"/>
                <a:ea typeface="Aptos" panose="020B0004020202020204" pitchFamily="34" charset="0"/>
                <a:cs typeface="Times New Roman" panose="02020603050405020304" pitchFamily="18" charset="0"/>
              </a:rPr>
              <a:t> inexpensive ways to </a:t>
            </a:r>
            <a:r>
              <a:rPr lang="en-US" sz="1600" b="1" kern="100" dirty="0">
                <a:effectLst/>
                <a:latin typeface="+mn-lt"/>
                <a:ea typeface="Aptos" panose="020B0004020202020204" pitchFamily="34" charset="0"/>
                <a:cs typeface="Times New Roman" panose="02020603050405020304" pitchFamily="18" charset="0"/>
              </a:rPr>
              <a:t>optimize</a:t>
            </a:r>
            <a:r>
              <a:rPr lang="en-US" sz="1600" kern="100" dirty="0">
                <a:effectLst/>
                <a:latin typeface="+mn-lt"/>
                <a:ea typeface="Aptos" panose="020B0004020202020204" pitchFamily="34" charset="0"/>
                <a:cs typeface="Times New Roman" panose="02020603050405020304" pitchFamily="18" charset="0"/>
              </a:rPr>
              <a:t> our website for organic search</a:t>
            </a:r>
          </a:p>
          <a:p>
            <a:pPr marR="0" lvl="0">
              <a:lnSpc>
                <a:spcPct val="107000"/>
              </a:lnSpc>
            </a:pPr>
            <a:endParaRPr lang="en-US" sz="1000" kern="100" dirty="0">
              <a:effectLst/>
              <a:latin typeface="+mn-lt"/>
              <a:ea typeface="Aptos" panose="020B0004020202020204" pitchFamily="34" charset="0"/>
              <a:cs typeface="Times New Roman" panose="02020603050405020304" pitchFamily="18" charset="0"/>
            </a:endParaRPr>
          </a:p>
          <a:p>
            <a:pPr marR="0" lvl="0">
              <a:lnSpc>
                <a:spcPct val="107000"/>
              </a:lnSpc>
            </a:pPr>
            <a:r>
              <a:rPr lang="en-US" sz="1600" b="1" kern="100" dirty="0">
                <a:effectLst/>
                <a:latin typeface="+mn-lt"/>
                <a:ea typeface="Aptos" panose="020B0004020202020204" pitchFamily="34" charset="0"/>
                <a:cs typeface="Times New Roman" panose="02020603050405020304" pitchFamily="18" charset="0"/>
              </a:rPr>
              <a:t>Draft a blog post </a:t>
            </a:r>
            <a:r>
              <a:rPr lang="en-US" sz="1600" kern="100" dirty="0">
                <a:effectLst/>
                <a:latin typeface="+mn-lt"/>
                <a:ea typeface="Aptos" panose="020B0004020202020204" pitchFamily="34" charset="0"/>
                <a:cs typeface="Times New Roman" panose="02020603050405020304" pitchFamily="18" charset="0"/>
              </a:rPr>
              <a:t>about the latest on [specific topic]</a:t>
            </a:r>
          </a:p>
          <a:p>
            <a:pPr marR="0" lvl="0">
              <a:lnSpc>
                <a:spcPct val="107000"/>
              </a:lnSpc>
              <a:spcAft>
                <a:spcPts val="800"/>
              </a:spcAft>
            </a:pPr>
            <a:br>
              <a:rPr lang="en-US" sz="1000" kern="100" dirty="0">
                <a:effectLst/>
                <a:latin typeface="+mn-lt"/>
                <a:ea typeface="Aptos" panose="020B0004020202020204" pitchFamily="34" charset="0"/>
                <a:cs typeface="Times New Roman" panose="02020603050405020304" pitchFamily="18" charset="0"/>
              </a:rPr>
            </a:br>
            <a:r>
              <a:rPr lang="en-US" sz="1600" kern="100" dirty="0">
                <a:effectLst/>
                <a:latin typeface="+mn-lt"/>
                <a:ea typeface="Aptos" panose="020B0004020202020204" pitchFamily="34" charset="0"/>
                <a:cs typeface="Times New Roman" panose="02020603050405020304" pitchFamily="18" charset="0"/>
              </a:rPr>
              <a:t>Help me </a:t>
            </a:r>
            <a:r>
              <a:rPr lang="en-US" sz="1600" kern="100" dirty="0">
                <a:latin typeface="+mn-lt"/>
                <a:ea typeface="Aptos" panose="020B0004020202020204" pitchFamily="34" charset="0"/>
                <a:cs typeface="Times New Roman" panose="02020603050405020304" pitchFamily="18" charset="0"/>
              </a:rPr>
              <a:t>create</a:t>
            </a:r>
            <a:r>
              <a:rPr lang="en-US" sz="1600" kern="100" dirty="0">
                <a:effectLst/>
                <a:latin typeface="+mn-lt"/>
                <a:ea typeface="Aptos" panose="020B0004020202020204" pitchFamily="34" charset="0"/>
                <a:cs typeface="Times New Roman" panose="02020603050405020304" pitchFamily="18" charset="0"/>
              </a:rPr>
              <a:t> </a:t>
            </a:r>
            <a:r>
              <a:rPr lang="en-US" sz="1600" b="1" kern="100" dirty="0">
                <a:effectLst/>
                <a:latin typeface="+mn-lt"/>
                <a:ea typeface="Aptos" panose="020B0004020202020204" pitchFamily="34" charset="0"/>
                <a:cs typeface="Times New Roman" panose="02020603050405020304" pitchFamily="18" charset="0"/>
              </a:rPr>
              <a:t>questions</a:t>
            </a:r>
            <a:r>
              <a:rPr lang="en-US" sz="1600" kern="100" dirty="0">
                <a:effectLst/>
                <a:latin typeface="+mn-lt"/>
                <a:ea typeface="Aptos" panose="020B0004020202020204" pitchFamily="34" charset="0"/>
                <a:cs typeface="Times New Roman" panose="02020603050405020304" pitchFamily="18" charset="0"/>
              </a:rPr>
              <a:t> for a user research survey on [specific topic]</a:t>
            </a:r>
          </a:p>
          <a:p>
            <a:pPr marR="0" lvl="0" algn="l" defTabSz="914400" rtl="0" eaLnBrk="0" fontAlgn="base" latinLnBrk="0" hangingPunct="0">
              <a:lnSpc>
                <a:spcPct val="100000"/>
              </a:lnSpc>
              <a:spcBef>
                <a:spcPct val="0"/>
              </a:spcBef>
              <a:spcAft>
                <a:spcPct val="0"/>
              </a:spcAft>
              <a:buClrTx/>
              <a:buSzTx/>
              <a:tabLst/>
            </a:pPr>
            <a:endParaRPr kumimoji="0" lang="en-US" altLang="en-US" sz="1600" b="0" i="0" strike="noStrike" cap="none" normalizeH="0" baseline="0" dirty="0">
              <a:ln>
                <a:noFill/>
              </a:ln>
              <a:effectLst/>
              <a:latin typeface="+mn-lt"/>
            </a:endParaRPr>
          </a:p>
        </p:txBody>
      </p:sp>
      <p:sp>
        <p:nvSpPr>
          <p:cNvPr id="10" name="Rectangle: Rounded Corners 9">
            <a:extLst>
              <a:ext uri="{FF2B5EF4-FFF2-40B4-BE49-F238E27FC236}">
                <a16:creationId xmlns:a16="http://schemas.microsoft.com/office/drawing/2014/main" id="{8264B288-49CE-BB85-4274-8B82BE0704C5}"/>
              </a:ext>
              <a:ext uri="{C183D7F6-B498-43B3-948B-1728B52AA6E4}">
                <adec:decorative xmlns:adec="http://schemas.microsoft.com/office/drawing/2017/decorative" val="1"/>
              </a:ext>
            </a:extLst>
          </p:cNvPr>
          <p:cNvSpPr/>
          <p:nvPr/>
        </p:nvSpPr>
        <p:spPr bwMode="auto">
          <a:xfrm>
            <a:off x="8194766" y="1471877"/>
            <a:ext cx="3509551" cy="4568237"/>
          </a:xfrm>
          <a:prstGeom prst="roundRect">
            <a:avLst/>
          </a:prstGeom>
          <a:solidFill>
            <a:srgbClr val="F6D2E5"/>
          </a:solidFill>
          <a:ln>
            <a:solidFill>
              <a:srgbClr val="D8388C"/>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4" name="Rectangle 1">
            <a:extLst>
              <a:ext uri="{FF2B5EF4-FFF2-40B4-BE49-F238E27FC236}">
                <a16:creationId xmlns:a16="http://schemas.microsoft.com/office/drawing/2014/main" id="{948BE5D4-F3B0-8FF5-804C-481FE453811C}"/>
              </a:ext>
            </a:extLst>
          </p:cNvPr>
          <p:cNvSpPr>
            <a:spLocks noChangeArrowheads="1"/>
          </p:cNvSpPr>
          <p:nvPr/>
        </p:nvSpPr>
        <p:spPr bwMode="auto">
          <a:xfrm>
            <a:off x="8449490" y="1744301"/>
            <a:ext cx="3150323" cy="394858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1600" b="1" dirty="0">
                <a:solidFill>
                  <a:schemeClr val="tx1"/>
                </a:solidFill>
                <a:ea typeface="Segoe UI" pitchFamily="34" charset="0"/>
                <a:cs typeface="Segoe UI" pitchFamily="34" charset="0"/>
              </a:rPr>
              <a:t>Gather insights from files</a:t>
            </a:r>
          </a:p>
          <a:p>
            <a:pPr marR="0" lvl="0" algn="l" defTabSz="914400" rtl="0" eaLnBrk="0" fontAlgn="base" latinLnBrk="0" hangingPunct="0">
              <a:lnSpc>
                <a:spcPct val="100000"/>
              </a:lnSpc>
              <a:spcBef>
                <a:spcPct val="0"/>
              </a:spcBef>
              <a:spcAft>
                <a:spcPct val="0"/>
              </a:spcAft>
              <a:buClrTx/>
              <a:buSzTx/>
              <a:tabLst/>
            </a:pPr>
            <a:endParaRPr kumimoji="0" lang="en-US" altLang="en-US" sz="11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15000"/>
              </a:lnSpc>
            </a:pPr>
            <a:r>
              <a:rPr lang="en-US" sz="1600" kern="100" dirty="0">
                <a:effectLst/>
                <a:latin typeface="+mn-lt"/>
                <a:ea typeface="Aptos" panose="020B0004020202020204" pitchFamily="34" charset="0"/>
                <a:cs typeface="Times New Roman" panose="02020603050405020304" pitchFamily="18" charset="0"/>
              </a:rPr>
              <a:t>Help me </a:t>
            </a:r>
            <a:r>
              <a:rPr lang="en-US" sz="1600" b="1" kern="100" dirty="0">
                <a:effectLst/>
                <a:latin typeface="+mn-lt"/>
                <a:ea typeface="Aptos" panose="020B0004020202020204" pitchFamily="34" charset="0"/>
                <a:cs typeface="Times New Roman" panose="02020603050405020304" pitchFamily="18" charset="0"/>
              </a:rPr>
              <a:t>rewrite</a:t>
            </a:r>
            <a:r>
              <a:rPr lang="en-US" sz="1600" kern="100" dirty="0">
                <a:effectLst/>
                <a:latin typeface="+mn-lt"/>
                <a:ea typeface="Aptos" panose="020B0004020202020204" pitchFamily="34" charset="0"/>
                <a:cs typeface="Times New Roman" panose="02020603050405020304" pitchFamily="18" charset="0"/>
              </a:rPr>
              <a:t> the introduction paragraph to make it clearer and more concise in this document: </a:t>
            </a:r>
            <a:r>
              <a:rPr lang="en-US" sz="1600" kern="100" dirty="0">
                <a:latin typeface="+mn-lt"/>
                <a:ea typeface="Aptos" panose="020B0004020202020204" pitchFamily="34" charset="0"/>
                <a:cs typeface="Times New Roman" panose="02020603050405020304" pitchFamily="18" charset="0"/>
              </a:rPr>
              <a:t>/</a:t>
            </a:r>
            <a:r>
              <a:rPr lang="en-US" sz="1600" kern="100" dirty="0">
                <a:effectLst/>
                <a:latin typeface="+mn-lt"/>
                <a:ea typeface="Aptos" panose="020B0004020202020204" pitchFamily="34" charset="0"/>
                <a:cs typeface="Times New Roman" panose="02020603050405020304" pitchFamily="18" charset="0"/>
              </a:rPr>
              <a:t>file</a:t>
            </a:r>
          </a:p>
          <a:p>
            <a:pPr marR="0" lvl="0">
              <a:lnSpc>
                <a:spcPct val="115000"/>
              </a:lnSpc>
            </a:pPr>
            <a:endParaRPr lang="en-US" sz="1000" kern="100" dirty="0">
              <a:effectLst/>
              <a:latin typeface="+mn-lt"/>
              <a:ea typeface="Aptos" panose="020B0004020202020204" pitchFamily="34" charset="0"/>
              <a:cs typeface="Times New Roman" panose="02020603050405020304" pitchFamily="18" charset="0"/>
            </a:endParaRPr>
          </a:p>
          <a:p>
            <a:pPr marR="0" lvl="0">
              <a:lnSpc>
                <a:spcPct val="115000"/>
              </a:lnSpc>
            </a:pPr>
            <a:r>
              <a:rPr lang="en-US" sz="1600" b="1" kern="100" dirty="0">
                <a:effectLst/>
                <a:latin typeface="+mn-lt"/>
                <a:ea typeface="Aptos" panose="020B0004020202020204" pitchFamily="34" charset="0"/>
                <a:cs typeface="Times New Roman" panose="02020603050405020304" pitchFamily="18" charset="0"/>
              </a:rPr>
              <a:t>Suggest</a:t>
            </a:r>
            <a:r>
              <a:rPr lang="en-US" sz="1600" kern="100" dirty="0">
                <a:effectLst/>
                <a:latin typeface="+mn-lt"/>
                <a:ea typeface="Aptos" panose="020B0004020202020204" pitchFamily="34" charset="0"/>
                <a:cs typeface="Times New Roman" panose="02020603050405020304" pitchFamily="18" charset="0"/>
              </a:rPr>
              <a:t> 10 compelling </a:t>
            </a:r>
            <a:r>
              <a:rPr lang="en-US" sz="1600" b="1" kern="100" dirty="0">
                <a:effectLst/>
                <a:latin typeface="+mn-lt"/>
                <a:ea typeface="Aptos" panose="020B0004020202020204" pitchFamily="34" charset="0"/>
                <a:cs typeface="Times New Roman" panose="02020603050405020304" pitchFamily="18" charset="0"/>
              </a:rPr>
              <a:t>titles</a:t>
            </a:r>
            <a:r>
              <a:rPr lang="en-US" sz="1600" kern="100" dirty="0">
                <a:effectLst/>
                <a:latin typeface="+mn-lt"/>
                <a:ea typeface="Aptos" panose="020B0004020202020204" pitchFamily="34" charset="0"/>
                <a:cs typeface="Times New Roman" panose="02020603050405020304" pitchFamily="18" charset="0"/>
              </a:rPr>
              <a:t> for this blog post: </a:t>
            </a:r>
            <a:r>
              <a:rPr lang="en-US" sz="1600" kern="100" dirty="0">
                <a:latin typeface="+mn-lt"/>
                <a:ea typeface="Aptos" panose="020B0004020202020204" pitchFamily="34" charset="0"/>
                <a:cs typeface="Times New Roman" panose="02020603050405020304" pitchFamily="18" charset="0"/>
              </a:rPr>
              <a:t>/</a:t>
            </a:r>
            <a:r>
              <a:rPr lang="en-US" sz="1600" kern="100" dirty="0">
                <a:effectLst/>
                <a:latin typeface="+mn-lt"/>
                <a:ea typeface="Aptos" panose="020B0004020202020204" pitchFamily="34" charset="0"/>
                <a:cs typeface="Times New Roman" panose="02020603050405020304" pitchFamily="18" charset="0"/>
              </a:rPr>
              <a:t>file</a:t>
            </a:r>
          </a:p>
          <a:p>
            <a:pPr marR="0" lvl="0">
              <a:lnSpc>
                <a:spcPct val="115000"/>
              </a:lnSpc>
            </a:pPr>
            <a:endParaRPr lang="en-US" sz="1000" kern="100" dirty="0">
              <a:effectLst/>
              <a:latin typeface="+mn-lt"/>
              <a:ea typeface="Aptos" panose="020B0004020202020204" pitchFamily="34" charset="0"/>
              <a:cs typeface="Times New Roman" panose="02020603050405020304" pitchFamily="18" charset="0"/>
            </a:endParaRPr>
          </a:p>
          <a:p>
            <a:pPr marR="0" lvl="0">
              <a:lnSpc>
                <a:spcPct val="115000"/>
              </a:lnSpc>
            </a:pPr>
            <a:r>
              <a:rPr lang="en-US" sz="1600" b="1" kern="100" dirty="0">
                <a:effectLst/>
                <a:latin typeface="+mn-lt"/>
                <a:ea typeface="Aptos" panose="020B0004020202020204" pitchFamily="34" charset="0"/>
                <a:cs typeface="Times New Roman" panose="02020603050405020304" pitchFamily="18" charset="0"/>
              </a:rPr>
              <a:t>Describe</a:t>
            </a:r>
            <a:r>
              <a:rPr lang="en-US" sz="1600" kern="100" dirty="0">
                <a:effectLst/>
                <a:latin typeface="+mn-lt"/>
                <a:ea typeface="Aptos" panose="020B0004020202020204" pitchFamily="34" charset="0"/>
                <a:cs typeface="Times New Roman" panose="02020603050405020304" pitchFamily="18" charset="0"/>
              </a:rPr>
              <a:t> the </a:t>
            </a:r>
            <a:r>
              <a:rPr lang="en-US" sz="1600" b="1" kern="100" dirty="0">
                <a:effectLst/>
                <a:latin typeface="+mn-lt"/>
                <a:ea typeface="Aptos" panose="020B0004020202020204" pitchFamily="34" charset="0"/>
                <a:cs typeface="Times New Roman" panose="02020603050405020304" pitchFamily="18" charset="0"/>
              </a:rPr>
              <a:t>image</a:t>
            </a:r>
            <a:r>
              <a:rPr lang="en-US" sz="1600" kern="100" dirty="0">
                <a:effectLst/>
                <a:latin typeface="+mn-lt"/>
                <a:ea typeface="Aptos" panose="020B0004020202020204" pitchFamily="34" charset="0"/>
                <a:cs typeface="Times New Roman" panose="02020603050405020304" pitchFamily="18" charset="0"/>
              </a:rPr>
              <a:t> in a couple sentences: /file</a:t>
            </a:r>
          </a:p>
          <a:p>
            <a:pPr marR="0" lvl="0">
              <a:lnSpc>
                <a:spcPct val="115000"/>
              </a:lnSpc>
              <a:spcAft>
                <a:spcPts val="800"/>
              </a:spcAft>
            </a:pPr>
            <a:endParaRPr lang="en-US" sz="1000" kern="100" dirty="0">
              <a:effectLst/>
              <a:latin typeface="+mn-lt"/>
              <a:ea typeface="Aptos" panose="020B0004020202020204" pitchFamily="34" charset="0"/>
              <a:cs typeface="Times New Roman" panose="02020603050405020304" pitchFamily="18" charset="0"/>
            </a:endParaRPr>
          </a:p>
          <a:p>
            <a:pPr marR="0" lvl="0">
              <a:lnSpc>
                <a:spcPct val="115000"/>
              </a:lnSpc>
              <a:spcAft>
                <a:spcPts val="800"/>
              </a:spcAft>
            </a:pPr>
            <a:r>
              <a:rPr lang="en-US" sz="1600" kern="100" dirty="0">
                <a:effectLst/>
                <a:latin typeface="+mn-lt"/>
                <a:ea typeface="Aptos" panose="020B0004020202020204" pitchFamily="34" charset="0"/>
                <a:cs typeface="Times New Roman" panose="02020603050405020304" pitchFamily="18" charset="0"/>
              </a:rPr>
              <a:t>Help me </a:t>
            </a:r>
            <a:r>
              <a:rPr lang="en-US" sz="1600" b="1" kern="100" dirty="0">
                <a:effectLst/>
                <a:latin typeface="+mn-lt"/>
                <a:ea typeface="Aptos" panose="020B0004020202020204" pitchFamily="34" charset="0"/>
                <a:cs typeface="Times New Roman" panose="02020603050405020304" pitchFamily="18" charset="0"/>
              </a:rPr>
              <a:t>analyze the data </a:t>
            </a:r>
            <a:r>
              <a:rPr lang="en-US" sz="1600" kern="100" dirty="0">
                <a:effectLst/>
                <a:latin typeface="+mn-lt"/>
                <a:ea typeface="Aptos" panose="020B0004020202020204" pitchFamily="34" charset="0"/>
                <a:cs typeface="Times New Roman" panose="02020603050405020304" pitchFamily="18" charset="0"/>
              </a:rPr>
              <a:t>from my experiment using this: </a:t>
            </a:r>
            <a:r>
              <a:rPr lang="en-US" sz="1600" kern="100" dirty="0">
                <a:latin typeface="+mn-lt"/>
                <a:ea typeface="Aptos" panose="020B0004020202020204" pitchFamily="34" charset="0"/>
                <a:cs typeface="Times New Roman" panose="02020603050405020304" pitchFamily="18" charset="0"/>
              </a:rPr>
              <a:t>/</a:t>
            </a:r>
            <a:r>
              <a:rPr lang="en-US" sz="1600" kern="100" dirty="0">
                <a:effectLst/>
                <a:latin typeface="+mn-lt"/>
                <a:ea typeface="Aptos" panose="020B0004020202020204" pitchFamily="34" charset="0"/>
                <a:cs typeface="Times New Roman" panose="02020603050405020304" pitchFamily="18" charset="0"/>
              </a:rPr>
              <a:t>file</a:t>
            </a:r>
          </a:p>
        </p:txBody>
      </p:sp>
      <p:sp>
        <p:nvSpPr>
          <p:cNvPr id="3" name="Footer Placeholder 2">
            <a:extLst>
              <a:ext uri="{FF2B5EF4-FFF2-40B4-BE49-F238E27FC236}">
                <a16:creationId xmlns:a16="http://schemas.microsoft.com/office/drawing/2014/main" id="{72DB3D7C-B672-CEE4-1B8D-DD312860437F}"/>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52701183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2DFD9-CB0D-3849-7214-238A2928E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8CA7A-9785-4877-DAF6-0C6A9537884F}"/>
              </a:ext>
            </a:extLst>
          </p:cNvPr>
          <p:cNvSpPr>
            <a:spLocks noGrp="1"/>
          </p:cNvSpPr>
          <p:nvPr>
            <p:ph type="title"/>
          </p:nvPr>
        </p:nvSpPr>
        <p:spPr>
          <a:xfrm>
            <a:off x="588262" y="585216"/>
            <a:ext cx="8193024" cy="553998"/>
          </a:xfrm>
        </p:spPr>
        <p:txBody>
          <a:bodyPr/>
          <a:lstStyle/>
          <a:p>
            <a:r>
              <a:rPr lang="en-US" sz="3600" dirty="0"/>
              <a:t>Try these prompts (2/2)</a:t>
            </a:r>
          </a:p>
        </p:txBody>
      </p:sp>
      <p:sp>
        <p:nvSpPr>
          <p:cNvPr id="3" name="Footer Placeholder 2">
            <a:extLst>
              <a:ext uri="{FF2B5EF4-FFF2-40B4-BE49-F238E27FC236}">
                <a16:creationId xmlns:a16="http://schemas.microsoft.com/office/drawing/2014/main" id="{F945FB7C-7D20-0878-63D7-05A52024A8C6}"/>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5" name="Rectangle: Rounded Corners 4">
            <a:extLst>
              <a:ext uri="{FF2B5EF4-FFF2-40B4-BE49-F238E27FC236}">
                <a16:creationId xmlns:a16="http://schemas.microsoft.com/office/drawing/2014/main" id="{2EADAE60-09E6-B054-5549-9F0CF2AF0A54}"/>
              </a:ext>
              <a:ext uri="{C183D7F6-B498-43B3-948B-1728B52AA6E4}">
                <adec:decorative xmlns:adec="http://schemas.microsoft.com/office/drawing/2017/decorative" val="1"/>
              </a:ext>
            </a:extLst>
          </p:cNvPr>
          <p:cNvSpPr/>
          <p:nvPr/>
        </p:nvSpPr>
        <p:spPr bwMode="auto">
          <a:xfrm>
            <a:off x="487683" y="1506648"/>
            <a:ext cx="3509551" cy="4533466"/>
          </a:xfrm>
          <a:prstGeom prst="roundRect">
            <a:avLst/>
          </a:prstGeom>
          <a:solidFill>
            <a:schemeClr val="accent4">
              <a:lumMod val="40000"/>
              <a:lumOff val="60000"/>
            </a:schemeClr>
          </a:solidFill>
          <a:ln>
            <a:solidFill>
              <a:schemeClr val="accent1"/>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4" name="Rectangle 1">
            <a:extLst>
              <a:ext uri="{FF2B5EF4-FFF2-40B4-BE49-F238E27FC236}">
                <a16:creationId xmlns:a16="http://schemas.microsoft.com/office/drawing/2014/main" id="{BE8AA8CB-862F-CBF8-CC73-9D4D9A881594}"/>
              </a:ext>
            </a:extLst>
          </p:cNvPr>
          <p:cNvSpPr>
            <a:spLocks noChangeArrowheads="1"/>
          </p:cNvSpPr>
          <p:nvPr/>
        </p:nvSpPr>
        <p:spPr bwMode="auto">
          <a:xfrm>
            <a:off x="652056" y="1688772"/>
            <a:ext cx="3397430" cy="4169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1600" b="1" dirty="0">
                <a:solidFill>
                  <a:schemeClr val="tx1"/>
                </a:solidFill>
                <a:latin typeface="+mn-lt"/>
                <a:ea typeface="Segoe UI" pitchFamily="34" charset="0"/>
                <a:cs typeface="Segoe UI" pitchFamily="34" charset="0"/>
              </a:rPr>
              <a:t>Visualize data</a:t>
            </a:r>
          </a:p>
          <a:p>
            <a:pPr marR="0" lvl="0" algn="l" defTabSz="914400" rtl="0" eaLnBrk="0" fontAlgn="base" latinLnBrk="0" hangingPunct="0">
              <a:lnSpc>
                <a:spcPct val="100000"/>
              </a:lnSpc>
              <a:spcBef>
                <a:spcPct val="0"/>
              </a:spcBef>
              <a:spcAft>
                <a:spcPct val="0"/>
              </a:spcAft>
              <a:buClrTx/>
              <a:buSzTx/>
              <a:tabLst/>
            </a:pPr>
            <a:endParaRPr kumimoji="0" lang="en-US" altLang="en-US" sz="10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07000"/>
              </a:lnSpc>
            </a:pPr>
            <a:r>
              <a:rPr lang="en-US" sz="1600" b="1" kern="100" dirty="0">
                <a:effectLst/>
                <a:latin typeface="+mn-lt"/>
                <a:ea typeface="Aptos" panose="020B0004020202020204" pitchFamily="34" charset="0"/>
                <a:cs typeface="Times New Roman" panose="02020603050405020304" pitchFamily="18" charset="0"/>
              </a:rPr>
              <a:t>Illustrate</a:t>
            </a:r>
            <a:r>
              <a:rPr lang="en-US" sz="1600" kern="100" dirty="0">
                <a:effectLst/>
                <a:latin typeface="+mn-lt"/>
                <a:ea typeface="Aptos" panose="020B0004020202020204" pitchFamily="34" charset="0"/>
                <a:cs typeface="Times New Roman" panose="02020603050405020304" pitchFamily="18" charset="0"/>
              </a:rPr>
              <a:t> a [romantic pop art image] of [an office worker experiencing a dramatic coffee crisis]</a:t>
            </a:r>
          </a:p>
          <a:p>
            <a:pPr marR="0" lvl="0">
              <a:lnSpc>
                <a:spcPct val="107000"/>
              </a:lnSpc>
            </a:pPr>
            <a:endParaRPr lang="en-US" sz="1000" kern="100" dirty="0">
              <a:effectLst/>
              <a:latin typeface="+mn-lt"/>
              <a:ea typeface="Aptos" panose="020B0004020202020204" pitchFamily="34" charset="0"/>
              <a:cs typeface="Times New Roman" panose="02020603050405020304" pitchFamily="18" charset="0"/>
            </a:endParaRPr>
          </a:p>
          <a:p>
            <a:pPr marR="0" lvl="0">
              <a:lnSpc>
                <a:spcPct val="107000"/>
              </a:lnSpc>
            </a:pPr>
            <a:r>
              <a:rPr lang="en-US" sz="1600" kern="100" dirty="0">
                <a:effectLst/>
                <a:latin typeface="+mn-lt"/>
                <a:ea typeface="Aptos" panose="020B0004020202020204" pitchFamily="34" charset="0"/>
                <a:cs typeface="Times New Roman" panose="02020603050405020304" pitchFamily="18" charset="0"/>
              </a:rPr>
              <a:t>Create a </a:t>
            </a:r>
            <a:r>
              <a:rPr lang="en-US" sz="1600" b="1" kern="100" dirty="0">
                <a:effectLst/>
                <a:latin typeface="+mn-lt"/>
                <a:ea typeface="Aptos" panose="020B0004020202020204" pitchFamily="34" charset="0"/>
                <a:cs typeface="Times New Roman" panose="02020603050405020304" pitchFamily="18" charset="0"/>
              </a:rPr>
              <a:t>line chart </a:t>
            </a:r>
            <a:r>
              <a:rPr lang="en-US" sz="1600" kern="100" dirty="0">
                <a:effectLst/>
                <a:latin typeface="+mn-lt"/>
                <a:ea typeface="Aptos" panose="020B0004020202020204" pitchFamily="34" charset="0"/>
                <a:cs typeface="Times New Roman" panose="02020603050405020304" pitchFamily="18" charset="0"/>
              </a:rPr>
              <a:t>showing the relationship between [inflation rates] and [interest rates] over the last 20 years</a:t>
            </a:r>
          </a:p>
          <a:p>
            <a:pPr marR="0" lvl="0">
              <a:lnSpc>
                <a:spcPct val="107000"/>
              </a:lnSpc>
            </a:pPr>
            <a:endParaRPr lang="en-US" sz="1000" kern="100" dirty="0">
              <a:effectLst/>
              <a:latin typeface="+mn-lt"/>
              <a:ea typeface="Aptos" panose="020B0004020202020204" pitchFamily="34" charset="0"/>
              <a:cs typeface="Times New Roman" panose="02020603050405020304" pitchFamily="18" charset="0"/>
            </a:endParaRPr>
          </a:p>
          <a:p>
            <a:pPr marR="0" lvl="0">
              <a:lnSpc>
                <a:spcPct val="107000"/>
              </a:lnSpc>
              <a:spcAft>
                <a:spcPts val="800"/>
              </a:spcAft>
            </a:pPr>
            <a:r>
              <a:rPr lang="en-US" sz="1600" kern="100" dirty="0">
                <a:effectLst/>
                <a:latin typeface="+mn-lt"/>
                <a:ea typeface="Aptos" panose="020B0004020202020204" pitchFamily="34" charset="0"/>
                <a:cs typeface="Times New Roman" panose="02020603050405020304" pitchFamily="18" charset="0"/>
              </a:rPr>
              <a:t>Create a </a:t>
            </a:r>
            <a:r>
              <a:rPr lang="en-US" sz="1600" b="1" kern="100" dirty="0">
                <a:effectLst/>
                <a:latin typeface="+mn-lt"/>
                <a:ea typeface="Aptos" panose="020B0004020202020204" pitchFamily="34" charset="0"/>
                <a:cs typeface="Times New Roman" panose="02020603050405020304" pitchFamily="18" charset="0"/>
              </a:rPr>
              <a:t>word cloud </a:t>
            </a:r>
            <a:r>
              <a:rPr lang="en-US" sz="1600" kern="100" dirty="0">
                <a:effectLst/>
                <a:latin typeface="+mn-lt"/>
                <a:ea typeface="Aptos" panose="020B0004020202020204" pitchFamily="34" charset="0"/>
                <a:cs typeface="Times New Roman" panose="02020603050405020304" pitchFamily="18" charset="0"/>
              </a:rPr>
              <a:t>based on the latest [financial news]</a:t>
            </a:r>
          </a:p>
          <a:p>
            <a:pPr marR="0" lvl="0">
              <a:lnSpc>
                <a:spcPct val="107000"/>
              </a:lnSpc>
              <a:spcAft>
                <a:spcPts val="800"/>
              </a:spcAft>
            </a:pPr>
            <a:endParaRPr lang="en-US" sz="1600" kern="100" dirty="0">
              <a:latin typeface="+mn-lt"/>
              <a:ea typeface="Aptos" panose="020B0004020202020204" pitchFamily="34" charset="0"/>
              <a:cs typeface="Times New Roman" panose="02020603050405020304" pitchFamily="18" charset="0"/>
            </a:endParaRPr>
          </a:p>
          <a:p>
            <a:pPr marR="0" lvl="0">
              <a:lnSpc>
                <a:spcPct val="107000"/>
              </a:lnSpc>
              <a:spcAft>
                <a:spcPts val="800"/>
              </a:spcAft>
            </a:pPr>
            <a:endParaRPr lang="en-US" sz="1600" kern="100" dirty="0">
              <a:effectLst/>
              <a:latin typeface="+mn-lt"/>
              <a:ea typeface="Aptos" panose="020B0004020202020204" pitchFamily="34"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B51BEC66-6795-26E9-741A-EA675F823A79}"/>
              </a:ext>
              <a:ext uri="{C183D7F6-B498-43B3-948B-1728B52AA6E4}">
                <adec:decorative xmlns:adec="http://schemas.microsoft.com/office/drawing/2017/decorative" val="1"/>
              </a:ext>
            </a:extLst>
          </p:cNvPr>
          <p:cNvSpPr/>
          <p:nvPr/>
        </p:nvSpPr>
        <p:spPr bwMode="auto">
          <a:xfrm>
            <a:off x="4341224" y="1506648"/>
            <a:ext cx="3509551" cy="4533466"/>
          </a:xfrm>
          <a:prstGeom prst="roundRect">
            <a:avLst/>
          </a:prstGeom>
          <a:solidFill>
            <a:schemeClr val="tx2">
              <a:lumMod val="10000"/>
              <a:lumOff val="90000"/>
            </a:schemeClr>
          </a:solidFill>
          <a:ln>
            <a:solidFill>
              <a:schemeClr val="tx2">
                <a:lumMod val="75000"/>
                <a:lumOff val="25000"/>
              </a:schemeClr>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3" name="Rectangle 1">
            <a:extLst>
              <a:ext uri="{FF2B5EF4-FFF2-40B4-BE49-F238E27FC236}">
                <a16:creationId xmlns:a16="http://schemas.microsoft.com/office/drawing/2014/main" id="{C2CFC636-FA0C-FFE2-C7AB-682EB37BA46B}"/>
              </a:ext>
            </a:extLst>
          </p:cNvPr>
          <p:cNvSpPr>
            <a:spLocks noChangeArrowheads="1"/>
          </p:cNvSpPr>
          <p:nvPr/>
        </p:nvSpPr>
        <p:spPr bwMode="auto">
          <a:xfrm>
            <a:off x="4520837" y="1561707"/>
            <a:ext cx="3150323" cy="4770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1600" b="1" dirty="0">
                <a:ea typeface="Segoe UI" pitchFamily="34" charset="0"/>
                <a:cs typeface="Segoe UI" pitchFamily="34" charset="0"/>
              </a:rPr>
              <a:t>Generate code</a:t>
            </a:r>
            <a:endParaRPr lang="en-US" sz="1600" b="1" dirty="0">
              <a:solidFill>
                <a:schemeClr val="tx1"/>
              </a:solidFill>
              <a:ea typeface="Segoe UI" pitchFamily="34" charset="0"/>
              <a:cs typeface="Segoe UI"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0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15000"/>
              </a:lnSpc>
            </a:pPr>
            <a:r>
              <a:rPr lang="en-US" sz="1600" b="1" kern="100" dirty="0">
                <a:effectLst/>
                <a:latin typeface="+mn-lt"/>
                <a:ea typeface="Aptos" panose="020B0004020202020204" pitchFamily="34" charset="0"/>
                <a:cs typeface="Times New Roman" panose="02020603050405020304" pitchFamily="18" charset="0"/>
              </a:rPr>
              <a:t>Tell</a:t>
            </a:r>
            <a:r>
              <a:rPr lang="en-US" sz="1600" kern="100" dirty="0">
                <a:effectLst/>
                <a:latin typeface="+mn-lt"/>
                <a:ea typeface="Aptos" panose="020B0004020202020204" pitchFamily="34" charset="0"/>
                <a:cs typeface="Times New Roman" panose="02020603050405020304" pitchFamily="18" charset="0"/>
              </a:rPr>
              <a:t> me what this code does: [insert code]</a:t>
            </a:r>
            <a:br>
              <a:rPr lang="en-US" sz="1600" kern="100" dirty="0">
                <a:effectLst/>
                <a:latin typeface="+mn-lt"/>
                <a:ea typeface="Aptos" panose="020B0004020202020204" pitchFamily="34" charset="0"/>
                <a:cs typeface="Times New Roman" panose="02020603050405020304" pitchFamily="18" charset="0"/>
              </a:rPr>
            </a:br>
            <a:endParaRPr lang="en-US" sz="1000" kern="100" dirty="0">
              <a:effectLst/>
              <a:latin typeface="+mn-lt"/>
              <a:ea typeface="Aptos" panose="020B0004020202020204" pitchFamily="34" charset="0"/>
              <a:cs typeface="Times New Roman" panose="02020603050405020304" pitchFamily="18" charset="0"/>
            </a:endParaRPr>
          </a:p>
          <a:p>
            <a:pPr marR="0" lvl="0">
              <a:lnSpc>
                <a:spcPct val="115000"/>
              </a:lnSpc>
            </a:pPr>
            <a:r>
              <a:rPr lang="en-US" sz="1600" kern="100" dirty="0">
                <a:effectLst/>
                <a:latin typeface="+mn-lt"/>
                <a:ea typeface="Aptos" panose="020B0004020202020204" pitchFamily="34" charset="0"/>
                <a:cs typeface="Times New Roman" panose="02020603050405020304" pitchFamily="18" charset="0"/>
              </a:rPr>
              <a:t>Help me </a:t>
            </a:r>
            <a:r>
              <a:rPr lang="en-US" sz="1600" b="1" kern="100" dirty="0">
                <a:effectLst/>
                <a:latin typeface="+mn-lt"/>
                <a:ea typeface="Aptos" panose="020B0004020202020204" pitchFamily="34" charset="0"/>
                <a:cs typeface="Times New Roman" panose="02020603050405020304" pitchFamily="18" charset="0"/>
              </a:rPr>
              <a:t>find errors </a:t>
            </a:r>
            <a:r>
              <a:rPr lang="en-US" sz="1600" kern="100" dirty="0">
                <a:effectLst/>
                <a:latin typeface="+mn-lt"/>
                <a:ea typeface="Aptos" panose="020B0004020202020204" pitchFamily="34" charset="0"/>
                <a:cs typeface="Times New Roman" panose="02020603050405020304" pitchFamily="18" charset="0"/>
              </a:rPr>
              <a:t>in this code: [insert code]</a:t>
            </a:r>
          </a:p>
          <a:p>
            <a:pPr marR="0" lvl="0">
              <a:lnSpc>
                <a:spcPct val="115000"/>
              </a:lnSpc>
            </a:pPr>
            <a:br>
              <a:rPr lang="en-US" sz="1000" kern="100" dirty="0">
                <a:effectLst/>
                <a:latin typeface="+mn-lt"/>
                <a:ea typeface="Aptos" panose="020B0004020202020204" pitchFamily="34" charset="0"/>
                <a:cs typeface="Times New Roman" panose="02020603050405020304" pitchFamily="18" charset="0"/>
              </a:rPr>
            </a:br>
            <a:r>
              <a:rPr lang="en-US" sz="1600" kern="100" dirty="0">
                <a:effectLst/>
                <a:latin typeface="+mn-lt"/>
                <a:ea typeface="Aptos" panose="020B0004020202020204" pitchFamily="34" charset="0"/>
                <a:cs typeface="Times New Roman" panose="02020603050405020304" pitchFamily="18" charset="0"/>
              </a:rPr>
              <a:t>Write a </a:t>
            </a:r>
            <a:r>
              <a:rPr lang="en-US" sz="1600" b="1" kern="100" dirty="0">
                <a:effectLst/>
                <a:latin typeface="+mn-lt"/>
                <a:ea typeface="Aptos" panose="020B0004020202020204" pitchFamily="34" charset="0"/>
                <a:cs typeface="Times New Roman" panose="02020603050405020304" pitchFamily="18" charset="0"/>
              </a:rPr>
              <a:t>Python script</a:t>
            </a:r>
            <a:r>
              <a:rPr lang="en-US" sz="1600" kern="100" dirty="0">
                <a:effectLst/>
                <a:latin typeface="+mn-lt"/>
                <a:ea typeface="Aptos" panose="020B0004020202020204" pitchFamily="34" charset="0"/>
                <a:cs typeface="Times New Roman" panose="02020603050405020304" pitchFamily="18" charset="0"/>
              </a:rPr>
              <a:t> to perform binary search</a:t>
            </a:r>
          </a:p>
          <a:p>
            <a:pPr marR="0" lvl="0">
              <a:lnSpc>
                <a:spcPct val="115000"/>
              </a:lnSpc>
            </a:pPr>
            <a:endParaRPr lang="en-US" sz="1600" kern="100" dirty="0">
              <a:effectLst/>
              <a:latin typeface="+mn-lt"/>
              <a:ea typeface="Aptos" panose="020B0004020202020204" pitchFamily="34" charset="0"/>
              <a:cs typeface="Times New Roman" panose="02020603050405020304" pitchFamily="18" charset="0"/>
            </a:endParaRPr>
          </a:p>
          <a:p>
            <a:pPr marR="0" lvl="0">
              <a:lnSpc>
                <a:spcPct val="115000"/>
              </a:lnSpc>
            </a:pPr>
            <a:r>
              <a:rPr lang="en-US" sz="1600" b="1" kern="100" dirty="0">
                <a:effectLst/>
                <a:latin typeface="+mn-lt"/>
                <a:ea typeface="Aptos" panose="020B0004020202020204" pitchFamily="34" charset="0"/>
                <a:cs typeface="Times New Roman" panose="02020603050405020304" pitchFamily="18" charset="0"/>
              </a:rPr>
              <a:t>Convert</a:t>
            </a:r>
            <a:r>
              <a:rPr lang="en-US" sz="1600" kern="100" dirty="0">
                <a:effectLst/>
                <a:latin typeface="+mn-lt"/>
                <a:ea typeface="Aptos" panose="020B0004020202020204" pitchFamily="34" charset="0"/>
                <a:cs typeface="Times New Roman" panose="02020603050405020304" pitchFamily="18" charset="0"/>
              </a:rPr>
              <a:t> this code to TypeScript</a:t>
            </a:r>
          </a:p>
          <a:p>
            <a:pPr marR="0" lvl="0">
              <a:lnSpc>
                <a:spcPct val="115000"/>
              </a:lnSpc>
              <a:spcAft>
                <a:spcPts val="800"/>
              </a:spcAft>
            </a:pPr>
            <a:br>
              <a:rPr lang="en-US" sz="1000" kern="100" dirty="0">
                <a:effectLst/>
                <a:latin typeface="+mn-lt"/>
                <a:ea typeface="Aptos" panose="020B0004020202020204" pitchFamily="34" charset="0"/>
                <a:cs typeface="Times New Roman" panose="02020603050405020304" pitchFamily="18" charset="0"/>
              </a:rPr>
            </a:br>
            <a:r>
              <a:rPr lang="en-US" sz="1600" b="1" kern="100" dirty="0">
                <a:effectLst/>
                <a:latin typeface="+mn-lt"/>
                <a:ea typeface="Aptos" panose="020B0004020202020204" pitchFamily="34" charset="0"/>
                <a:cs typeface="Times New Roman" panose="02020603050405020304" pitchFamily="18" charset="0"/>
              </a:rPr>
              <a:t>Write a SQL query </a:t>
            </a:r>
            <a:r>
              <a:rPr lang="en-US" sz="1600" kern="100" dirty="0">
                <a:effectLst/>
                <a:latin typeface="+mn-lt"/>
                <a:ea typeface="Aptos" panose="020B0004020202020204" pitchFamily="34" charset="0"/>
                <a:cs typeface="Times New Roman" panose="02020603050405020304" pitchFamily="18" charset="0"/>
              </a:rPr>
              <a:t>to return all columns from the table where [the sales are above 10000]</a:t>
            </a:r>
          </a:p>
          <a:p>
            <a:pPr marR="0" lvl="0" algn="l" defTabSz="914400" rtl="0" eaLnBrk="0" fontAlgn="base" latinLnBrk="0" hangingPunct="0">
              <a:lnSpc>
                <a:spcPct val="100000"/>
              </a:lnSpc>
              <a:spcBef>
                <a:spcPct val="0"/>
              </a:spcBef>
              <a:spcAft>
                <a:spcPct val="0"/>
              </a:spcAft>
              <a:buClrTx/>
              <a:buSzTx/>
              <a:tabLst/>
            </a:pPr>
            <a:endParaRPr kumimoji="0" lang="en-US" altLang="en-US" sz="1600" b="0" i="0" strike="noStrike" cap="none" normalizeH="0" baseline="0" dirty="0">
              <a:ln>
                <a:noFill/>
              </a:ln>
              <a:effectLst/>
              <a:latin typeface="+mn-lt"/>
            </a:endParaRPr>
          </a:p>
        </p:txBody>
      </p:sp>
      <p:sp>
        <p:nvSpPr>
          <p:cNvPr id="10" name="Rectangle: Rounded Corners 9">
            <a:extLst>
              <a:ext uri="{FF2B5EF4-FFF2-40B4-BE49-F238E27FC236}">
                <a16:creationId xmlns:a16="http://schemas.microsoft.com/office/drawing/2014/main" id="{59FAFB27-FA46-9023-5AC3-5BE9800A2A83}"/>
              </a:ext>
              <a:ext uri="{C183D7F6-B498-43B3-948B-1728B52AA6E4}">
                <adec:decorative xmlns:adec="http://schemas.microsoft.com/office/drawing/2017/decorative" val="1"/>
              </a:ext>
            </a:extLst>
          </p:cNvPr>
          <p:cNvSpPr/>
          <p:nvPr/>
        </p:nvSpPr>
        <p:spPr bwMode="auto">
          <a:xfrm>
            <a:off x="8194764" y="1471877"/>
            <a:ext cx="3675020" cy="4568237"/>
          </a:xfrm>
          <a:prstGeom prst="roundRect">
            <a:avLst/>
          </a:prstGeom>
          <a:solidFill>
            <a:schemeClr val="accent5">
              <a:lumMod val="20000"/>
              <a:lumOff val="80000"/>
            </a:schemeClr>
          </a:solidFill>
          <a:ln>
            <a:solidFill>
              <a:schemeClr val="accent5">
                <a:lumMod val="50000"/>
              </a:schemeClr>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4" name="Rectangle 1">
            <a:extLst>
              <a:ext uri="{FF2B5EF4-FFF2-40B4-BE49-F238E27FC236}">
                <a16:creationId xmlns:a16="http://schemas.microsoft.com/office/drawing/2014/main" id="{435776FC-5F87-E18F-77F2-078EC1986909}"/>
              </a:ext>
            </a:extLst>
          </p:cNvPr>
          <p:cNvSpPr>
            <a:spLocks noChangeArrowheads="1"/>
          </p:cNvSpPr>
          <p:nvPr/>
        </p:nvSpPr>
        <p:spPr bwMode="auto">
          <a:xfrm>
            <a:off x="8374378" y="1674283"/>
            <a:ext cx="3390901" cy="40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1600" b="1" i="1" dirty="0">
                <a:solidFill>
                  <a:schemeClr val="tx1"/>
                </a:solidFill>
                <a:ea typeface="Segoe UI" pitchFamily="34" charset="0"/>
                <a:cs typeface="Segoe UI" pitchFamily="34" charset="0"/>
              </a:rPr>
              <a:t>With a Microsoft 365 Copilot License</a:t>
            </a:r>
          </a:p>
          <a:p>
            <a:pPr marR="0" lvl="0" algn="l" defTabSz="914400" rtl="0" eaLnBrk="0" fontAlgn="base" latinLnBrk="0" hangingPunct="0">
              <a:lnSpc>
                <a:spcPct val="100000"/>
              </a:lnSpc>
              <a:spcBef>
                <a:spcPct val="0"/>
              </a:spcBef>
              <a:spcAft>
                <a:spcPct val="0"/>
              </a:spcAft>
              <a:buClrTx/>
              <a:buSzTx/>
              <a:tabLst/>
            </a:pPr>
            <a:endParaRPr kumimoji="0" lang="en-US" altLang="en-US" sz="11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15000"/>
              </a:lnSpc>
            </a:pPr>
            <a:r>
              <a:rPr lang="en-US" sz="1600" b="1" kern="100" dirty="0">
                <a:effectLst/>
                <a:latin typeface="+mn-lt"/>
                <a:ea typeface="Aptos" panose="020B0004020202020204" pitchFamily="34" charset="0"/>
                <a:cs typeface="Times New Roman" panose="02020603050405020304" pitchFamily="18" charset="0"/>
              </a:rPr>
              <a:t>Summarize</a:t>
            </a:r>
            <a:r>
              <a:rPr lang="en-US" sz="1600" kern="100" dirty="0">
                <a:effectLst/>
                <a:latin typeface="+mn-lt"/>
                <a:ea typeface="Aptos" panose="020B0004020202020204" pitchFamily="34" charset="0"/>
                <a:cs typeface="Times New Roman" panose="02020603050405020304" pitchFamily="18" charset="0"/>
              </a:rPr>
              <a:t> Teams messages where I was @mentioned this week</a:t>
            </a:r>
            <a:br>
              <a:rPr lang="en-US" sz="1600" kern="100" dirty="0">
                <a:effectLst/>
                <a:latin typeface="+mn-lt"/>
                <a:ea typeface="Aptos" panose="020B0004020202020204" pitchFamily="34" charset="0"/>
                <a:cs typeface="Times New Roman" panose="02020603050405020304" pitchFamily="18" charset="0"/>
              </a:rPr>
            </a:br>
            <a:endParaRPr lang="en-US" sz="1000" kern="100" dirty="0">
              <a:effectLst/>
              <a:latin typeface="+mn-lt"/>
              <a:ea typeface="Aptos" panose="020B0004020202020204" pitchFamily="34" charset="0"/>
              <a:cs typeface="Times New Roman" panose="02020603050405020304" pitchFamily="18" charset="0"/>
            </a:endParaRPr>
          </a:p>
          <a:p>
            <a:pPr marR="0" lvl="0">
              <a:lnSpc>
                <a:spcPct val="115000"/>
              </a:lnSpc>
            </a:pPr>
            <a:r>
              <a:rPr lang="en-US" sz="1600" kern="100" dirty="0">
                <a:effectLst/>
                <a:latin typeface="+mn-lt"/>
                <a:ea typeface="Aptos" panose="020B0004020202020204" pitchFamily="34" charset="0"/>
                <a:cs typeface="Times New Roman" panose="02020603050405020304" pitchFamily="18" charset="0"/>
              </a:rPr>
              <a:t>What’s the </a:t>
            </a:r>
            <a:r>
              <a:rPr lang="en-US" sz="1600" b="1" kern="100" dirty="0">
                <a:effectLst/>
                <a:latin typeface="+mn-lt"/>
                <a:ea typeface="Aptos" panose="020B0004020202020204" pitchFamily="34" charset="0"/>
                <a:cs typeface="Times New Roman" panose="02020603050405020304" pitchFamily="18" charset="0"/>
              </a:rPr>
              <a:t>latest</a:t>
            </a:r>
            <a:r>
              <a:rPr lang="en-US" sz="1600" kern="100" dirty="0">
                <a:effectLst/>
                <a:latin typeface="+mn-lt"/>
                <a:ea typeface="Aptos" panose="020B0004020202020204" pitchFamily="34" charset="0"/>
                <a:cs typeface="Times New Roman" panose="02020603050405020304" pitchFamily="18" charset="0"/>
              </a:rPr>
              <a:t> from /person, organized by emails, chats, and files?</a:t>
            </a:r>
          </a:p>
          <a:p>
            <a:pPr marR="0" lvl="0">
              <a:lnSpc>
                <a:spcPct val="115000"/>
              </a:lnSpc>
            </a:pPr>
            <a:br>
              <a:rPr lang="en-US" sz="1000" kern="100" dirty="0">
                <a:effectLst/>
                <a:latin typeface="+mn-lt"/>
                <a:ea typeface="Aptos" panose="020B0004020202020204" pitchFamily="34" charset="0"/>
                <a:cs typeface="Times New Roman" panose="02020603050405020304" pitchFamily="18" charset="0"/>
              </a:rPr>
            </a:br>
            <a:r>
              <a:rPr lang="en-US" sz="1600" b="1" kern="100" dirty="0">
                <a:effectLst/>
                <a:latin typeface="+mn-lt"/>
                <a:ea typeface="Aptos" panose="020B0004020202020204" pitchFamily="34" charset="0"/>
                <a:cs typeface="Times New Roman" panose="02020603050405020304" pitchFamily="18" charset="0"/>
              </a:rPr>
              <a:t>Help me find </a:t>
            </a:r>
            <a:r>
              <a:rPr lang="en-US" sz="1600" kern="100" dirty="0">
                <a:effectLst/>
                <a:latin typeface="+mn-lt"/>
                <a:ea typeface="Aptos" panose="020B0004020202020204" pitchFamily="34" charset="0"/>
                <a:cs typeface="Times New Roman" panose="02020603050405020304" pitchFamily="18" charset="0"/>
              </a:rPr>
              <a:t>the Teams chat about [the new vacation policy]</a:t>
            </a:r>
          </a:p>
          <a:p>
            <a:pPr marR="0" lvl="0">
              <a:lnSpc>
                <a:spcPct val="115000"/>
              </a:lnSpc>
            </a:pPr>
            <a:br>
              <a:rPr lang="en-US" sz="1000" kern="100" dirty="0">
                <a:effectLst/>
                <a:latin typeface="+mn-lt"/>
                <a:ea typeface="Aptos" panose="020B0004020202020204" pitchFamily="34" charset="0"/>
                <a:cs typeface="Times New Roman" panose="02020603050405020304" pitchFamily="18" charset="0"/>
              </a:rPr>
            </a:br>
            <a:r>
              <a:rPr lang="en-US" sz="1600" b="1" kern="100" dirty="0">
                <a:latin typeface="+mn-lt"/>
                <a:ea typeface="Aptos" panose="020B0004020202020204" pitchFamily="34" charset="0"/>
                <a:cs typeface="Times New Roman" panose="02020603050405020304" pitchFamily="18" charset="0"/>
              </a:rPr>
              <a:t>Draft </a:t>
            </a:r>
            <a:r>
              <a:rPr lang="en-US" sz="1600" b="1" kern="100" dirty="0">
                <a:effectLst/>
                <a:latin typeface="+mn-lt"/>
                <a:ea typeface="Aptos" panose="020B0004020202020204" pitchFamily="34" charset="0"/>
                <a:cs typeface="Times New Roman" panose="02020603050405020304" pitchFamily="18" charset="0"/>
              </a:rPr>
              <a:t>a to-do list </a:t>
            </a:r>
            <a:r>
              <a:rPr lang="en-US" sz="1600" kern="100" dirty="0">
                <a:effectLst/>
                <a:latin typeface="+mn-lt"/>
                <a:ea typeface="Aptos" panose="020B0004020202020204" pitchFamily="34" charset="0"/>
                <a:cs typeface="Times New Roman" panose="02020603050405020304" pitchFamily="18" charset="0"/>
              </a:rPr>
              <a:t>from /meeting</a:t>
            </a:r>
          </a:p>
          <a:p>
            <a:pPr marR="0" lvl="0">
              <a:lnSpc>
                <a:spcPct val="115000"/>
              </a:lnSpc>
              <a:spcAft>
                <a:spcPts val="800"/>
              </a:spcAft>
            </a:pPr>
            <a:endParaRPr lang="en-US" sz="1000" kern="100" dirty="0">
              <a:latin typeface="+mn-lt"/>
              <a:ea typeface="Aptos" panose="020B0004020202020204" pitchFamily="34" charset="0"/>
              <a:cs typeface="Times New Roman" panose="02020603050405020304" pitchFamily="18" charset="0"/>
            </a:endParaRPr>
          </a:p>
          <a:p>
            <a:pPr marR="0" lvl="0">
              <a:lnSpc>
                <a:spcPct val="115000"/>
              </a:lnSpc>
              <a:spcAft>
                <a:spcPts val="800"/>
              </a:spcAft>
            </a:pPr>
            <a:r>
              <a:rPr lang="en-US" sz="1600" kern="100" dirty="0">
                <a:effectLst/>
                <a:latin typeface="+mn-lt"/>
                <a:ea typeface="Aptos" panose="020B0004020202020204" pitchFamily="34" charset="0"/>
                <a:cs typeface="Times New Roman" panose="02020603050405020304" pitchFamily="18" charset="0"/>
              </a:rPr>
              <a:t>Help me </a:t>
            </a:r>
            <a:r>
              <a:rPr lang="en-US" sz="1600" b="1" kern="100" dirty="0">
                <a:effectLst/>
                <a:latin typeface="+mn-lt"/>
                <a:ea typeface="Aptos" panose="020B0004020202020204" pitchFamily="34" charset="0"/>
                <a:cs typeface="Times New Roman" panose="02020603050405020304" pitchFamily="18" charset="0"/>
              </a:rPr>
              <a:t>plan for my day</a:t>
            </a:r>
          </a:p>
        </p:txBody>
      </p:sp>
    </p:spTree>
    <p:extLst>
      <p:ext uri="{BB962C8B-B14F-4D97-AF65-F5344CB8AC3E}">
        <p14:creationId xmlns:p14="http://schemas.microsoft.com/office/powerpoint/2010/main" val="339600654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A8E74-ED3A-F739-29E8-6766305A4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566BB-1565-F159-28F8-5F0C8F1BA0A3}"/>
              </a:ext>
            </a:extLst>
          </p:cNvPr>
          <p:cNvSpPr>
            <a:spLocks noGrp="1"/>
          </p:cNvSpPr>
          <p:nvPr>
            <p:ph type="title"/>
          </p:nvPr>
        </p:nvSpPr>
        <p:spPr>
          <a:xfrm>
            <a:off x="588262" y="585216"/>
            <a:ext cx="8193024" cy="553998"/>
          </a:xfrm>
        </p:spPr>
        <p:txBody>
          <a:bodyPr/>
          <a:lstStyle/>
          <a:p>
            <a:r>
              <a:rPr lang="en-US" sz="3600" dirty="0"/>
              <a:t>Microsoft 365 Copilot Pages</a:t>
            </a:r>
          </a:p>
        </p:txBody>
      </p:sp>
      <p:sp>
        <p:nvSpPr>
          <p:cNvPr id="6" name="TextBox 5">
            <a:extLst>
              <a:ext uri="{FF2B5EF4-FFF2-40B4-BE49-F238E27FC236}">
                <a16:creationId xmlns:a16="http://schemas.microsoft.com/office/drawing/2014/main" id="{0CA69C6A-293D-1B98-96DF-F0A152752066}"/>
              </a:ext>
            </a:extLst>
          </p:cNvPr>
          <p:cNvSpPr txBox="1"/>
          <p:nvPr/>
        </p:nvSpPr>
        <p:spPr>
          <a:xfrm>
            <a:off x="588262" y="1514652"/>
            <a:ext cx="7119257" cy="369332"/>
          </a:xfrm>
          <a:prstGeom prst="rect">
            <a:avLst/>
          </a:prstGeom>
          <a:noFill/>
        </p:spPr>
        <p:txBody>
          <a:bodyPr wrap="square" lIns="0" tIns="0" rIns="0" bIns="0" rtlCol="0">
            <a:spAutoFit/>
          </a:bodyPr>
          <a:lstStyle/>
          <a:p>
            <a:pPr algn="l"/>
            <a:r>
              <a:rPr lang="en-US" sz="2400" dirty="0">
                <a:solidFill>
                  <a:schemeClr val="tx2">
                    <a:lumMod val="75000"/>
                    <a:lumOff val="25000"/>
                  </a:schemeClr>
                </a:solidFill>
                <a:latin typeface="+mj-lt"/>
              </a:rPr>
              <a:t>What is Copilot Pages?</a:t>
            </a:r>
          </a:p>
        </p:txBody>
      </p:sp>
      <p:sp>
        <p:nvSpPr>
          <p:cNvPr id="4" name="Rectangle: Rounded Corners 3">
            <a:extLst>
              <a:ext uri="{FF2B5EF4-FFF2-40B4-BE49-F238E27FC236}">
                <a16:creationId xmlns:a16="http://schemas.microsoft.com/office/drawing/2014/main" id="{D8862178-755A-B720-A1D3-826F30B284E7}"/>
              </a:ext>
              <a:ext uri="{C183D7F6-B498-43B3-948B-1728B52AA6E4}">
                <adec:decorative xmlns:adec="http://schemas.microsoft.com/office/drawing/2017/decorative" val="1"/>
              </a:ext>
            </a:extLst>
          </p:cNvPr>
          <p:cNvSpPr/>
          <p:nvPr/>
        </p:nvSpPr>
        <p:spPr bwMode="auto">
          <a:xfrm>
            <a:off x="588263" y="2003546"/>
            <a:ext cx="10935212" cy="1159457"/>
          </a:xfrm>
          <a:prstGeom prst="roundRect">
            <a:avLst/>
          </a:prstGeom>
          <a:solidFill>
            <a:schemeClr val="tx2">
              <a:lumMod val="25000"/>
              <a:lumOff val="75000"/>
            </a:schemeClr>
          </a:solidFill>
          <a:ln>
            <a:noFill/>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Box 21">
            <a:extLst>
              <a:ext uri="{FF2B5EF4-FFF2-40B4-BE49-F238E27FC236}">
                <a16:creationId xmlns:a16="http://schemas.microsoft.com/office/drawing/2014/main" id="{FDD5EAD9-896A-CF75-6A97-81CD1109EDD6}"/>
              </a:ext>
            </a:extLst>
          </p:cNvPr>
          <p:cNvSpPr txBox="1"/>
          <p:nvPr/>
        </p:nvSpPr>
        <p:spPr>
          <a:xfrm>
            <a:off x="668525" y="2142799"/>
            <a:ext cx="10915656" cy="85363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rtl="0" eaLnBrk="1" latinLnBrk="0" hangingPunct="1">
              <a:lnSpc>
                <a:spcPct val="107000"/>
              </a:lnSpc>
              <a:spcBef>
                <a:spcPts val="600"/>
              </a:spcBef>
              <a:buNone/>
            </a:pPr>
            <a:r>
              <a:rPr lang="en-US" sz="2400" dirty="0">
                <a:solidFill>
                  <a:srgbClr val="000000"/>
                </a:solidFill>
                <a:effectLst/>
              </a:rPr>
              <a:t>Feature in Microsoft 365 Copilot Chat that lets you turn a chat response into an editable and </a:t>
            </a:r>
            <a:r>
              <a:rPr lang="en-US" sz="2400" dirty="0">
                <a:solidFill>
                  <a:srgbClr val="000000"/>
                </a:solidFill>
              </a:rPr>
              <a:t>collaborative</a:t>
            </a:r>
            <a:r>
              <a:rPr lang="en-US" sz="2400" dirty="0">
                <a:solidFill>
                  <a:srgbClr val="000000"/>
                </a:solidFill>
                <a:effectLst/>
              </a:rPr>
              <a:t> workspace.</a:t>
            </a:r>
          </a:p>
        </p:txBody>
      </p:sp>
      <p:sp>
        <p:nvSpPr>
          <p:cNvPr id="16" name="TextBox 15">
            <a:extLst>
              <a:ext uri="{FF2B5EF4-FFF2-40B4-BE49-F238E27FC236}">
                <a16:creationId xmlns:a16="http://schemas.microsoft.com/office/drawing/2014/main" id="{7801FBB9-3FC6-31A9-E369-21F1CD8CC23F}"/>
              </a:ext>
            </a:extLst>
          </p:cNvPr>
          <p:cNvSpPr txBox="1"/>
          <p:nvPr/>
        </p:nvSpPr>
        <p:spPr>
          <a:xfrm>
            <a:off x="579438" y="3575794"/>
            <a:ext cx="7119257" cy="369332"/>
          </a:xfrm>
          <a:prstGeom prst="rect">
            <a:avLst/>
          </a:prstGeom>
          <a:noFill/>
        </p:spPr>
        <p:txBody>
          <a:bodyPr wrap="square" lIns="0" tIns="0" rIns="0" bIns="0" rtlCol="0">
            <a:spAutoFit/>
          </a:bodyPr>
          <a:lstStyle/>
          <a:p>
            <a:pPr algn="l"/>
            <a:r>
              <a:rPr lang="en-US" sz="2400" dirty="0">
                <a:solidFill>
                  <a:schemeClr val="accent1">
                    <a:lumMod val="75000"/>
                  </a:schemeClr>
                </a:solidFill>
                <a:latin typeface="+mj-lt"/>
              </a:rPr>
              <a:t>Why should I use Copilot Pages?</a:t>
            </a:r>
          </a:p>
        </p:txBody>
      </p:sp>
      <p:sp>
        <p:nvSpPr>
          <p:cNvPr id="11" name="Rectangle: Rounded Corners 10">
            <a:extLst>
              <a:ext uri="{FF2B5EF4-FFF2-40B4-BE49-F238E27FC236}">
                <a16:creationId xmlns:a16="http://schemas.microsoft.com/office/drawing/2014/main" id="{B62B4810-F7A1-8978-76B9-E2A5CD18C2FD}"/>
              </a:ext>
            </a:extLst>
          </p:cNvPr>
          <p:cNvSpPr/>
          <p:nvPr/>
        </p:nvSpPr>
        <p:spPr bwMode="auto">
          <a:xfrm>
            <a:off x="588262" y="4248870"/>
            <a:ext cx="2171426" cy="1668852"/>
          </a:xfrm>
          <a:prstGeom prst="roundRect">
            <a:avLst/>
          </a:prstGeom>
          <a:solidFill>
            <a:schemeClr val="accent1">
              <a:lumMod val="40000"/>
              <a:lumOff val="60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solidFill>
                  <a:schemeClr val="tx1"/>
                </a:solidFill>
                <a:ea typeface="Segoe UI" pitchFamily="34" charset="0"/>
                <a:cs typeface="Segoe UI" pitchFamily="34" charset="0"/>
              </a:rPr>
              <a:t>Save and edit AI-generated content</a:t>
            </a:r>
          </a:p>
        </p:txBody>
      </p:sp>
      <p:sp>
        <p:nvSpPr>
          <p:cNvPr id="12" name="Rectangle: Rounded Corners 11">
            <a:extLst>
              <a:ext uri="{FF2B5EF4-FFF2-40B4-BE49-F238E27FC236}">
                <a16:creationId xmlns:a16="http://schemas.microsoft.com/office/drawing/2014/main" id="{E15B35C2-1BAD-6D9D-932A-B5EA2063AFB8}"/>
              </a:ext>
            </a:extLst>
          </p:cNvPr>
          <p:cNvSpPr/>
          <p:nvPr/>
        </p:nvSpPr>
        <p:spPr bwMode="auto">
          <a:xfrm>
            <a:off x="3280978" y="4248870"/>
            <a:ext cx="2373025" cy="1668852"/>
          </a:xfrm>
          <a:prstGeom prst="roundRect">
            <a:avLst/>
          </a:prstGeom>
          <a:solidFill>
            <a:schemeClr val="accent1">
              <a:lumMod val="40000"/>
              <a:lumOff val="60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solidFill>
                  <a:schemeClr val="tx1"/>
                </a:solidFill>
                <a:ea typeface="Segoe UI" pitchFamily="34" charset="0"/>
                <a:cs typeface="Segoe UI" pitchFamily="34" charset="0"/>
              </a:rPr>
              <a:t>Easily share pages through Teams, Outlook, or Microsoft 365 app</a:t>
            </a:r>
          </a:p>
        </p:txBody>
      </p:sp>
      <p:sp>
        <p:nvSpPr>
          <p:cNvPr id="15" name="Rectangle: Rounded Corners 14">
            <a:extLst>
              <a:ext uri="{FF2B5EF4-FFF2-40B4-BE49-F238E27FC236}">
                <a16:creationId xmlns:a16="http://schemas.microsoft.com/office/drawing/2014/main" id="{1B24FF06-3FBC-57F9-EBDC-B07B565228D9}"/>
              </a:ext>
            </a:extLst>
          </p:cNvPr>
          <p:cNvSpPr/>
          <p:nvPr/>
        </p:nvSpPr>
        <p:spPr bwMode="auto">
          <a:xfrm>
            <a:off x="6175294" y="4248870"/>
            <a:ext cx="2373025" cy="1668852"/>
          </a:xfrm>
          <a:prstGeom prst="roundRect">
            <a:avLst/>
          </a:prstGeom>
          <a:solidFill>
            <a:schemeClr val="accent1">
              <a:lumMod val="40000"/>
              <a:lumOff val="60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solidFill>
                  <a:schemeClr val="tx1"/>
                </a:solidFill>
                <a:ea typeface="Segoe UI" pitchFamily="34" charset="0"/>
                <a:cs typeface="Segoe UI" pitchFamily="34" charset="0"/>
              </a:rPr>
              <a:t>Work collaboratively in real-time</a:t>
            </a:r>
          </a:p>
        </p:txBody>
      </p:sp>
      <p:sp>
        <p:nvSpPr>
          <p:cNvPr id="3" name="Footer Placeholder 2">
            <a:extLst>
              <a:ext uri="{FF2B5EF4-FFF2-40B4-BE49-F238E27FC236}">
                <a16:creationId xmlns:a16="http://schemas.microsoft.com/office/drawing/2014/main" id="{46A6F404-D73B-1160-ECA5-08475FE4C257}"/>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7" name="Rectangle: Rounded Corners 6">
            <a:extLst>
              <a:ext uri="{FF2B5EF4-FFF2-40B4-BE49-F238E27FC236}">
                <a16:creationId xmlns:a16="http://schemas.microsoft.com/office/drawing/2014/main" id="{46C6BC7C-0DDE-AEAC-4B33-F85D5F8FC75D}"/>
              </a:ext>
            </a:extLst>
          </p:cNvPr>
          <p:cNvSpPr/>
          <p:nvPr/>
        </p:nvSpPr>
        <p:spPr bwMode="auto">
          <a:xfrm>
            <a:off x="9069610" y="4248870"/>
            <a:ext cx="2373025" cy="1668852"/>
          </a:xfrm>
          <a:prstGeom prst="roundRect">
            <a:avLst/>
          </a:prstGeom>
          <a:solidFill>
            <a:schemeClr val="accent1">
              <a:lumMod val="40000"/>
              <a:lumOff val="60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solidFill>
                  <a:schemeClr val="tx1"/>
                </a:solidFill>
                <a:ea typeface="Segoe UI" pitchFamily="34" charset="0"/>
                <a:cs typeface="Segoe UI" pitchFamily="34" charset="0"/>
              </a:rPr>
              <a:t>Export to a Word document or PowerPoint for distribution</a:t>
            </a:r>
          </a:p>
        </p:txBody>
      </p:sp>
    </p:spTree>
    <p:extLst>
      <p:ext uri="{BB962C8B-B14F-4D97-AF65-F5344CB8AC3E}">
        <p14:creationId xmlns:p14="http://schemas.microsoft.com/office/powerpoint/2010/main" val="204689920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1CED6-40AD-EECE-9F61-8319ED2E5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498E4-F958-B35E-6E4C-8DBBC5145997}"/>
              </a:ext>
            </a:extLst>
          </p:cNvPr>
          <p:cNvSpPr>
            <a:spLocks noGrp="1"/>
          </p:cNvSpPr>
          <p:nvPr>
            <p:ph type="title"/>
          </p:nvPr>
        </p:nvSpPr>
        <p:spPr>
          <a:xfrm>
            <a:off x="588262" y="585216"/>
            <a:ext cx="8193024" cy="553998"/>
          </a:xfrm>
        </p:spPr>
        <p:txBody>
          <a:bodyPr/>
          <a:lstStyle/>
          <a:p>
            <a:r>
              <a:rPr lang="en-US" sz="3600" dirty="0"/>
              <a:t>How does Copilot Pages work?</a:t>
            </a:r>
          </a:p>
        </p:txBody>
      </p:sp>
      <p:sp>
        <p:nvSpPr>
          <p:cNvPr id="8" name="Rectangle: Rounded Corners 7">
            <a:extLst>
              <a:ext uri="{FF2B5EF4-FFF2-40B4-BE49-F238E27FC236}">
                <a16:creationId xmlns:a16="http://schemas.microsoft.com/office/drawing/2014/main" id="{A35F3336-4AF0-8814-080E-084868E9C512}"/>
              </a:ext>
            </a:extLst>
          </p:cNvPr>
          <p:cNvSpPr/>
          <p:nvPr/>
        </p:nvSpPr>
        <p:spPr bwMode="auto">
          <a:xfrm>
            <a:off x="509116" y="1490134"/>
            <a:ext cx="4804756" cy="4930949"/>
          </a:xfrm>
          <a:prstGeom prst="roundRect">
            <a:avLst/>
          </a:prstGeom>
          <a:solidFill>
            <a:schemeClr val="bg1"/>
          </a:solidFill>
          <a:ln>
            <a:solidFill>
              <a:schemeClr val="bg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742">
              <a:spcBef>
                <a:spcPts val="2500"/>
              </a:spcBef>
              <a:buSzPct val="100000"/>
            </a:pPr>
            <a:r>
              <a:rPr lang="en-US" sz="1850" b="1" dirty="0">
                <a:solidFill>
                  <a:schemeClr val="tx1"/>
                </a:solidFill>
              </a:rPr>
              <a:t>Create a page: </a:t>
            </a:r>
            <a:r>
              <a:rPr lang="en-US" sz="1850" dirty="0">
                <a:solidFill>
                  <a:schemeClr val="tx1"/>
                </a:solidFill>
              </a:rPr>
              <a:t>Select </a:t>
            </a:r>
            <a:r>
              <a:rPr lang="en-US" sz="1850" b="1" dirty="0">
                <a:solidFill>
                  <a:schemeClr val="tx1"/>
                </a:solidFill>
              </a:rPr>
              <a:t>Edit in Pages </a:t>
            </a:r>
            <a:r>
              <a:rPr lang="en-US" sz="1850" dirty="0">
                <a:solidFill>
                  <a:schemeClr val="tx1"/>
                </a:solidFill>
              </a:rPr>
              <a:t>to create a dedicated response page and enhance content through continued conversation with Copilot. Each new response can be added to the page. </a:t>
            </a:r>
          </a:p>
          <a:p>
            <a:pPr marL="0" indent="0" defTabSz="932742">
              <a:spcBef>
                <a:spcPts val="2500"/>
              </a:spcBef>
              <a:buSzPct val="100000"/>
              <a:buFont typeface="+mj-lt"/>
              <a:buNone/>
            </a:pPr>
            <a:r>
              <a:rPr lang="en-US" sz="1850" b="1" dirty="0">
                <a:solidFill>
                  <a:schemeClr val="tx1"/>
                </a:solidFill>
              </a:rPr>
              <a:t>Edit Instantly : </a:t>
            </a:r>
            <a:r>
              <a:rPr lang="en-US" sz="1850" dirty="0">
                <a:solidFill>
                  <a:schemeClr val="tx1"/>
                </a:solidFill>
              </a:rPr>
              <a:t>Select any text or image on your page to modify and type “/” to insert elements.</a:t>
            </a:r>
          </a:p>
          <a:p>
            <a:pPr marL="0" indent="0" defTabSz="932742">
              <a:spcBef>
                <a:spcPts val="2500"/>
              </a:spcBef>
              <a:buSzPct val="100000"/>
              <a:buFont typeface="+mj-lt"/>
              <a:buNone/>
            </a:pPr>
            <a:r>
              <a:rPr lang="en-US" sz="1850" b="1" dirty="0">
                <a:solidFill>
                  <a:schemeClr val="tx1"/>
                </a:solidFill>
              </a:rPr>
              <a:t>Easy Access: </a:t>
            </a:r>
            <a:r>
              <a:rPr lang="en-US" sz="1850" dirty="0">
                <a:solidFill>
                  <a:schemeClr val="tx1"/>
                </a:solidFill>
              </a:rPr>
              <a:t>Open pages via Chat links, the Pages icon or in your recently opened documents. </a:t>
            </a:r>
            <a:endParaRPr lang="en-US" sz="1600" dirty="0">
              <a:solidFill>
                <a:schemeClr val="tx1"/>
              </a:solidFill>
            </a:endParaRPr>
          </a:p>
        </p:txBody>
      </p:sp>
      <p:pic>
        <p:nvPicPr>
          <p:cNvPr id="6" name="Picture 5" descr="Screenshot of the Copilot pages and example of how it's used.">
            <a:hlinkClick r:id="rId3"/>
            <a:extLst>
              <a:ext uri="{FF2B5EF4-FFF2-40B4-BE49-F238E27FC236}">
                <a16:creationId xmlns:a16="http://schemas.microsoft.com/office/drawing/2014/main" id="{BAEA1966-C2D4-66BF-2E63-3AC9B816B6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16562" y="1804872"/>
            <a:ext cx="6517398" cy="3625651"/>
          </a:xfrm>
          <a:prstGeom prst="rect">
            <a:avLst/>
          </a:prstGeom>
          <a:noFill/>
          <a:ln>
            <a:solidFill>
              <a:schemeClr val="bg1">
                <a:lumMod val="50000"/>
              </a:schemeClr>
            </a:solidFill>
          </a:ln>
        </p:spPr>
      </p:pic>
      <p:sp>
        <p:nvSpPr>
          <p:cNvPr id="3" name="Footer Placeholder 2">
            <a:extLst>
              <a:ext uri="{FF2B5EF4-FFF2-40B4-BE49-F238E27FC236}">
                <a16:creationId xmlns:a16="http://schemas.microsoft.com/office/drawing/2014/main" id="{E379E694-5DD1-1789-183F-4CDDC723ECA7}"/>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4" name="Rectangle 3">
            <a:extLst>
              <a:ext uri="{FF2B5EF4-FFF2-40B4-BE49-F238E27FC236}">
                <a16:creationId xmlns:a16="http://schemas.microsoft.com/office/drawing/2014/main" id="{4329107D-676A-06E4-6257-E7E5FC995B13}"/>
              </a:ext>
              <a:ext uri="{C183D7F6-B498-43B3-948B-1728B52AA6E4}">
                <adec:decorative xmlns:adec="http://schemas.microsoft.com/office/drawing/2017/decorative" val="1"/>
              </a:ext>
            </a:extLst>
          </p:cNvPr>
          <p:cNvSpPr/>
          <p:nvPr/>
        </p:nvSpPr>
        <p:spPr bwMode="auto">
          <a:xfrm>
            <a:off x="6275506" y="3520764"/>
            <a:ext cx="516835" cy="163340"/>
          </a:xfrm>
          <a:prstGeom prst="rect">
            <a:avLst/>
          </a:prstGeom>
          <a:noFill/>
          <a:ln w="1270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0" name="TextBox 9">
            <a:extLst>
              <a:ext uri="{FF2B5EF4-FFF2-40B4-BE49-F238E27FC236}">
                <a16:creationId xmlns:a16="http://schemas.microsoft.com/office/drawing/2014/main" id="{59A7BE7A-A623-2639-4157-3FC5029C9722}"/>
              </a:ext>
            </a:extLst>
          </p:cNvPr>
          <p:cNvSpPr txBox="1"/>
          <p:nvPr/>
        </p:nvSpPr>
        <p:spPr>
          <a:xfrm>
            <a:off x="5516562" y="5749734"/>
            <a:ext cx="6096000" cy="369332"/>
          </a:xfrm>
          <a:prstGeom prst="rect">
            <a:avLst/>
          </a:prstGeom>
          <a:noFill/>
        </p:spPr>
        <p:txBody>
          <a:bodyPr wrap="square">
            <a:spAutoFit/>
          </a:bodyPr>
          <a:lstStyle/>
          <a:p>
            <a:r>
              <a:rPr lang="en-US" sz="1800" dirty="0"/>
              <a:t>Video: </a:t>
            </a:r>
            <a:r>
              <a:rPr lang="en-US" sz="1800" dirty="0">
                <a:solidFill>
                  <a:srgbClr val="0077D3"/>
                </a:solidFill>
                <a:hlinkClick r:id="rId5">
                  <a:extLst>
                    <a:ext uri="{A12FA001-AC4F-418D-AE19-62706E023703}">
                      <ahyp:hlinkClr xmlns:ahyp="http://schemas.microsoft.com/office/drawing/2018/hyperlinkcolor" val="tx"/>
                    </a:ext>
                  </a:extLst>
                </a:hlinkClick>
              </a:rPr>
              <a:t>Microsoft 365 Copilot | Copilot Pages - YouTube</a:t>
            </a:r>
            <a:r>
              <a:rPr lang="en-US" sz="1800" dirty="0"/>
              <a:t> </a:t>
            </a:r>
            <a:endParaRPr lang="en-US" dirty="0"/>
          </a:p>
        </p:txBody>
      </p:sp>
    </p:spTree>
    <p:extLst>
      <p:ext uri="{BB962C8B-B14F-4D97-AF65-F5344CB8AC3E}">
        <p14:creationId xmlns:p14="http://schemas.microsoft.com/office/powerpoint/2010/main" val="129484497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12989-CEB4-81EE-354A-2421DE8BF7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45F2A-3149-922B-7310-AA457A39B5F4}"/>
              </a:ext>
            </a:extLst>
          </p:cNvPr>
          <p:cNvSpPr>
            <a:spLocks noGrp="1"/>
          </p:cNvSpPr>
          <p:nvPr>
            <p:ph type="title"/>
          </p:nvPr>
        </p:nvSpPr>
        <p:spPr>
          <a:xfrm>
            <a:off x="588262" y="585216"/>
            <a:ext cx="8193024" cy="553998"/>
          </a:xfrm>
        </p:spPr>
        <p:txBody>
          <a:bodyPr/>
          <a:lstStyle/>
          <a:p>
            <a:r>
              <a:rPr lang="en-US" sz="3600" dirty="0"/>
              <a:t>Microsoft 365 Copilot Chat Agents</a:t>
            </a:r>
          </a:p>
        </p:txBody>
      </p:sp>
      <p:sp>
        <p:nvSpPr>
          <p:cNvPr id="6" name="TextBox 5">
            <a:extLst>
              <a:ext uri="{FF2B5EF4-FFF2-40B4-BE49-F238E27FC236}">
                <a16:creationId xmlns:a16="http://schemas.microsoft.com/office/drawing/2014/main" id="{E4FC69F8-CBF1-41E4-6133-88268C55C28C}"/>
              </a:ext>
            </a:extLst>
          </p:cNvPr>
          <p:cNvSpPr txBox="1"/>
          <p:nvPr/>
        </p:nvSpPr>
        <p:spPr>
          <a:xfrm>
            <a:off x="579438" y="1437217"/>
            <a:ext cx="3417884" cy="369332"/>
          </a:xfrm>
          <a:prstGeom prst="rect">
            <a:avLst/>
          </a:prstGeom>
          <a:noFill/>
        </p:spPr>
        <p:txBody>
          <a:bodyPr wrap="square" lIns="0" tIns="0" rIns="0" bIns="0" rtlCol="0">
            <a:spAutoFit/>
          </a:bodyPr>
          <a:lstStyle/>
          <a:p>
            <a:pPr algn="l"/>
            <a:r>
              <a:rPr lang="en-US" sz="2400" dirty="0">
                <a:solidFill>
                  <a:schemeClr val="tx2">
                    <a:lumMod val="75000"/>
                    <a:lumOff val="25000"/>
                  </a:schemeClr>
                </a:solidFill>
                <a:latin typeface="+mj-lt"/>
              </a:rPr>
              <a:t>What are agents?</a:t>
            </a:r>
          </a:p>
        </p:txBody>
      </p:sp>
      <p:sp>
        <p:nvSpPr>
          <p:cNvPr id="7" name="Rectangle: Rounded Corners 6">
            <a:extLst>
              <a:ext uri="{FF2B5EF4-FFF2-40B4-BE49-F238E27FC236}">
                <a16:creationId xmlns:a16="http://schemas.microsoft.com/office/drawing/2014/main" id="{6DE803CB-52BF-5015-ABE5-4D36182EA74C}"/>
              </a:ext>
              <a:ext uri="{C183D7F6-B498-43B3-948B-1728B52AA6E4}">
                <adec:decorative xmlns:adec="http://schemas.microsoft.com/office/drawing/2017/decorative" val="1"/>
              </a:ext>
            </a:extLst>
          </p:cNvPr>
          <p:cNvSpPr/>
          <p:nvPr/>
        </p:nvSpPr>
        <p:spPr bwMode="auto">
          <a:xfrm>
            <a:off x="588262" y="1964175"/>
            <a:ext cx="10800174" cy="941691"/>
          </a:xfrm>
          <a:prstGeom prst="roundRect">
            <a:avLst/>
          </a:prstGeom>
          <a:solidFill>
            <a:schemeClr val="tx2">
              <a:lumMod val="25000"/>
              <a:lumOff val="75000"/>
            </a:schemeClr>
          </a:solidFill>
          <a:ln>
            <a:noFill/>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extBox 21">
            <a:extLst>
              <a:ext uri="{FF2B5EF4-FFF2-40B4-BE49-F238E27FC236}">
                <a16:creationId xmlns:a16="http://schemas.microsoft.com/office/drawing/2014/main" id="{4EDEDE98-C1D6-51CA-73EB-1242705C6126}"/>
              </a:ext>
            </a:extLst>
          </p:cNvPr>
          <p:cNvSpPr txBox="1"/>
          <p:nvPr/>
        </p:nvSpPr>
        <p:spPr>
          <a:xfrm>
            <a:off x="663813" y="2073510"/>
            <a:ext cx="10629313" cy="70788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000" dirty="0">
                <a:solidFill>
                  <a:schemeClr val="tx1"/>
                </a:solidFill>
              </a:rPr>
              <a:t>Specialized AI assistants in Microsoft 365 Copilot Chat that help automate tasks, streamline workflows, and provide intelligent assistance.</a:t>
            </a:r>
            <a:endParaRPr lang="en-US" dirty="0">
              <a:solidFill>
                <a:schemeClr val="tx1"/>
              </a:solidFill>
            </a:endParaRPr>
          </a:p>
        </p:txBody>
      </p:sp>
      <p:sp>
        <p:nvSpPr>
          <p:cNvPr id="16" name="TextBox 15">
            <a:extLst>
              <a:ext uri="{FF2B5EF4-FFF2-40B4-BE49-F238E27FC236}">
                <a16:creationId xmlns:a16="http://schemas.microsoft.com/office/drawing/2014/main" id="{E7CCAB4F-18B3-46A5-2AB5-4B7C0B2C78C7}"/>
              </a:ext>
            </a:extLst>
          </p:cNvPr>
          <p:cNvSpPr txBox="1"/>
          <p:nvPr/>
        </p:nvSpPr>
        <p:spPr>
          <a:xfrm>
            <a:off x="588262" y="3130653"/>
            <a:ext cx="3914504" cy="369332"/>
          </a:xfrm>
          <a:prstGeom prst="rect">
            <a:avLst/>
          </a:prstGeom>
          <a:noFill/>
        </p:spPr>
        <p:txBody>
          <a:bodyPr wrap="square" lIns="0" tIns="0" rIns="0" bIns="0" rtlCol="0">
            <a:spAutoFit/>
          </a:bodyPr>
          <a:lstStyle/>
          <a:p>
            <a:pPr algn="l"/>
            <a:r>
              <a:rPr lang="en-US" sz="2400" dirty="0">
                <a:solidFill>
                  <a:schemeClr val="accent1">
                    <a:lumMod val="75000"/>
                  </a:schemeClr>
                </a:solidFill>
                <a:latin typeface="+mj-lt"/>
              </a:rPr>
              <a:t>Why should I use agents?</a:t>
            </a:r>
          </a:p>
        </p:txBody>
      </p:sp>
      <p:sp>
        <p:nvSpPr>
          <p:cNvPr id="11" name="Rectangle: Rounded Corners 10">
            <a:extLst>
              <a:ext uri="{FF2B5EF4-FFF2-40B4-BE49-F238E27FC236}">
                <a16:creationId xmlns:a16="http://schemas.microsoft.com/office/drawing/2014/main" id="{43DC430E-E4FE-7CB5-0F19-68088F4B4C25}"/>
              </a:ext>
            </a:extLst>
          </p:cNvPr>
          <p:cNvSpPr/>
          <p:nvPr/>
        </p:nvSpPr>
        <p:spPr bwMode="auto">
          <a:xfrm>
            <a:off x="578340" y="3578174"/>
            <a:ext cx="4952349" cy="2273910"/>
          </a:xfrm>
          <a:prstGeom prst="roundRect">
            <a:avLst/>
          </a:prstGeom>
          <a:solidFill>
            <a:schemeClr val="accent1">
              <a:lumMod val="40000"/>
              <a:lumOff val="60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a:lnSpc>
                <a:spcPct val="115000"/>
              </a:lnSpc>
              <a:spcAft>
                <a:spcPts val="800"/>
              </a:spcAft>
              <a:buSzPts val="1000"/>
              <a:tabLst>
                <a:tab pos="457200" algn="l"/>
              </a:tabLst>
            </a:pPr>
            <a:r>
              <a:rPr lang="en-US" sz="1800" kern="100" dirty="0">
                <a:solidFill>
                  <a:schemeClr val="tx1"/>
                </a:solidFill>
                <a:effectLst/>
                <a:ea typeface="Aptos" panose="020B0004020202020204" pitchFamily="34" charset="0"/>
                <a:cs typeface="Times New Roman" panose="02020603050405020304" pitchFamily="18" charset="0"/>
              </a:rPr>
              <a:t>Automate repetitive tasks</a:t>
            </a:r>
          </a:p>
          <a:p>
            <a:pPr>
              <a:lnSpc>
                <a:spcPct val="115000"/>
              </a:lnSpc>
              <a:spcAft>
                <a:spcPts val="800"/>
              </a:spcAft>
              <a:buSzPts val="1000"/>
              <a:tabLst>
                <a:tab pos="457200" algn="l"/>
              </a:tabLst>
            </a:pPr>
            <a:r>
              <a:rPr lang="en-US" sz="1800" kern="100" dirty="0">
                <a:solidFill>
                  <a:schemeClr val="tx1"/>
                </a:solidFill>
                <a:ea typeface="Aptos" panose="020B0004020202020204" pitchFamily="34" charset="0"/>
                <a:cs typeface="Times New Roman" panose="02020603050405020304" pitchFamily="18" charset="0"/>
              </a:rPr>
              <a:t>Access real-time information (e.g., customer details, instructions).</a:t>
            </a:r>
          </a:p>
          <a:p>
            <a:pPr>
              <a:lnSpc>
                <a:spcPct val="115000"/>
              </a:lnSpc>
              <a:spcAft>
                <a:spcPts val="800"/>
              </a:spcAft>
              <a:buSzPts val="1000"/>
              <a:tabLst>
                <a:tab pos="457200" algn="l"/>
              </a:tabLst>
            </a:pPr>
            <a:r>
              <a:rPr lang="en-US" sz="1800" kern="100" dirty="0">
                <a:solidFill>
                  <a:schemeClr val="tx1"/>
                </a:solidFill>
                <a:ea typeface="Aptos" panose="020B0004020202020204" pitchFamily="34" charset="0"/>
                <a:cs typeface="Times New Roman" panose="02020603050405020304" pitchFamily="18" charset="0"/>
              </a:rPr>
              <a:t>Personalize workflows for your needs.</a:t>
            </a:r>
          </a:p>
          <a:p>
            <a:pPr>
              <a:lnSpc>
                <a:spcPct val="115000"/>
              </a:lnSpc>
              <a:spcAft>
                <a:spcPts val="800"/>
              </a:spcAft>
              <a:buSzPts val="1000"/>
              <a:tabLst>
                <a:tab pos="457200" algn="l"/>
              </a:tabLst>
            </a:pPr>
            <a:endParaRPr lang="en-US" sz="1800" kern="100" dirty="0">
              <a:solidFill>
                <a:schemeClr val="tx1"/>
              </a:solidFill>
              <a:ea typeface="Aptos" panose="020B0004020202020204" pitchFamily="34" charset="0"/>
              <a:cs typeface="Times New Roman" panose="02020603050405020304" pitchFamily="18" charset="0"/>
            </a:endParaRPr>
          </a:p>
          <a:p>
            <a:pPr marR="0" lvl="0">
              <a:lnSpc>
                <a:spcPct val="115000"/>
              </a:lnSpc>
              <a:spcAft>
                <a:spcPts val="800"/>
              </a:spcAft>
              <a:buSzPts val="1000"/>
              <a:tabLst>
                <a:tab pos="457200" algn="l"/>
              </a:tabLst>
            </a:pPr>
            <a:endParaRPr lang="en-US" sz="1800" kern="100" dirty="0">
              <a:solidFill>
                <a:schemeClr val="tx1"/>
              </a:solidFill>
              <a:effectLst/>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68A362A1-21F5-D361-E0F3-7A521984CBA9}"/>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4" name="Rectangle: Rounded Corners 3">
            <a:extLst>
              <a:ext uri="{FF2B5EF4-FFF2-40B4-BE49-F238E27FC236}">
                <a16:creationId xmlns:a16="http://schemas.microsoft.com/office/drawing/2014/main" id="{18B787B5-423A-BFDC-44A9-1E416CB44475}"/>
              </a:ext>
            </a:extLst>
          </p:cNvPr>
          <p:cNvSpPr/>
          <p:nvPr/>
        </p:nvSpPr>
        <p:spPr bwMode="auto">
          <a:xfrm>
            <a:off x="5901580" y="3578175"/>
            <a:ext cx="4952349" cy="2273910"/>
          </a:xfrm>
          <a:prstGeom prst="roundRect">
            <a:avLst/>
          </a:prstGeom>
          <a:solidFill>
            <a:schemeClr val="accent1">
              <a:lumMod val="40000"/>
              <a:lumOff val="60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r>
              <a:rPr lang="en-US" sz="2000" dirty="0">
                <a:solidFill>
                  <a:schemeClr val="tx1"/>
                </a:solidFill>
              </a:rPr>
              <a:t>Users </a:t>
            </a:r>
            <a:r>
              <a:rPr lang="en-US" sz="2000" b="1" dirty="0">
                <a:solidFill>
                  <a:schemeClr val="tx1"/>
                </a:solidFill>
              </a:rPr>
              <a:t>without a Copilot license </a:t>
            </a:r>
            <a:r>
              <a:rPr lang="en-US" sz="2000" dirty="0">
                <a:solidFill>
                  <a:schemeClr val="tx1"/>
                </a:solidFill>
              </a:rPr>
              <a:t>can access Copilot Chat agents or create your own custom agent if consumptive billing is enabled, via the Copilot Chat interface (browser or app) and within the Agent store. </a:t>
            </a:r>
          </a:p>
          <a:p>
            <a:endParaRPr lang="en-US" sz="1800" dirty="0">
              <a:solidFill>
                <a:schemeClr val="tx1"/>
              </a:solidFill>
            </a:endParaRPr>
          </a:p>
          <a:p>
            <a:pPr>
              <a:lnSpc>
                <a:spcPct val="115000"/>
              </a:lnSpc>
              <a:spcAft>
                <a:spcPts val="800"/>
              </a:spcAft>
              <a:buSzPts val="1000"/>
              <a:tabLst>
                <a:tab pos="457200" algn="l"/>
              </a:tabLst>
            </a:pPr>
            <a:endParaRPr lang="en-US" sz="1800" kern="100" dirty="0">
              <a:solidFill>
                <a:schemeClr val="tx1"/>
              </a:solidFill>
              <a:ea typeface="Aptos" panose="020B0004020202020204" pitchFamily="34" charset="0"/>
              <a:cs typeface="Times New Roman" panose="02020603050405020304" pitchFamily="18" charset="0"/>
            </a:endParaRPr>
          </a:p>
          <a:p>
            <a:pPr marR="0" lvl="0">
              <a:lnSpc>
                <a:spcPct val="115000"/>
              </a:lnSpc>
              <a:spcAft>
                <a:spcPts val="800"/>
              </a:spcAft>
              <a:buSzPts val="1000"/>
              <a:tabLst>
                <a:tab pos="457200" algn="l"/>
              </a:tabLst>
            </a:pPr>
            <a:endParaRPr lang="en-US" sz="1800" kern="100" dirty="0">
              <a:solidFill>
                <a:schemeClr val="tx1"/>
              </a:solidFill>
              <a:effectLst/>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BF21DD34-F6E2-FF94-ABC2-657CCA0C93D9}"/>
              </a:ext>
            </a:extLst>
          </p:cNvPr>
          <p:cNvSpPr txBox="1"/>
          <p:nvPr/>
        </p:nvSpPr>
        <p:spPr>
          <a:xfrm>
            <a:off x="5978469" y="3095619"/>
            <a:ext cx="3914504" cy="369332"/>
          </a:xfrm>
          <a:prstGeom prst="rect">
            <a:avLst/>
          </a:prstGeom>
          <a:noFill/>
        </p:spPr>
        <p:txBody>
          <a:bodyPr wrap="square" lIns="0" tIns="0" rIns="0" bIns="0" rtlCol="0">
            <a:spAutoFit/>
          </a:bodyPr>
          <a:lstStyle/>
          <a:p>
            <a:pPr algn="l"/>
            <a:r>
              <a:rPr lang="en-US" sz="2400" dirty="0">
                <a:solidFill>
                  <a:schemeClr val="accent1">
                    <a:lumMod val="75000"/>
                  </a:schemeClr>
                </a:solidFill>
                <a:latin typeface="+mj-lt"/>
              </a:rPr>
              <a:t>Get started with Agents: </a:t>
            </a:r>
          </a:p>
        </p:txBody>
      </p:sp>
      <p:sp>
        <p:nvSpPr>
          <p:cNvPr id="18" name="TextBox 17"/>
          <p:cNvSpPr txBox="1"/>
          <p:nvPr/>
        </p:nvSpPr>
        <p:spPr>
          <a:xfrm>
            <a:off x="457200" y="6217920"/>
            <a:ext cx="8229600" cy="411480"/>
          </a:xfrm>
          <a:prstGeom prst="rect">
            <a:avLst/>
          </a:prstGeom>
          <a:solidFill>
            <a:srgbClr val="FFF3E6"/>
          </a:solidFill>
        </p:spPr>
        <p:txBody>
          <a:bodyPr wrap="square">
            <a:spAutoFit/>
          </a:bodyPr>
          <a:lstStyle/>
          <a:p>
            <a:pPr algn="l"/>
            <a:r>
              <a:rPr sz="1200" b="1">
                <a:solidFill>
                  <a:srgbClr val="B43C00"/>
                </a:solidFill>
              </a:rPr>
              <a:t>GCC High: Agents are NOT available in GCC High. This slide is for informational awareness only.</a:t>
            </a:r>
          </a:p>
        </p:txBody>
      </p:sp>
    </p:spTree>
    <p:extLst>
      <p:ext uri="{BB962C8B-B14F-4D97-AF65-F5344CB8AC3E}">
        <p14:creationId xmlns:p14="http://schemas.microsoft.com/office/powerpoint/2010/main" val="186366678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84DE8-F6D3-C535-D84D-A2B73241D640}"/>
            </a:ext>
          </a:extLst>
        </p:cNvPr>
        <p:cNvGrpSpPr/>
        <p:nvPr/>
      </p:nvGrpSpPr>
      <p:grpSpPr>
        <a:xfrm>
          <a:off x="0" y="0"/>
          <a:ext cx="0" cy="0"/>
          <a:chOff x="0" y="0"/>
          <a:chExt cx="0" cy="0"/>
        </a:xfrm>
      </p:grpSpPr>
      <p:sp>
        <p:nvSpPr>
          <p:cNvPr id="31" name="Title 30">
            <a:extLst>
              <a:ext uri="{FF2B5EF4-FFF2-40B4-BE49-F238E27FC236}">
                <a16:creationId xmlns:a16="http://schemas.microsoft.com/office/drawing/2014/main" id="{EFD7D50F-D514-E3ED-417A-34DCE88F36CA}"/>
              </a:ext>
            </a:extLst>
          </p:cNvPr>
          <p:cNvSpPr txBox="1">
            <a:spLocks noGrp="1"/>
          </p:cNvSpPr>
          <p:nvPr>
            <p:ph type="title" idx="4294967295"/>
          </p:nvPr>
        </p:nvSpPr>
        <p:spPr>
          <a:xfrm>
            <a:off x="538136" y="539181"/>
            <a:ext cx="10028264"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defTabSz="914367">
              <a:spcBef>
                <a:spcPts val="0"/>
              </a:spcBef>
              <a:defRPr/>
            </a:pPr>
            <a:r>
              <a:rPr lang="en-US" sz="3600" dirty="0"/>
              <a:t>Copilot Chat in Microsoft 365 apps (1/3)</a:t>
            </a:r>
            <a:endParaRPr kumimoji="0" lang="en-US" sz="3600" b="0" i="0" u="none" strike="noStrike" kern="1200" cap="none" spc="0" normalizeH="0" baseline="0" noProof="0" dirty="0">
              <a:ln>
                <a:noFill/>
              </a:ln>
              <a:solidFill>
                <a:schemeClr val="tx1"/>
              </a:solidFill>
              <a:effectLst/>
              <a:uLnTx/>
              <a:uFillTx/>
              <a:latin typeface="+mj-lt"/>
              <a:ea typeface="+mn-ea"/>
              <a:cs typeface="+mn-cs"/>
            </a:endParaRPr>
          </a:p>
        </p:txBody>
      </p:sp>
      <p:graphicFrame>
        <p:nvGraphicFramePr>
          <p:cNvPr id="7" name="Diagram 6" descr="Image details 4 key points of how Microsoft ensures data security in Copilot Chat, including encryption and data isolation, privacy by design, access controls, and regional compliance.">
            <a:extLst>
              <a:ext uri="{FF2B5EF4-FFF2-40B4-BE49-F238E27FC236}">
                <a16:creationId xmlns:a16="http://schemas.microsoft.com/office/drawing/2014/main" id="{8E21CD1A-044E-2DAD-68AE-D7BC6EF3FC95}"/>
              </a:ext>
            </a:extLst>
          </p:cNvPr>
          <p:cNvGraphicFramePr/>
          <p:nvPr>
            <p:extLst>
              <p:ext uri="{D42A27DB-BD31-4B8C-83A1-F6EECF244321}">
                <p14:modId xmlns:p14="http://schemas.microsoft.com/office/powerpoint/2010/main" val="4095873959"/>
              </p:ext>
            </p:extLst>
          </p:nvPr>
        </p:nvGraphicFramePr>
        <p:xfrm>
          <a:off x="794722" y="3217407"/>
          <a:ext cx="10174060" cy="27174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BDE80131-0862-F1BC-0E3E-A4686E3D5100}"/>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6" name="Rectangle: Rounded Corners 5">
            <a:extLst>
              <a:ext uri="{FF2B5EF4-FFF2-40B4-BE49-F238E27FC236}">
                <a16:creationId xmlns:a16="http://schemas.microsoft.com/office/drawing/2014/main" id="{835C6EDD-87BD-3EB3-58EF-F4444FD6A016}"/>
              </a:ext>
              <a:ext uri="{C183D7F6-B498-43B3-948B-1728B52AA6E4}">
                <adec:decorative xmlns:adec="http://schemas.microsoft.com/office/drawing/2017/decorative" val="1"/>
              </a:ext>
            </a:extLst>
          </p:cNvPr>
          <p:cNvSpPr/>
          <p:nvPr/>
        </p:nvSpPr>
        <p:spPr bwMode="auto">
          <a:xfrm>
            <a:off x="538136" y="1579408"/>
            <a:ext cx="10712632" cy="1225992"/>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defRPr/>
            </a:pPr>
            <a:r>
              <a:rPr lang="en-US" sz="2000" dirty="0"/>
              <a:t>Copilot Chat is now available in </a:t>
            </a:r>
            <a:r>
              <a:rPr lang="en-US" sz="2000" b="1" dirty="0"/>
              <a:t>Outlook, Word, Excel, PowerPoint,</a:t>
            </a:r>
            <a:r>
              <a:rPr lang="en-US" sz="2000" dirty="0"/>
              <a:t> and </a:t>
            </a:r>
            <a:r>
              <a:rPr lang="en-US" sz="2000" b="1" dirty="0"/>
              <a:t>OneNote </a:t>
            </a:r>
            <a:r>
              <a:rPr lang="en-US" sz="2000" dirty="0"/>
              <a:t>giving you </a:t>
            </a:r>
            <a:r>
              <a:rPr lang="en-US" sz="2000" b="1" dirty="0"/>
              <a:t>one consistent experience</a:t>
            </a:r>
            <a:r>
              <a:rPr lang="en-US" sz="2000" dirty="0"/>
              <a:t>. </a:t>
            </a:r>
            <a:r>
              <a:rPr lang="en-US" sz="2000" kern="0" dirty="0">
                <a:solidFill>
                  <a:sysClr val="windowText" lastClr="000000"/>
                </a:solidFill>
                <a:cs typeface="Segoe UI" pitchFamily="34" charset="0"/>
              </a:rPr>
              <a:t>S</a:t>
            </a:r>
            <a:r>
              <a:rPr lang="en-US" sz="2000" kern="0" dirty="0">
                <a:solidFill>
                  <a:sysClr val="windowText" lastClr="000000"/>
                </a:solidFill>
                <a:ea typeface="Segoe UI" pitchFamily="34" charset="0"/>
                <a:cs typeface="Segoe UI" pitchFamily="34" charset="0"/>
              </a:rPr>
              <a:t>ign in using your work or school email account and </a:t>
            </a:r>
            <a:r>
              <a:rPr lang="en-US" sz="2000" dirty="0"/>
              <a:t>select the </a:t>
            </a:r>
            <a:r>
              <a:rPr lang="en-US" sz="2000" b="1" dirty="0"/>
              <a:t>Copilot icon</a:t>
            </a:r>
            <a:r>
              <a:rPr lang="en-US" sz="2000" dirty="0"/>
              <a:t> on the ribbon to open or close the chat. </a:t>
            </a: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98325415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24C9-3FAB-7A9D-6BFC-966711D2A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A763B-B4E6-8E3A-CCC2-C4B5534EF4FD}"/>
              </a:ext>
            </a:extLst>
          </p:cNvPr>
          <p:cNvSpPr>
            <a:spLocks noGrp="1"/>
          </p:cNvSpPr>
          <p:nvPr>
            <p:ph type="title"/>
          </p:nvPr>
        </p:nvSpPr>
        <p:spPr>
          <a:xfrm>
            <a:off x="579438" y="521050"/>
            <a:ext cx="10155938" cy="553998"/>
          </a:xfrm>
        </p:spPr>
        <p:txBody>
          <a:bodyPr/>
          <a:lstStyle/>
          <a:p>
            <a:r>
              <a:rPr lang="en-US" sz="3600" dirty="0"/>
              <a:t>Copilot Chat in Microsoft 365 apps (2/3)</a:t>
            </a:r>
            <a:endParaRPr lang="en-US" sz="2800" dirty="0"/>
          </a:p>
        </p:txBody>
      </p:sp>
      <p:sp>
        <p:nvSpPr>
          <p:cNvPr id="5" name="Rectangle: Rounded Corners 4">
            <a:extLst>
              <a:ext uri="{FF2B5EF4-FFF2-40B4-BE49-F238E27FC236}">
                <a16:creationId xmlns:a16="http://schemas.microsoft.com/office/drawing/2014/main" id="{98B5FDCA-C172-B71D-316A-82FD03EF3829}"/>
              </a:ext>
              <a:ext uri="{C183D7F6-B498-43B3-948B-1728B52AA6E4}">
                <adec:decorative xmlns:adec="http://schemas.microsoft.com/office/drawing/2017/decorative" val="1"/>
              </a:ext>
            </a:extLst>
          </p:cNvPr>
          <p:cNvSpPr/>
          <p:nvPr/>
        </p:nvSpPr>
        <p:spPr bwMode="auto">
          <a:xfrm>
            <a:off x="579438" y="1650858"/>
            <a:ext cx="3509551" cy="4409092"/>
          </a:xfrm>
          <a:prstGeom prst="roundRect">
            <a:avLst/>
          </a:prstGeom>
          <a:solidFill>
            <a:schemeClr val="bg2">
              <a:lumMod val="90000"/>
            </a:schemeClr>
          </a:soli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6" name="Rectangle 1">
            <a:extLst>
              <a:ext uri="{FF2B5EF4-FFF2-40B4-BE49-F238E27FC236}">
                <a16:creationId xmlns:a16="http://schemas.microsoft.com/office/drawing/2014/main" id="{6F405F7E-4FE4-4347-89EC-4D6B1A57F03E}"/>
              </a:ext>
            </a:extLst>
          </p:cNvPr>
          <p:cNvSpPr>
            <a:spLocks noChangeArrowheads="1"/>
          </p:cNvSpPr>
          <p:nvPr/>
        </p:nvSpPr>
        <p:spPr bwMode="auto">
          <a:xfrm>
            <a:off x="938665" y="1863692"/>
            <a:ext cx="3150323"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2000" b="1" dirty="0">
                <a:solidFill>
                  <a:schemeClr val="tx1"/>
                </a:solidFill>
                <a:latin typeface="+mn-lt"/>
                <a:ea typeface="Segoe UI" pitchFamily="34" charset="0"/>
                <a:cs typeface="Segoe UI" pitchFamily="34" charset="0"/>
              </a:rPr>
              <a:t>Outlook </a:t>
            </a:r>
          </a:p>
          <a:p>
            <a:pPr marR="0" lvl="0" algn="l" defTabSz="914400" rtl="0" eaLnBrk="0" fontAlgn="base" latinLnBrk="0" hangingPunct="0">
              <a:lnSpc>
                <a:spcPct val="100000"/>
              </a:lnSpc>
              <a:spcBef>
                <a:spcPct val="0"/>
              </a:spcBef>
              <a:spcAft>
                <a:spcPct val="0"/>
              </a:spcAft>
              <a:buClrTx/>
              <a:buSzTx/>
              <a:tabLst/>
            </a:pPr>
            <a:endParaRPr kumimoji="0" lang="en-US" altLang="en-US" sz="200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i="0" strike="noStrike" cap="none" normalizeH="0" baseline="0" dirty="0">
                <a:ln>
                  <a:noFill/>
                </a:ln>
                <a:effectLst/>
                <a:latin typeface="+mn-lt"/>
                <a:ea typeface="Aptos" panose="020B0004020202020204" pitchFamily="34" charset="0"/>
                <a:cs typeface="Times New Roman" panose="02020603050405020304" pitchFamily="18" charset="0"/>
              </a:rPr>
              <a:t>Summarize emails and threads, rewrite messages, generate content, and draft recap emails.</a:t>
            </a:r>
          </a:p>
          <a:p>
            <a:pPr marR="0" lvl="0" algn="l" defTabSz="914400" rtl="0" eaLnBrk="0" fontAlgn="base" latinLnBrk="0" hangingPunct="0">
              <a:lnSpc>
                <a:spcPct val="100000"/>
              </a:lnSpc>
              <a:spcBef>
                <a:spcPct val="0"/>
              </a:spcBef>
              <a:spcAft>
                <a:spcPct val="0"/>
              </a:spcAft>
              <a:buClrTx/>
              <a:buSzTx/>
              <a:tabLst/>
            </a:pPr>
            <a:endParaRPr lang="en-US" altLang="en-US" sz="2000" dirty="0">
              <a:latin typeface="+mn-lt"/>
              <a:cs typeface="Times New Roman" panose="02020603050405020304" pitchFamily="18" charset="0"/>
            </a:endParaRPr>
          </a:p>
          <a:p>
            <a:pPr defTabSz="914400"/>
            <a:r>
              <a:rPr lang="en-US" sz="2000" dirty="0">
                <a:latin typeface="+mn-lt"/>
              </a:rPr>
              <a:t>Prompt: </a:t>
            </a:r>
            <a:r>
              <a:rPr lang="en-US" sz="2000" b="1" dirty="0">
                <a:latin typeface="+mn-lt"/>
              </a:rPr>
              <a:t>“Summarize this email for the top 3 main points and any action items I need to take.”</a:t>
            </a:r>
          </a:p>
          <a:p>
            <a:pPr marR="0" lvl="0" algn="l" defTabSz="914400" rtl="0" eaLnBrk="0" fontAlgn="base" latinLnBrk="0" hangingPunct="0">
              <a:lnSpc>
                <a:spcPct val="100000"/>
              </a:lnSpc>
              <a:spcBef>
                <a:spcPct val="0"/>
              </a:spcBef>
              <a:spcAft>
                <a:spcPct val="0"/>
              </a:spcAft>
              <a:buClrTx/>
              <a:buSzTx/>
              <a:tabLst/>
            </a:pPr>
            <a:endParaRPr kumimoji="0" lang="en-US" altLang="en-US" sz="1800" i="0" strike="noStrike" cap="none" normalizeH="0" baseline="0" dirty="0">
              <a:ln>
                <a:noFill/>
              </a:ln>
              <a:effectLst/>
              <a:latin typeface="+mn-lt"/>
            </a:endParaRPr>
          </a:p>
        </p:txBody>
      </p:sp>
      <p:sp>
        <p:nvSpPr>
          <p:cNvPr id="9" name="Rectangle: Rounded Corners 8">
            <a:extLst>
              <a:ext uri="{FF2B5EF4-FFF2-40B4-BE49-F238E27FC236}">
                <a16:creationId xmlns:a16="http://schemas.microsoft.com/office/drawing/2014/main" id="{470E6A9B-36FB-30FC-F391-A8FD3102CDF0}"/>
              </a:ext>
              <a:ext uri="{C183D7F6-B498-43B3-948B-1728B52AA6E4}">
                <adec:decorative xmlns:adec="http://schemas.microsoft.com/office/drawing/2017/decorative" val="1"/>
              </a:ext>
            </a:extLst>
          </p:cNvPr>
          <p:cNvSpPr/>
          <p:nvPr/>
        </p:nvSpPr>
        <p:spPr bwMode="auto">
          <a:xfrm>
            <a:off x="4522787" y="1650859"/>
            <a:ext cx="3509551" cy="4409092"/>
          </a:xfrm>
          <a:prstGeom prst="roundRect">
            <a:avLst/>
          </a:prstGeom>
          <a:solidFill>
            <a:schemeClr val="accent3">
              <a:lumMod val="60000"/>
              <a:lumOff val="40000"/>
            </a:schemeClr>
          </a:solidFill>
          <a:ln>
            <a:solidFill>
              <a:schemeClr val="accent3">
                <a:lumMod val="75000"/>
              </a:schemeClr>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3" name="Rectangle 1">
            <a:extLst>
              <a:ext uri="{FF2B5EF4-FFF2-40B4-BE49-F238E27FC236}">
                <a16:creationId xmlns:a16="http://schemas.microsoft.com/office/drawing/2014/main" id="{74B47D75-9B36-5567-3834-524E006019AF}"/>
              </a:ext>
            </a:extLst>
          </p:cNvPr>
          <p:cNvSpPr>
            <a:spLocks noChangeArrowheads="1"/>
          </p:cNvSpPr>
          <p:nvPr/>
        </p:nvSpPr>
        <p:spPr bwMode="auto">
          <a:xfrm>
            <a:off x="4882015" y="1863692"/>
            <a:ext cx="3150323" cy="3753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2000" b="1" dirty="0">
                <a:solidFill>
                  <a:schemeClr val="tx1"/>
                </a:solidFill>
                <a:latin typeface="+mn-lt"/>
                <a:ea typeface="Segoe UI" pitchFamily="34" charset="0"/>
                <a:cs typeface="Segoe UI" pitchFamily="34" charset="0"/>
              </a:rPr>
              <a:t>Word</a:t>
            </a:r>
          </a:p>
          <a:p>
            <a:pPr marR="0" lvl="0" algn="l" defTabSz="914400" rtl="0" eaLnBrk="0" fontAlgn="base" latinLnBrk="0" hangingPunct="0">
              <a:lnSpc>
                <a:spcPct val="100000"/>
              </a:lnSpc>
              <a:spcBef>
                <a:spcPct val="0"/>
              </a:spcBef>
              <a:spcAft>
                <a:spcPct val="0"/>
              </a:spcAft>
              <a:buClrTx/>
              <a:buSzTx/>
              <a:tabLst/>
            </a:pPr>
            <a:endParaRPr kumimoji="0" lang="en-US" altLang="en-US" sz="20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07000"/>
              </a:lnSpc>
            </a:pPr>
            <a:r>
              <a:rPr lang="en-US" sz="2000" kern="100" dirty="0">
                <a:effectLst/>
                <a:latin typeface="+mn-lt"/>
                <a:ea typeface="Aptos" panose="020B0004020202020204" pitchFamily="34" charset="0"/>
                <a:cs typeface="Times New Roman" panose="02020603050405020304" pitchFamily="18" charset="0"/>
              </a:rPr>
              <a:t>Create, edit, and refine content quickly and summarize sections.</a:t>
            </a:r>
          </a:p>
          <a:p>
            <a:pPr marR="0" lvl="0">
              <a:lnSpc>
                <a:spcPct val="107000"/>
              </a:lnSpc>
            </a:pPr>
            <a:endParaRPr lang="en-US" sz="2000" kern="100" dirty="0">
              <a:latin typeface="+mn-lt"/>
              <a:ea typeface="Aptos" panose="020B0004020202020204" pitchFamily="34" charset="0"/>
              <a:cs typeface="Times New Roman" panose="02020603050405020304" pitchFamily="18" charset="0"/>
            </a:endParaRPr>
          </a:p>
          <a:p>
            <a:pPr>
              <a:lnSpc>
                <a:spcPct val="107000"/>
              </a:lnSpc>
            </a:pPr>
            <a:r>
              <a:rPr lang="en-US" sz="2000" dirty="0">
                <a:latin typeface="+mn-lt"/>
              </a:rPr>
              <a:t>Prompt</a:t>
            </a:r>
            <a:r>
              <a:rPr lang="en-US" sz="2000" b="1" dirty="0">
                <a:latin typeface="+mn-lt"/>
              </a:rPr>
              <a:t>: “Write a compelling intro paragraph for this document.”</a:t>
            </a:r>
          </a:p>
          <a:p>
            <a:pPr marR="0" lvl="0">
              <a:lnSpc>
                <a:spcPct val="107000"/>
              </a:lnSpc>
            </a:pPr>
            <a:endParaRPr lang="en-US" sz="1000" kern="100" dirty="0">
              <a:effectLst/>
              <a:latin typeface="+mn-lt"/>
              <a:ea typeface="Aptos" panose="020B0004020202020204" pitchFamily="34"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b="0" i="0" strike="noStrike" cap="none" normalizeH="0" baseline="0" dirty="0">
              <a:ln>
                <a:noFill/>
              </a:ln>
              <a:effectLst/>
              <a:latin typeface="+mn-lt"/>
            </a:endParaRPr>
          </a:p>
        </p:txBody>
      </p:sp>
      <p:sp>
        <p:nvSpPr>
          <p:cNvPr id="10" name="Rectangle: Rounded Corners 9">
            <a:extLst>
              <a:ext uri="{FF2B5EF4-FFF2-40B4-BE49-F238E27FC236}">
                <a16:creationId xmlns:a16="http://schemas.microsoft.com/office/drawing/2014/main" id="{42FD7F6B-09CC-1F6D-3020-B334DD75627E}"/>
              </a:ext>
              <a:ext uri="{C183D7F6-B498-43B3-948B-1728B52AA6E4}">
                <adec:decorative xmlns:adec="http://schemas.microsoft.com/office/drawing/2017/decorative" val="1"/>
              </a:ext>
            </a:extLst>
          </p:cNvPr>
          <p:cNvSpPr/>
          <p:nvPr/>
        </p:nvSpPr>
        <p:spPr bwMode="auto">
          <a:xfrm>
            <a:off x="8466137" y="1650859"/>
            <a:ext cx="3509551" cy="4409092"/>
          </a:xfrm>
          <a:prstGeom prst="roundRect">
            <a:avLst/>
          </a:prstGeom>
          <a:solidFill>
            <a:srgbClr val="F6D2E5"/>
          </a:solidFill>
          <a:ln>
            <a:solidFill>
              <a:srgbClr val="D8388C"/>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4" name="Rectangle 1">
            <a:extLst>
              <a:ext uri="{FF2B5EF4-FFF2-40B4-BE49-F238E27FC236}">
                <a16:creationId xmlns:a16="http://schemas.microsoft.com/office/drawing/2014/main" id="{88B4C9B9-2F6C-DF27-94E0-E79492A60CE6}"/>
              </a:ext>
            </a:extLst>
          </p:cNvPr>
          <p:cNvSpPr>
            <a:spLocks noChangeArrowheads="1"/>
          </p:cNvSpPr>
          <p:nvPr/>
        </p:nvSpPr>
        <p:spPr bwMode="auto">
          <a:xfrm>
            <a:off x="8825365" y="1863692"/>
            <a:ext cx="3150323" cy="440909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2000" b="1" dirty="0">
                <a:solidFill>
                  <a:schemeClr val="tx1"/>
                </a:solidFill>
                <a:latin typeface="+mn-lt"/>
                <a:ea typeface="Segoe UI" pitchFamily="34" charset="0"/>
                <a:cs typeface="Segoe UI" pitchFamily="34" charset="0"/>
              </a:rPr>
              <a:t>PowerPoint</a:t>
            </a:r>
          </a:p>
          <a:p>
            <a:pPr marR="0" lvl="0" algn="l" defTabSz="914400" rtl="0" eaLnBrk="0" fontAlgn="base" latinLnBrk="0" hangingPunct="0">
              <a:lnSpc>
                <a:spcPct val="100000"/>
              </a:lnSpc>
              <a:spcBef>
                <a:spcPct val="0"/>
              </a:spcBef>
              <a:spcAft>
                <a:spcPct val="0"/>
              </a:spcAft>
              <a:buClrTx/>
              <a:buSzTx/>
              <a:tabLst/>
            </a:pPr>
            <a:endParaRPr kumimoji="0" lang="en-US" altLang="en-US" sz="20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15000"/>
              </a:lnSpc>
            </a:pPr>
            <a:r>
              <a:rPr lang="en-US" sz="2000" kern="100" dirty="0">
                <a:effectLst/>
                <a:latin typeface="+mn-lt"/>
                <a:ea typeface="Aptos" panose="020B0004020202020204" pitchFamily="34" charset="0"/>
                <a:cs typeface="Times New Roman" panose="02020603050405020304" pitchFamily="18" charset="0"/>
              </a:rPr>
              <a:t>Summarize slides, surface key details, generate images, and prepare with audience questions.</a:t>
            </a:r>
          </a:p>
          <a:p>
            <a:pPr marR="0" lvl="0">
              <a:lnSpc>
                <a:spcPct val="115000"/>
              </a:lnSpc>
            </a:pPr>
            <a:endParaRPr lang="en-US" sz="2000" kern="100" dirty="0">
              <a:latin typeface="+mn-lt"/>
              <a:ea typeface="Aptos" panose="020B0004020202020204" pitchFamily="34" charset="0"/>
              <a:cs typeface="Times New Roman" panose="02020603050405020304" pitchFamily="18" charset="0"/>
            </a:endParaRPr>
          </a:p>
          <a:p>
            <a:pPr>
              <a:lnSpc>
                <a:spcPct val="115000"/>
              </a:lnSpc>
            </a:pPr>
            <a:r>
              <a:rPr lang="en-US" sz="2000" dirty="0">
                <a:latin typeface="+mn-lt"/>
              </a:rPr>
              <a:t>Prompt: </a:t>
            </a:r>
            <a:r>
              <a:rPr lang="en-US" sz="2000" b="1" dirty="0">
                <a:latin typeface="+mn-lt"/>
              </a:rPr>
              <a:t>“What are some potential questions that I might be asked by the audience who I present this to?”</a:t>
            </a:r>
          </a:p>
          <a:p>
            <a:pPr marR="0" lvl="0">
              <a:lnSpc>
                <a:spcPct val="115000"/>
              </a:lnSpc>
            </a:pPr>
            <a:endParaRPr lang="en-US" sz="1000" kern="100" dirty="0">
              <a:effectLst/>
              <a:latin typeface="+mn-lt"/>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6E041C32-15F9-D77B-532C-C7F319BC7FDA}"/>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15" name="TextBox 14"/>
          <p:cNvSpPr txBox="1"/>
          <p:nvPr/>
        </p:nvSpPr>
        <p:spPr>
          <a:xfrm>
            <a:off x="457200" y="5943600"/>
            <a:ext cx="8229600" cy="411480"/>
          </a:xfrm>
          <a:prstGeom prst="rect">
            <a:avLst/>
          </a:prstGeom>
          <a:solidFill>
            <a:srgbClr val="FFF3E6"/>
          </a:solidFill>
        </p:spPr>
        <p:txBody>
          <a:bodyPr wrap="square">
            <a:spAutoFit/>
          </a:bodyPr>
          <a:lstStyle/>
          <a:p>
            <a:pPr algn="l"/>
            <a:r>
              <a:rPr sz="1100" b="1">
                <a:solidFill>
                  <a:srgbClr val="B43C00"/>
                </a:solidFill>
              </a:rPr>
              <a:t>GCC High: Copilot in PowerPoint (slide generation, speaker notes, summaries, translation) is NOT available. Use Copilot Chat to generate content instead.</a:t>
            </a:r>
          </a:p>
        </p:txBody>
      </p:sp>
    </p:spTree>
    <p:extLst>
      <p:ext uri="{BB962C8B-B14F-4D97-AF65-F5344CB8AC3E}">
        <p14:creationId xmlns:p14="http://schemas.microsoft.com/office/powerpoint/2010/main" val="365518951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E0FAE-334D-D074-1740-07FE7D16E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0CC70-3236-1840-5744-B8D30B6FF204}"/>
              </a:ext>
            </a:extLst>
          </p:cNvPr>
          <p:cNvSpPr>
            <a:spLocks noGrp="1"/>
          </p:cNvSpPr>
          <p:nvPr>
            <p:ph type="title"/>
          </p:nvPr>
        </p:nvSpPr>
        <p:spPr>
          <a:xfrm>
            <a:off x="579438" y="504633"/>
            <a:ext cx="9647938" cy="738872"/>
          </a:xfrm>
        </p:spPr>
        <p:txBody>
          <a:bodyPr/>
          <a:lstStyle/>
          <a:p>
            <a:r>
              <a:rPr lang="en-US" sz="3600" dirty="0"/>
              <a:t>Copilot Chat in Microsoft 365 apps (3/3)</a:t>
            </a:r>
          </a:p>
        </p:txBody>
      </p:sp>
      <p:sp>
        <p:nvSpPr>
          <p:cNvPr id="3" name="Footer Placeholder 2">
            <a:extLst>
              <a:ext uri="{FF2B5EF4-FFF2-40B4-BE49-F238E27FC236}">
                <a16:creationId xmlns:a16="http://schemas.microsoft.com/office/drawing/2014/main" id="{68D4E48B-C9FD-9D1F-736C-D2F4EC781E0D}"/>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4" name="Rectangle: Rounded Corners 3">
            <a:extLst>
              <a:ext uri="{FF2B5EF4-FFF2-40B4-BE49-F238E27FC236}">
                <a16:creationId xmlns:a16="http://schemas.microsoft.com/office/drawing/2014/main" id="{3F5B5190-4CEF-0F77-1C68-AECAC77C9C3B}"/>
              </a:ext>
              <a:ext uri="{C183D7F6-B498-43B3-948B-1728B52AA6E4}">
                <adec:decorative xmlns:adec="http://schemas.microsoft.com/office/drawing/2017/decorative" val="1"/>
              </a:ext>
            </a:extLst>
          </p:cNvPr>
          <p:cNvSpPr/>
          <p:nvPr/>
        </p:nvSpPr>
        <p:spPr bwMode="auto">
          <a:xfrm>
            <a:off x="588262" y="1564697"/>
            <a:ext cx="3509551" cy="4290407"/>
          </a:xfrm>
          <a:prstGeom prst="roundRect">
            <a:avLst/>
          </a:prstGeom>
          <a:solidFill>
            <a:schemeClr val="tx2">
              <a:lumMod val="10000"/>
              <a:lumOff val="90000"/>
            </a:schemeClr>
          </a:solidFill>
          <a:ln>
            <a:solidFill>
              <a:schemeClr val="tx2">
                <a:lumMod val="75000"/>
                <a:lumOff val="25000"/>
              </a:schemeClr>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7" name="Rectangle 1">
            <a:extLst>
              <a:ext uri="{FF2B5EF4-FFF2-40B4-BE49-F238E27FC236}">
                <a16:creationId xmlns:a16="http://schemas.microsoft.com/office/drawing/2014/main" id="{F1683F22-FBFB-3CA1-24C9-070D1CBFB512}"/>
              </a:ext>
            </a:extLst>
          </p:cNvPr>
          <p:cNvSpPr>
            <a:spLocks noChangeArrowheads="1"/>
          </p:cNvSpPr>
          <p:nvPr/>
        </p:nvSpPr>
        <p:spPr bwMode="auto">
          <a:xfrm>
            <a:off x="907502" y="1783895"/>
            <a:ext cx="2871073" cy="383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2000" b="1" dirty="0">
                <a:latin typeface="+mn-lt"/>
                <a:ea typeface="Segoe UI" pitchFamily="34" charset="0"/>
                <a:cs typeface="Segoe UI" pitchFamily="34" charset="0"/>
              </a:rPr>
              <a:t>Excel </a:t>
            </a:r>
            <a:endParaRPr lang="en-US" sz="2000" b="1" dirty="0">
              <a:solidFill>
                <a:schemeClr val="tx1"/>
              </a:solidFill>
              <a:latin typeface="+mn-lt"/>
              <a:ea typeface="Segoe UI" pitchFamily="34" charset="0"/>
              <a:cs typeface="Segoe UI"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000" b="0" i="0" strike="noStrike" cap="none" normalizeH="0" baseline="0" dirty="0">
              <a:ln>
                <a:noFill/>
              </a:ln>
              <a:effectLst/>
              <a:latin typeface="+mn-lt"/>
              <a:ea typeface="Aptos" panose="020B0004020202020204" pitchFamily="34" charset="0"/>
              <a:cs typeface="Times New Roman" panose="02020603050405020304" pitchFamily="18" charset="0"/>
            </a:endParaRPr>
          </a:p>
          <a:p>
            <a:pPr marR="0" lvl="0">
              <a:lnSpc>
                <a:spcPct val="115000"/>
              </a:lnSpc>
            </a:pPr>
            <a:r>
              <a:rPr lang="en-US" sz="2000" kern="100" dirty="0">
                <a:effectLst/>
                <a:latin typeface="+mn-lt"/>
                <a:ea typeface="Aptos" panose="020B0004020202020204" pitchFamily="34" charset="0"/>
                <a:cs typeface="Times New Roman" panose="02020603050405020304" pitchFamily="18" charset="0"/>
              </a:rPr>
              <a:t>Uncover insights, analyze trends, and create visualizations.</a:t>
            </a:r>
          </a:p>
          <a:p>
            <a:pPr marR="0" lvl="0">
              <a:lnSpc>
                <a:spcPct val="115000"/>
              </a:lnSpc>
            </a:pPr>
            <a:endParaRPr lang="en-US" sz="2000" kern="100" dirty="0">
              <a:effectLst/>
              <a:latin typeface="+mn-lt"/>
              <a:ea typeface="Aptos" panose="020B0004020202020204" pitchFamily="34" charset="0"/>
              <a:cs typeface="Times New Roman" panose="02020603050405020304" pitchFamily="18" charset="0"/>
            </a:endParaRPr>
          </a:p>
          <a:p>
            <a:pPr>
              <a:lnSpc>
                <a:spcPct val="115000"/>
              </a:lnSpc>
            </a:pPr>
            <a:r>
              <a:rPr lang="en-US" sz="2000" dirty="0">
                <a:latin typeface="+mn-lt"/>
              </a:rPr>
              <a:t>Prompt: </a:t>
            </a:r>
            <a:r>
              <a:rPr lang="en-US" sz="2000" b="1" dirty="0">
                <a:latin typeface="+mn-lt"/>
              </a:rPr>
              <a:t>“Create a visualization of the top-performing customer segments.”</a:t>
            </a:r>
          </a:p>
          <a:p>
            <a:pPr marR="0" lvl="0">
              <a:lnSpc>
                <a:spcPct val="115000"/>
              </a:lnSpc>
            </a:pPr>
            <a:endParaRPr kumimoji="0" lang="en-US" altLang="en-US" sz="1800" b="0" i="0" strike="noStrike" cap="none" normalizeH="0" baseline="0" dirty="0">
              <a:ln>
                <a:noFill/>
              </a:ln>
              <a:effectLst/>
              <a:latin typeface="+mn-lt"/>
            </a:endParaRPr>
          </a:p>
        </p:txBody>
      </p:sp>
      <p:sp>
        <p:nvSpPr>
          <p:cNvPr id="8" name="Rectangle: Rounded Corners 7">
            <a:extLst>
              <a:ext uri="{FF2B5EF4-FFF2-40B4-BE49-F238E27FC236}">
                <a16:creationId xmlns:a16="http://schemas.microsoft.com/office/drawing/2014/main" id="{AE15080A-D3FB-FF7D-5591-149A8AB7699B}"/>
              </a:ext>
              <a:ext uri="{C183D7F6-B498-43B3-948B-1728B52AA6E4}">
                <adec:decorative xmlns:adec="http://schemas.microsoft.com/office/drawing/2017/decorative" val="1"/>
              </a:ext>
            </a:extLst>
          </p:cNvPr>
          <p:cNvSpPr/>
          <p:nvPr/>
        </p:nvSpPr>
        <p:spPr bwMode="auto">
          <a:xfrm>
            <a:off x="4417053" y="1564697"/>
            <a:ext cx="3509551" cy="4307792"/>
          </a:xfrm>
          <a:prstGeom prst="roundRect">
            <a:avLst/>
          </a:prstGeom>
          <a:solidFill>
            <a:schemeClr val="accent5">
              <a:lumMod val="20000"/>
              <a:lumOff val="80000"/>
            </a:schemeClr>
          </a:solidFill>
          <a:ln>
            <a:solidFill>
              <a:schemeClr val="accent5">
                <a:lumMod val="50000"/>
              </a:schemeClr>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b="1" dirty="0">
              <a:solidFill>
                <a:schemeClr val="tx1"/>
              </a:solidFill>
              <a:ea typeface="Segoe UI" pitchFamily="34" charset="0"/>
              <a:cs typeface="Segoe UI" pitchFamily="34" charset="0"/>
            </a:endParaRPr>
          </a:p>
        </p:txBody>
      </p:sp>
      <p:sp>
        <p:nvSpPr>
          <p:cNvPr id="11" name="Rectangle 1">
            <a:extLst>
              <a:ext uri="{FF2B5EF4-FFF2-40B4-BE49-F238E27FC236}">
                <a16:creationId xmlns:a16="http://schemas.microsoft.com/office/drawing/2014/main" id="{8001635E-BC0A-F6A0-1B5E-7FE416F62D56}"/>
              </a:ext>
            </a:extLst>
          </p:cNvPr>
          <p:cNvSpPr>
            <a:spLocks noChangeArrowheads="1"/>
          </p:cNvSpPr>
          <p:nvPr/>
        </p:nvSpPr>
        <p:spPr bwMode="auto">
          <a:xfrm>
            <a:off x="4665146" y="1800842"/>
            <a:ext cx="3178833"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sz="2000" b="1" dirty="0">
                <a:solidFill>
                  <a:schemeClr val="tx1"/>
                </a:solidFill>
                <a:latin typeface="+mn-lt"/>
                <a:ea typeface="Segoe UI" pitchFamily="34" charset="0"/>
                <a:cs typeface="Segoe UI" pitchFamily="34" charset="0"/>
              </a:rPr>
              <a:t>OneNote</a:t>
            </a:r>
          </a:p>
          <a:p>
            <a:pPr defTabSz="914400"/>
            <a:endParaRPr lang="en-US" sz="2000" b="1" dirty="0">
              <a:solidFill>
                <a:schemeClr val="tx1"/>
              </a:solidFill>
              <a:latin typeface="+mn-lt"/>
              <a:ea typeface="Segoe UI" pitchFamily="34" charset="0"/>
              <a:cs typeface="Segoe UI" pitchFamily="34" charset="0"/>
            </a:endParaRPr>
          </a:p>
          <a:p>
            <a:pPr defTabSz="914400"/>
            <a:r>
              <a:rPr lang="en-US" sz="2000" kern="100" dirty="0">
                <a:effectLst/>
                <a:latin typeface="+mn-lt"/>
                <a:ea typeface="Aptos" panose="020B0004020202020204" pitchFamily="34" charset="0"/>
                <a:cs typeface="Times New Roman" panose="02020603050405020304" pitchFamily="18" charset="0"/>
              </a:rPr>
              <a:t>Summarize notes, create to-do lists, and draft project plans.</a:t>
            </a:r>
          </a:p>
          <a:p>
            <a:pPr defTabSz="914400"/>
            <a:endParaRPr lang="en-US" sz="2000" b="1" kern="100" dirty="0">
              <a:latin typeface="+mn-lt"/>
              <a:ea typeface="Aptos" panose="020B0004020202020204" pitchFamily="34" charset="0"/>
              <a:cs typeface="Times New Roman" panose="02020603050405020304" pitchFamily="18" charset="0"/>
            </a:endParaRPr>
          </a:p>
          <a:p>
            <a:pPr defTabSz="914400"/>
            <a:r>
              <a:rPr lang="en-US" sz="2000" dirty="0">
                <a:latin typeface="+mn-lt"/>
              </a:rPr>
              <a:t>Prompt:</a:t>
            </a:r>
            <a:r>
              <a:rPr lang="en-US" sz="2000" b="1" dirty="0">
                <a:latin typeface="+mn-lt"/>
              </a:rPr>
              <a:t> “Draft a to-do list from my notes and prioritize based on when the tasks are due.”</a:t>
            </a:r>
          </a:p>
          <a:p>
            <a:pPr defTabSz="914400"/>
            <a:endParaRPr lang="en-US" sz="1800" b="1" kern="100" dirty="0">
              <a:effectLst/>
              <a:latin typeface="+mn-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2233862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24DBB-E9D0-0830-11E8-BDAD3E51DD11}"/>
            </a:ext>
          </a:extLst>
        </p:cNvPr>
        <p:cNvGrpSpPr/>
        <p:nvPr/>
      </p:nvGrpSpPr>
      <p:grpSpPr>
        <a:xfrm>
          <a:off x="0" y="0"/>
          <a:ext cx="0" cy="0"/>
          <a:chOff x="0" y="0"/>
          <a:chExt cx="0" cy="0"/>
        </a:xfrm>
      </p:grpSpPr>
      <p:sp>
        <p:nvSpPr>
          <p:cNvPr id="31" name="Title 30">
            <a:extLst>
              <a:ext uri="{FF2B5EF4-FFF2-40B4-BE49-F238E27FC236}">
                <a16:creationId xmlns:a16="http://schemas.microsoft.com/office/drawing/2014/main" id="{770E52D4-5671-D875-45A9-B2165254ABD2}"/>
              </a:ext>
            </a:extLst>
          </p:cNvPr>
          <p:cNvSpPr txBox="1">
            <a:spLocks noGrp="1"/>
          </p:cNvSpPr>
          <p:nvPr>
            <p:ph type="title" idx="4294967295"/>
          </p:nvPr>
        </p:nvSpPr>
        <p:spPr>
          <a:xfrm>
            <a:off x="538136" y="609964"/>
            <a:ext cx="11653864"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n-ea"/>
                <a:cs typeface="+mn-cs"/>
              </a:rPr>
              <a:t>Exercise – Plan a DOJ Priorities Review (optional)</a:t>
            </a:r>
          </a:p>
        </p:txBody>
      </p:sp>
      <p:sp>
        <p:nvSpPr>
          <p:cNvPr id="2" name="Rounded Rectangle 10">
            <a:extLst>
              <a:ext uri="{FF2B5EF4-FFF2-40B4-BE49-F238E27FC236}">
                <a16:creationId xmlns:a16="http://schemas.microsoft.com/office/drawing/2014/main" id="{6796BA6D-630C-6A39-29FC-77DA2989277B}"/>
              </a:ext>
              <a:ext uri="{C183D7F6-B498-43B3-948B-1728B52AA6E4}">
                <adec:decorative xmlns:adec="http://schemas.microsoft.com/office/drawing/2017/decorative" val="1"/>
              </a:ext>
            </a:extLst>
          </p:cNvPr>
          <p:cNvSpPr/>
          <p:nvPr/>
        </p:nvSpPr>
        <p:spPr bwMode="auto">
          <a:xfrm>
            <a:off x="878032" y="1482436"/>
            <a:ext cx="10435936" cy="4745088"/>
          </a:xfrm>
          <a:prstGeom prst="roundRect">
            <a:avLst>
              <a:gd name="adj" fmla="val 3274"/>
            </a:avLst>
          </a:prstGeom>
          <a:solidFill>
            <a:srgbClr val="FFFFFF">
              <a:alpha val="74118"/>
            </a:srgb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4" name="Text Placeholder 4">
            <a:extLst>
              <a:ext uri="{FF2B5EF4-FFF2-40B4-BE49-F238E27FC236}">
                <a16:creationId xmlns:a16="http://schemas.microsoft.com/office/drawing/2014/main" id="{51E6CF95-A246-C447-FEE5-DB4721EC9373}"/>
              </a:ext>
            </a:extLst>
          </p:cNvPr>
          <p:cNvSpPr txBox="1">
            <a:spLocks/>
          </p:cNvSpPr>
          <p:nvPr/>
        </p:nvSpPr>
        <p:spPr>
          <a:xfrm>
            <a:off x="1371600" y="1670277"/>
            <a:ext cx="9836727" cy="55399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200"/>
              </a:spcBef>
            </a:pPr>
            <a:r>
              <a:rPr lang="en-US" sz="1800" dirty="0"/>
              <a:t>As a senior advisor to the Deputy Attorney General, plan a DOJ Priorities Review using Copilot Chat across M365 apps to research, draft documents, analyze program budgets, and coordinate across DOJ components and Litigating Divisions.</a:t>
            </a:r>
          </a:p>
        </p:txBody>
      </p:sp>
      <p:sp>
        <p:nvSpPr>
          <p:cNvPr id="6" name="Text Placeholder 6">
            <a:extLst>
              <a:ext uri="{FF2B5EF4-FFF2-40B4-BE49-F238E27FC236}">
                <a16:creationId xmlns:a16="http://schemas.microsoft.com/office/drawing/2014/main" id="{8B8CD784-CF08-8A6A-7451-E578F7D222D2}"/>
              </a:ext>
            </a:extLst>
          </p:cNvPr>
          <p:cNvSpPr txBox="1">
            <a:spLocks/>
          </p:cNvSpPr>
          <p:nvPr/>
        </p:nvSpPr>
        <p:spPr>
          <a:xfrm>
            <a:off x="2476279" y="2475394"/>
            <a:ext cx="3145632" cy="87203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1800" dirty="0">
                <a:solidFill>
                  <a:srgbClr val="000000"/>
                </a:solidFill>
                <a:latin typeface="Segoe UI Semibold"/>
                <a:cs typeface="+mn-cs"/>
              </a:rPr>
              <a:t>Task 1</a:t>
            </a:r>
          </a:p>
          <a:p>
            <a:pPr marL="0" indent="0">
              <a:spcBef>
                <a:spcPts val="200"/>
              </a:spcBef>
              <a:buFont typeface="Arial" panose="020B0604020202020204" pitchFamily="34" charset="0"/>
              <a:buNone/>
            </a:pPr>
            <a:r>
              <a:rPr lang="en-US" i="0" dirty="0">
                <a:effectLst/>
                <a:latin typeface="Segoe UI" panose="020B0502040204020203" pitchFamily="34" charset="0"/>
              </a:rPr>
              <a:t>Research DOJ priorities and brainstorm agenda</a:t>
            </a:r>
            <a:endParaRPr lang="en-US" dirty="0"/>
          </a:p>
        </p:txBody>
      </p:sp>
      <p:sp>
        <p:nvSpPr>
          <p:cNvPr id="8" name="Text Placeholder 6">
            <a:extLst>
              <a:ext uri="{FF2B5EF4-FFF2-40B4-BE49-F238E27FC236}">
                <a16:creationId xmlns:a16="http://schemas.microsoft.com/office/drawing/2014/main" id="{429FC080-5704-8D8C-628B-AB4B5514E904}"/>
              </a:ext>
            </a:extLst>
          </p:cNvPr>
          <p:cNvSpPr txBox="1">
            <a:spLocks/>
          </p:cNvSpPr>
          <p:nvPr/>
        </p:nvSpPr>
        <p:spPr>
          <a:xfrm>
            <a:off x="6153985" y="2472296"/>
            <a:ext cx="3145632" cy="60016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dirty="0">
                <a:solidFill>
                  <a:srgbClr val="000000"/>
                </a:solidFill>
                <a:latin typeface="Segoe UI Semibold"/>
                <a:cs typeface="+mn-cs"/>
              </a:rPr>
              <a:t>Task 2</a:t>
            </a:r>
          </a:p>
          <a:p>
            <a:pPr marL="0" indent="0">
              <a:spcBef>
                <a:spcPts val="0"/>
              </a:spcBef>
              <a:buNone/>
            </a:pPr>
            <a:r>
              <a:rPr lang="en-US" i="0" dirty="0">
                <a:effectLst/>
                <a:latin typeface="Segoe UI" panose="020B0502040204020203" pitchFamily="34" charset="0"/>
              </a:rPr>
              <a:t>Draft the DPR Read-Ahead in Word</a:t>
            </a:r>
            <a:endParaRPr lang="en-US" dirty="0"/>
          </a:p>
        </p:txBody>
      </p:sp>
      <p:sp>
        <p:nvSpPr>
          <p:cNvPr id="9" name="Text Placeholder 6">
            <a:extLst>
              <a:ext uri="{FF2B5EF4-FFF2-40B4-BE49-F238E27FC236}">
                <a16:creationId xmlns:a16="http://schemas.microsoft.com/office/drawing/2014/main" id="{5050B2D0-0548-CA8D-57D9-AF3B1A3EF279}"/>
              </a:ext>
            </a:extLst>
          </p:cNvPr>
          <p:cNvSpPr txBox="1">
            <a:spLocks/>
          </p:cNvSpPr>
          <p:nvPr/>
        </p:nvSpPr>
        <p:spPr>
          <a:xfrm>
            <a:off x="2476279" y="3832517"/>
            <a:ext cx="3145632" cy="600164"/>
          </a:xfrm>
          <a:prstGeom prst="rect">
            <a:avLst/>
          </a:prstGeom>
        </p:spPr>
        <p:txBody>
          <a:bodyPr vert="horz" wrap="square" lIns="0" tIns="0" rIns="0" bIns="0" rtlCol="0">
            <a:spAutoFit/>
          </a:bodyPr>
          <a:lstStyle>
            <a:lvl1pPr marL="231775" marR="0" indent="-2317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566738" marR="0" indent="-2190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mn-cs"/>
              </a:defRPr>
            </a:lvl2pPr>
            <a:lvl3pPr marL="741363" marR="0" indent="-11588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dirty="0">
                <a:solidFill>
                  <a:srgbClr val="000000"/>
                </a:solidFill>
                <a:latin typeface="Segoe UI Semibold"/>
                <a:cs typeface="+mn-cs"/>
              </a:rPr>
              <a:t>Task 3</a:t>
            </a:r>
          </a:p>
          <a:p>
            <a:pPr marL="0" indent="0">
              <a:spcBef>
                <a:spcPts val="0"/>
              </a:spcBef>
              <a:buNone/>
            </a:pPr>
            <a:r>
              <a:rPr lang="en-US" sz="1600" i="0" dirty="0">
                <a:effectLst/>
                <a:latin typeface="Segoe UI" panose="020B0502040204020203" pitchFamily="34" charset="0"/>
              </a:rPr>
              <a:t>Build and analyze the budget tracker in Excel</a:t>
            </a:r>
            <a:endParaRPr lang="en-US" sz="1600" dirty="0"/>
          </a:p>
        </p:txBody>
      </p:sp>
      <p:sp>
        <p:nvSpPr>
          <p:cNvPr id="10" name="Text Placeholder 6">
            <a:extLst>
              <a:ext uri="{FF2B5EF4-FFF2-40B4-BE49-F238E27FC236}">
                <a16:creationId xmlns:a16="http://schemas.microsoft.com/office/drawing/2014/main" id="{3388AB6D-F598-84DE-6466-24D566321765}"/>
              </a:ext>
            </a:extLst>
          </p:cNvPr>
          <p:cNvSpPr txBox="1">
            <a:spLocks/>
          </p:cNvSpPr>
          <p:nvPr/>
        </p:nvSpPr>
        <p:spPr>
          <a:xfrm>
            <a:off x="6153985" y="3832517"/>
            <a:ext cx="3379808" cy="846386"/>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dirty="0">
                <a:solidFill>
                  <a:srgbClr val="000000"/>
                </a:solidFill>
                <a:latin typeface="Segoe UI Semibold"/>
                <a:cs typeface="+mn-cs"/>
              </a:rPr>
              <a:t>Task 4</a:t>
            </a:r>
          </a:p>
          <a:p>
            <a:pPr marL="0" indent="0">
              <a:spcBef>
                <a:spcPts val="0"/>
              </a:spcBef>
              <a:buNone/>
            </a:pPr>
            <a:r>
              <a:rPr lang="en-US" i="0" dirty="0">
                <a:effectLst/>
                <a:latin typeface="Segoe UI" panose="020B0502040204020203" pitchFamily="34" charset="0"/>
              </a:rPr>
              <a:t>Draft the invitation email in Outlook</a:t>
            </a:r>
            <a:endParaRPr lang="en-US" dirty="0"/>
          </a:p>
        </p:txBody>
      </p:sp>
      <p:sp>
        <p:nvSpPr>
          <p:cNvPr id="11" name="Text Placeholder 6">
            <a:extLst>
              <a:ext uri="{FF2B5EF4-FFF2-40B4-BE49-F238E27FC236}">
                <a16:creationId xmlns:a16="http://schemas.microsoft.com/office/drawing/2014/main" id="{CA77BC8F-2CA7-9516-E71E-8CD4D0A4A795}"/>
              </a:ext>
            </a:extLst>
          </p:cNvPr>
          <p:cNvSpPr txBox="1">
            <a:spLocks/>
          </p:cNvSpPr>
          <p:nvPr/>
        </p:nvSpPr>
        <p:spPr>
          <a:xfrm>
            <a:off x="2474088" y="5155322"/>
            <a:ext cx="3145632" cy="872034"/>
          </a:xfrm>
          <a:prstGeom prst="rect">
            <a:avLst/>
          </a:prstGeom>
        </p:spPr>
        <p:txBody>
          <a:bodyPr vert="horz" wrap="square" lIns="0" tIns="0" rIns="0" bIns="0" rtlCol="0">
            <a:spAutoFit/>
          </a:bodyPr>
          <a:lstStyle>
            <a:lvl1pPr marL="231775" marR="0" indent="-2317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566738" marR="0" indent="-2190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mn-cs"/>
              </a:defRPr>
            </a:lvl2pPr>
            <a:lvl3pPr marL="741363" marR="0" indent="-11588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dirty="0">
                <a:solidFill>
                  <a:srgbClr val="000000"/>
                </a:solidFill>
                <a:latin typeface="Segoe UI Semibold"/>
                <a:cs typeface="+mn-cs"/>
              </a:rPr>
              <a:t>Task 5</a:t>
            </a:r>
          </a:p>
          <a:p>
            <a:pPr marL="0" indent="0">
              <a:spcBef>
                <a:spcPts val="0"/>
              </a:spcBef>
              <a:buNone/>
            </a:pPr>
            <a:r>
              <a:rPr lang="en-US" sz="1600" i="0" dirty="0">
                <a:effectLst/>
                <a:latin typeface="Segoe UI" panose="020B0502040204020203" pitchFamily="34" charset="0"/>
              </a:rPr>
              <a:t>Generate briefing content via Copilot Chat</a:t>
            </a:r>
            <a:endParaRPr lang="en-US" sz="1600" dirty="0"/>
          </a:p>
        </p:txBody>
      </p:sp>
      <p:sp>
        <p:nvSpPr>
          <p:cNvPr id="12" name="Text Placeholder 6">
            <a:extLst>
              <a:ext uri="{FF2B5EF4-FFF2-40B4-BE49-F238E27FC236}">
                <a16:creationId xmlns:a16="http://schemas.microsoft.com/office/drawing/2014/main" id="{F19EF67F-8953-80C3-074E-E4C425A7F3C5}"/>
              </a:ext>
            </a:extLst>
          </p:cNvPr>
          <p:cNvSpPr txBox="1">
            <a:spLocks/>
          </p:cNvSpPr>
          <p:nvPr/>
        </p:nvSpPr>
        <p:spPr>
          <a:xfrm>
            <a:off x="6151794" y="5155322"/>
            <a:ext cx="3379808" cy="60016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dirty="0">
                <a:solidFill>
                  <a:srgbClr val="000000"/>
                </a:solidFill>
                <a:latin typeface="Segoe UI Semibold"/>
                <a:cs typeface="+mn-cs"/>
              </a:rPr>
              <a:t>Task 6</a:t>
            </a:r>
          </a:p>
          <a:p>
            <a:pPr marL="0" indent="0">
              <a:spcBef>
                <a:spcPts val="0"/>
              </a:spcBef>
              <a:buNone/>
            </a:pPr>
            <a:r>
              <a:rPr lang="en-US" i="0" dirty="0">
                <a:effectLst/>
                <a:latin typeface="Segoe UI" panose="020B0502040204020203" pitchFamily="34" charset="0"/>
              </a:rPr>
              <a:t>Collaborate using Copilot Pages</a:t>
            </a:r>
            <a:endParaRPr lang="en-US" dirty="0"/>
          </a:p>
        </p:txBody>
      </p:sp>
      <p:sp>
        <p:nvSpPr>
          <p:cNvPr id="3" name="Footer Placeholder 2">
            <a:extLst>
              <a:ext uri="{FF2B5EF4-FFF2-40B4-BE49-F238E27FC236}">
                <a16:creationId xmlns:a16="http://schemas.microsoft.com/office/drawing/2014/main" id="{B1751946-1757-5AE3-0806-B8CD589A9565}"/>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33" name="TextBox 32"/>
          <p:cNvSpPr txBox="1"/>
          <p:nvPr/>
        </p:nvSpPr>
        <p:spPr>
          <a:xfrm>
            <a:off x="457200" y="5486400"/>
            <a:ext cx="8229600" cy="548640"/>
          </a:xfrm>
          <a:prstGeom prst="rect">
            <a:avLst/>
          </a:prstGeom>
          <a:solidFill>
            <a:srgbClr val="E6F0FF"/>
          </a:solidFill>
        </p:spPr>
        <p:txBody>
          <a:bodyPr wrap="square">
            <a:spAutoFit/>
          </a:bodyPr>
          <a:lstStyle/>
          <a:p>
            <a:pPr algn="l"/>
            <a:r>
              <a:rPr sz="1400" b="1">
                <a:solidFill>
                  <a:srgbClr val="003399"/>
                </a:solidFill>
              </a:rPr>
              <a:t>▶ HANDS-ON: Exercise 3 — Plan a DOJ Priorities Review (120 min)  |  exercises/Exercise-3-Work-Smarter.md</a:t>
            </a:r>
          </a:p>
        </p:txBody>
      </p:sp>
    </p:spTree>
    <p:extLst>
      <p:ext uri="{BB962C8B-B14F-4D97-AF65-F5344CB8AC3E}">
        <p14:creationId xmlns:p14="http://schemas.microsoft.com/office/powerpoint/2010/main" val="391229049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24DBB-E9D0-0830-11E8-BDAD3E51DD11}"/>
            </a:ext>
          </a:extLst>
        </p:cNvPr>
        <p:cNvGrpSpPr/>
        <p:nvPr/>
      </p:nvGrpSpPr>
      <p:grpSpPr>
        <a:xfrm>
          <a:off x="0" y="0"/>
          <a:ext cx="0" cy="0"/>
          <a:chOff x="0" y="0"/>
          <a:chExt cx="0" cy="0"/>
        </a:xfrm>
      </p:grpSpPr>
      <p:sp>
        <p:nvSpPr>
          <p:cNvPr id="31" name="Title 30">
            <a:extLst>
              <a:ext uri="{FF2B5EF4-FFF2-40B4-BE49-F238E27FC236}">
                <a16:creationId xmlns:a16="http://schemas.microsoft.com/office/drawing/2014/main" id="{770E52D4-5671-D875-45A9-B2165254ABD2}"/>
              </a:ext>
            </a:extLst>
          </p:cNvPr>
          <p:cNvSpPr txBox="1">
            <a:spLocks noGrp="1"/>
          </p:cNvSpPr>
          <p:nvPr>
            <p:ph type="title" idx="4294967295"/>
          </p:nvPr>
        </p:nvSpPr>
        <p:spPr>
          <a:xfrm>
            <a:off x="579438" y="609964"/>
            <a:ext cx="11653864"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n-ea"/>
                <a:cs typeface="+mn-cs"/>
              </a:rPr>
              <a:t>Exercise – Plan </a:t>
            </a:r>
            <a:r>
              <a:rPr lang="en-US" sz="3200" dirty="0">
                <a:ln>
                  <a:noFill/>
                </a:ln>
                <a:cs typeface="+mn-cs"/>
              </a:rPr>
              <a:t>an Operation Safe Communities AAR Analysis (Bonus)</a:t>
            </a:r>
            <a:endParaRPr kumimoji="0" lang="en-US" sz="3200" b="0" i="0" u="none" strike="noStrike" kern="1200" cap="none" spc="0" normalizeH="0" baseline="0" noProof="0" dirty="0">
              <a:ln>
                <a:noFill/>
              </a:ln>
              <a:solidFill>
                <a:schemeClr val="tx1"/>
              </a:solidFill>
              <a:effectLst/>
              <a:uLnTx/>
              <a:uFillTx/>
              <a:latin typeface="+mj-lt"/>
              <a:ea typeface="+mn-ea"/>
              <a:cs typeface="+mn-cs"/>
            </a:endParaRPr>
          </a:p>
        </p:txBody>
      </p:sp>
      <p:sp>
        <p:nvSpPr>
          <p:cNvPr id="2" name="Rounded Rectangle 10">
            <a:extLst>
              <a:ext uri="{FF2B5EF4-FFF2-40B4-BE49-F238E27FC236}">
                <a16:creationId xmlns:a16="http://schemas.microsoft.com/office/drawing/2014/main" id="{6796BA6D-630C-6A39-29FC-77DA2989277B}"/>
              </a:ext>
              <a:ext uri="{C183D7F6-B498-43B3-948B-1728B52AA6E4}">
                <adec:decorative xmlns:adec="http://schemas.microsoft.com/office/drawing/2017/decorative" val="1"/>
              </a:ext>
            </a:extLst>
          </p:cNvPr>
          <p:cNvSpPr/>
          <p:nvPr/>
        </p:nvSpPr>
        <p:spPr bwMode="auto">
          <a:xfrm>
            <a:off x="878032" y="1482436"/>
            <a:ext cx="10435936" cy="4745088"/>
          </a:xfrm>
          <a:prstGeom prst="roundRect">
            <a:avLst>
              <a:gd name="adj" fmla="val 3274"/>
            </a:avLst>
          </a:prstGeom>
          <a:solidFill>
            <a:srgbClr val="FFFFFF">
              <a:alpha val="74118"/>
            </a:srgb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4" name="Text Placeholder 4">
            <a:extLst>
              <a:ext uri="{FF2B5EF4-FFF2-40B4-BE49-F238E27FC236}">
                <a16:creationId xmlns:a16="http://schemas.microsoft.com/office/drawing/2014/main" id="{51E6CF95-A246-C447-FEE5-DB4721EC9373}"/>
              </a:ext>
            </a:extLst>
          </p:cNvPr>
          <p:cNvSpPr txBox="1">
            <a:spLocks/>
          </p:cNvSpPr>
          <p:nvPr/>
        </p:nvSpPr>
        <p:spPr>
          <a:xfrm>
            <a:off x="1177636" y="1571708"/>
            <a:ext cx="9836727" cy="83099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16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200"/>
              </a:spcBef>
            </a:pPr>
            <a:r>
              <a:rPr lang="en-US" sz="1800" dirty="0"/>
              <a:t>Using the provided Operation Safe Communities After Action Report (assets/DOJ-After-Action-Report.md), use Copilot Chat to analyze, summarize, and create follow-up action items and a leadership brief.</a:t>
            </a:r>
          </a:p>
        </p:txBody>
      </p:sp>
      <p:sp>
        <p:nvSpPr>
          <p:cNvPr id="6" name="Text Placeholder 6">
            <a:extLst>
              <a:ext uri="{FF2B5EF4-FFF2-40B4-BE49-F238E27FC236}">
                <a16:creationId xmlns:a16="http://schemas.microsoft.com/office/drawing/2014/main" id="{8B8CD784-CF08-8A6A-7451-E578F7D222D2}"/>
              </a:ext>
            </a:extLst>
          </p:cNvPr>
          <p:cNvSpPr txBox="1">
            <a:spLocks/>
          </p:cNvSpPr>
          <p:nvPr/>
        </p:nvSpPr>
        <p:spPr>
          <a:xfrm>
            <a:off x="2476279" y="2475394"/>
            <a:ext cx="3145632" cy="87203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1800" dirty="0">
                <a:solidFill>
                  <a:srgbClr val="000000"/>
                </a:solidFill>
                <a:latin typeface="Segoe UI Semibold"/>
                <a:cs typeface="+mn-cs"/>
              </a:rPr>
              <a:t>Task 1</a:t>
            </a:r>
          </a:p>
          <a:p>
            <a:pPr marL="0" indent="0">
              <a:spcBef>
                <a:spcPts val="200"/>
              </a:spcBef>
              <a:buNone/>
            </a:pPr>
            <a:r>
              <a:rPr lang="en-US" dirty="0"/>
              <a:t>Copilot Chat – Summarize the AAR key findings</a:t>
            </a:r>
          </a:p>
        </p:txBody>
      </p:sp>
      <p:sp>
        <p:nvSpPr>
          <p:cNvPr id="8" name="Text Placeholder 6">
            <a:extLst>
              <a:ext uri="{FF2B5EF4-FFF2-40B4-BE49-F238E27FC236}">
                <a16:creationId xmlns:a16="http://schemas.microsoft.com/office/drawing/2014/main" id="{429FC080-5704-8D8C-628B-AB4B5514E904}"/>
              </a:ext>
            </a:extLst>
          </p:cNvPr>
          <p:cNvSpPr txBox="1">
            <a:spLocks/>
          </p:cNvSpPr>
          <p:nvPr/>
        </p:nvSpPr>
        <p:spPr>
          <a:xfrm>
            <a:off x="6153985" y="2472296"/>
            <a:ext cx="3145632" cy="846386"/>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dirty="0">
                <a:solidFill>
                  <a:srgbClr val="000000"/>
                </a:solidFill>
                <a:latin typeface="Segoe UI Semibold"/>
                <a:cs typeface="+mn-cs"/>
              </a:rPr>
              <a:t>Task 2</a:t>
            </a:r>
          </a:p>
          <a:p>
            <a:pPr marL="0" indent="0">
              <a:spcBef>
                <a:spcPts val="0"/>
              </a:spcBef>
              <a:buNone/>
            </a:pPr>
            <a:r>
              <a:rPr lang="en-US" dirty="0"/>
              <a:t>OneNote – Extract and organize lessons learned</a:t>
            </a:r>
          </a:p>
        </p:txBody>
      </p:sp>
      <p:sp>
        <p:nvSpPr>
          <p:cNvPr id="9" name="Text Placeholder 6">
            <a:extLst>
              <a:ext uri="{FF2B5EF4-FFF2-40B4-BE49-F238E27FC236}">
                <a16:creationId xmlns:a16="http://schemas.microsoft.com/office/drawing/2014/main" id="{5050B2D0-0548-CA8D-57D9-AF3B1A3EF279}"/>
              </a:ext>
            </a:extLst>
          </p:cNvPr>
          <p:cNvSpPr txBox="1">
            <a:spLocks/>
          </p:cNvSpPr>
          <p:nvPr/>
        </p:nvSpPr>
        <p:spPr>
          <a:xfrm>
            <a:off x="2476279" y="3832517"/>
            <a:ext cx="3145632" cy="600164"/>
          </a:xfrm>
          <a:prstGeom prst="rect">
            <a:avLst/>
          </a:prstGeom>
        </p:spPr>
        <p:txBody>
          <a:bodyPr vert="horz" wrap="square" lIns="0" tIns="0" rIns="0" bIns="0" rtlCol="0">
            <a:spAutoFit/>
          </a:bodyPr>
          <a:lstStyle>
            <a:lvl1pPr marL="231775" marR="0" indent="-2317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566738" marR="0" indent="-2190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mn-cs"/>
              </a:defRPr>
            </a:lvl2pPr>
            <a:lvl3pPr marL="741363" marR="0" indent="-11588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dirty="0">
                <a:solidFill>
                  <a:srgbClr val="000000"/>
                </a:solidFill>
                <a:latin typeface="Segoe UI Semibold"/>
                <a:cs typeface="+mn-cs"/>
              </a:rPr>
              <a:t>Task 3</a:t>
            </a:r>
          </a:p>
          <a:p>
            <a:pPr marL="0" indent="0">
              <a:spcBef>
                <a:spcPts val="0"/>
              </a:spcBef>
              <a:buNone/>
            </a:pPr>
            <a:r>
              <a:rPr lang="en-US" sz="1600" dirty="0"/>
              <a:t>Word – Draft a corrective action plan</a:t>
            </a:r>
          </a:p>
        </p:txBody>
      </p:sp>
      <p:sp>
        <p:nvSpPr>
          <p:cNvPr id="10" name="Text Placeholder 6">
            <a:extLst>
              <a:ext uri="{FF2B5EF4-FFF2-40B4-BE49-F238E27FC236}">
                <a16:creationId xmlns:a16="http://schemas.microsoft.com/office/drawing/2014/main" id="{3388AB6D-F598-84DE-6466-24D566321765}"/>
              </a:ext>
            </a:extLst>
          </p:cNvPr>
          <p:cNvSpPr txBox="1">
            <a:spLocks/>
          </p:cNvSpPr>
          <p:nvPr/>
        </p:nvSpPr>
        <p:spPr>
          <a:xfrm>
            <a:off x="6153985" y="3832517"/>
            <a:ext cx="3379808" cy="60016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dirty="0">
                <a:solidFill>
                  <a:srgbClr val="000000"/>
                </a:solidFill>
                <a:latin typeface="Segoe UI Semibold"/>
                <a:cs typeface="+mn-cs"/>
              </a:rPr>
              <a:t>Task 4</a:t>
            </a:r>
          </a:p>
          <a:p>
            <a:pPr marL="0" indent="0">
              <a:spcBef>
                <a:spcPts val="0"/>
              </a:spcBef>
              <a:buNone/>
            </a:pPr>
            <a:r>
              <a:rPr lang="en-US" dirty="0">
                <a:latin typeface="Segoe UI" panose="020B0502040204020203" pitchFamily="34" charset="0"/>
              </a:rPr>
              <a:t>Excel – Analyze the DOJ Training Calendar data</a:t>
            </a:r>
            <a:endParaRPr lang="en-US" dirty="0"/>
          </a:p>
        </p:txBody>
      </p:sp>
      <p:sp>
        <p:nvSpPr>
          <p:cNvPr id="11" name="Text Placeholder 6">
            <a:extLst>
              <a:ext uri="{FF2B5EF4-FFF2-40B4-BE49-F238E27FC236}">
                <a16:creationId xmlns:a16="http://schemas.microsoft.com/office/drawing/2014/main" id="{CA77BC8F-2CA7-9516-E71E-8CD4D0A4A795}"/>
              </a:ext>
            </a:extLst>
          </p:cNvPr>
          <p:cNvSpPr txBox="1">
            <a:spLocks/>
          </p:cNvSpPr>
          <p:nvPr/>
        </p:nvSpPr>
        <p:spPr>
          <a:xfrm>
            <a:off x="2474088" y="5155322"/>
            <a:ext cx="3145632" cy="846386"/>
          </a:xfrm>
          <a:prstGeom prst="rect">
            <a:avLst/>
          </a:prstGeom>
        </p:spPr>
        <p:txBody>
          <a:bodyPr vert="horz" wrap="square" lIns="0" tIns="0" rIns="0" bIns="0" rtlCol="0">
            <a:spAutoFit/>
          </a:bodyPr>
          <a:lstStyle>
            <a:lvl1pPr marL="231775" marR="0" indent="-2317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566738" marR="0" indent="-21907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mn-cs"/>
              </a:defRPr>
            </a:lvl2pPr>
            <a:lvl3pPr marL="741363" marR="0" indent="-11588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dirty="0">
                <a:solidFill>
                  <a:srgbClr val="000000"/>
                </a:solidFill>
                <a:latin typeface="Segoe UI Semibold"/>
                <a:cs typeface="+mn-cs"/>
              </a:rPr>
              <a:t>Task 5</a:t>
            </a:r>
          </a:p>
          <a:p>
            <a:pPr marL="0" indent="0">
              <a:spcBef>
                <a:spcPts val="0"/>
              </a:spcBef>
              <a:buNone/>
            </a:pPr>
            <a:r>
              <a:rPr lang="en-US" sz="1600" dirty="0"/>
              <a:t>Outlook – Draft lessons-learned distribution email</a:t>
            </a:r>
          </a:p>
        </p:txBody>
      </p:sp>
      <p:sp>
        <p:nvSpPr>
          <p:cNvPr id="12" name="Text Placeholder 6">
            <a:extLst>
              <a:ext uri="{FF2B5EF4-FFF2-40B4-BE49-F238E27FC236}">
                <a16:creationId xmlns:a16="http://schemas.microsoft.com/office/drawing/2014/main" id="{F19EF67F-8953-80C3-074E-E4C425A7F3C5}"/>
              </a:ext>
            </a:extLst>
          </p:cNvPr>
          <p:cNvSpPr txBox="1">
            <a:spLocks/>
          </p:cNvSpPr>
          <p:nvPr/>
        </p:nvSpPr>
        <p:spPr>
          <a:xfrm>
            <a:off x="6151794" y="5155322"/>
            <a:ext cx="3379808" cy="846386"/>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dirty="0">
                <a:solidFill>
                  <a:srgbClr val="000000"/>
                </a:solidFill>
                <a:latin typeface="Segoe UI Semibold"/>
                <a:cs typeface="+mn-cs"/>
              </a:rPr>
              <a:t>Task 6</a:t>
            </a:r>
          </a:p>
          <a:p>
            <a:pPr marL="0" indent="0">
              <a:spcBef>
                <a:spcPts val="0"/>
              </a:spcBef>
              <a:buNone/>
            </a:pPr>
            <a:r>
              <a:rPr lang="en-US" dirty="0"/>
              <a:t>PowerPoint – Create a leadership brief on AAR findings</a:t>
            </a:r>
          </a:p>
        </p:txBody>
      </p:sp>
      <p:sp>
        <p:nvSpPr>
          <p:cNvPr id="3" name="Footer Placeholder 2">
            <a:extLst>
              <a:ext uri="{FF2B5EF4-FFF2-40B4-BE49-F238E27FC236}">
                <a16:creationId xmlns:a16="http://schemas.microsoft.com/office/drawing/2014/main" id="{B1751946-1757-5AE3-0806-B8CD589A9565}"/>
              </a:ext>
            </a:extLst>
          </p:cNvPr>
          <p:cNvSpPr>
            <a:spLocks noGrp="1"/>
          </p:cNvSpPr>
          <p:nvPr>
            <p:ph type="ftr" sz="quarter" idx="3"/>
          </p:nvPr>
        </p:nvSpPr>
        <p:spPr/>
        <p:txBody>
          <a:bodyPr/>
          <a:lstStyle/>
          <a:p>
            <a:pPr defTabSz="914367">
              <a:defRPr/>
            </a:pPr>
            <a:r>
              <a:rPr lang="en-US" dirty="0">
                <a:solidFill>
                  <a:srgbClr val="000000"/>
                </a:solidFill>
              </a:rPr>
              <a:t>© Copyright Microsoft Corporation. All rights reserved.</a:t>
            </a:r>
          </a:p>
        </p:txBody>
      </p:sp>
      <p:sp>
        <p:nvSpPr>
          <p:cNvPr id="33" name="TextBox 32"/>
          <p:cNvSpPr txBox="1"/>
          <p:nvPr/>
        </p:nvSpPr>
        <p:spPr>
          <a:xfrm>
            <a:off x="457200" y="5486400"/>
            <a:ext cx="8229600" cy="548640"/>
          </a:xfrm>
          <a:prstGeom prst="rect">
            <a:avLst/>
          </a:prstGeom>
          <a:solidFill>
            <a:srgbClr val="E6F0FF"/>
          </a:solidFill>
        </p:spPr>
        <p:txBody>
          <a:bodyPr wrap="square">
            <a:spAutoFit/>
          </a:bodyPr>
          <a:lstStyle/>
          <a:p>
            <a:pPr algn="l"/>
            <a:r>
              <a:rPr sz="1400" b="1">
                <a:solidFill>
                  <a:srgbClr val="003399"/>
                </a:solidFill>
              </a:rPr>
              <a:t>BONUS: Upload assets/DOJ-After-Action-Report.md and assets/DOJ-Training-Calendar.csv for file analysis</a:t>
            </a:r>
          </a:p>
        </p:txBody>
      </p:sp>
    </p:spTree>
    <p:extLst>
      <p:ext uri="{BB962C8B-B14F-4D97-AF65-F5344CB8AC3E}">
        <p14:creationId xmlns:p14="http://schemas.microsoft.com/office/powerpoint/2010/main" val="158667621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85F91-0040-C5F1-E058-D2E1AB4713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7B7A62-1BED-5DC1-931C-DC607F8374C6}"/>
              </a:ext>
              <a:ext uri="{C183D7F6-B498-43B3-948B-1728B52AA6E4}">
                <adec:decorative xmlns:adec="http://schemas.microsoft.com/office/drawing/2017/decorative" val="1"/>
              </a:ext>
            </a:extLst>
          </p:cNvPr>
          <p:cNvSpPr/>
          <p:nvPr/>
        </p:nvSpPr>
        <p:spPr bwMode="auto">
          <a:xfrm>
            <a:off x="4356101" y="2701636"/>
            <a:ext cx="7511471" cy="3571148"/>
          </a:xfrm>
          <a:prstGeom prst="rect">
            <a:avLst/>
          </a:pr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6">
            <a:extLst>
              <a:ext uri="{FF2B5EF4-FFF2-40B4-BE49-F238E27FC236}">
                <a16:creationId xmlns:a16="http://schemas.microsoft.com/office/drawing/2014/main" id="{684481E4-A80A-03A7-B4CF-C07C997D455A}"/>
              </a:ext>
            </a:extLst>
          </p:cNvPr>
          <p:cNvSpPr txBox="1">
            <a:spLocks noGrp="1"/>
          </p:cNvSpPr>
          <p:nvPr>
            <p:ph type="title" idx="4294967295"/>
          </p:nvPr>
        </p:nvSpPr>
        <p:spPr>
          <a:xfrm>
            <a:off x="541607" y="585216"/>
            <a:ext cx="11044938"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w="3175">
                  <a:noFill/>
                </a:ln>
                <a:solidFill>
                  <a:schemeClr val="tx1"/>
                </a:solidFill>
                <a:effectLst/>
                <a:uLnTx/>
                <a:uFillTx/>
                <a:latin typeface="+mj-lt"/>
                <a:ea typeface="+mn-ea"/>
                <a:cs typeface="Segoe UI Semibold" panose="020B0502040204020203" pitchFamily="34" charset="0"/>
              </a:rPr>
              <a:t>Knowledge check </a:t>
            </a:r>
          </a:p>
        </p:txBody>
      </p:sp>
      <p:sp>
        <p:nvSpPr>
          <p:cNvPr id="6" name="Text Placeholder 1">
            <a:extLst>
              <a:ext uri="{FF2B5EF4-FFF2-40B4-BE49-F238E27FC236}">
                <a16:creationId xmlns:a16="http://schemas.microsoft.com/office/drawing/2014/main" id="{7C094A42-521F-B65F-791F-BDDDF50256A4}"/>
              </a:ext>
            </a:extLst>
          </p:cNvPr>
          <p:cNvSpPr>
            <a:spLocks noGrp="1"/>
          </p:cNvSpPr>
          <p:nvPr>
            <p:ph type="body" sz="quarter" idx="17"/>
          </p:nvPr>
        </p:nvSpPr>
        <p:spPr>
          <a:xfrm>
            <a:off x="4572001" y="2004344"/>
            <a:ext cx="7171508" cy="5693866"/>
          </a:xfrm>
        </p:spPr>
        <p:txBody>
          <a:bodyPr wrap="square">
            <a:spAutoFit/>
          </a:bodyPr>
          <a:lstStyle/>
          <a:p>
            <a:r>
              <a:rPr lang="en-US" sz="2400" b="1" dirty="0">
                <a:latin typeface="+mn-lt"/>
              </a:rPr>
              <a:t>Test your knowledge with this real time quiz. </a:t>
            </a:r>
          </a:p>
          <a:p>
            <a:endParaRPr lang="en-US" sz="2400" dirty="0">
              <a:latin typeface="+mn-lt"/>
            </a:endParaRPr>
          </a:p>
          <a:p>
            <a:r>
              <a:rPr lang="en-US" sz="2400" b="1" dirty="0">
                <a:latin typeface="+mn-lt"/>
              </a:rPr>
              <a:t>Prompt Microsoft Copilot Chat: </a:t>
            </a:r>
            <a:br>
              <a:rPr lang="en-US" sz="2400" b="1" dirty="0">
                <a:latin typeface="+mn-lt"/>
              </a:rPr>
            </a:br>
            <a:endParaRPr lang="en-US" sz="2400" b="1" dirty="0">
              <a:latin typeface="+mn-lt"/>
            </a:endParaRPr>
          </a:p>
          <a:p>
            <a:r>
              <a:rPr lang="en-US" altLang="en-US" sz="2200" dirty="0">
                <a:latin typeface="Arial" panose="020B0604020202020204" pitchFamily="34" charset="0"/>
              </a:rPr>
              <a:t>As a Microsoft Copilot Chat expert, please create three multiple-choice questions covering what is permitted with uploaded files, as well as key features of Copilot Pages and Copilot Agents. Present one question at a time and wait for my response before continuing. After each answer, provide a brief explanation of the correct choice before moving on to the next question.</a:t>
            </a:r>
          </a:p>
          <a:p>
            <a:endParaRPr lang="en-US" sz="2400" b="1" dirty="0">
              <a:latin typeface="+mn-lt"/>
            </a:endParaRPr>
          </a:p>
          <a:p>
            <a:endParaRPr lang="en-US" sz="2400" b="1" dirty="0">
              <a:latin typeface="+mn-lt"/>
            </a:endParaRPr>
          </a:p>
          <a:p>
            <a:endParaRPr lang="en-US" sz="2400" b="1" dirty="0">
              <a:latin typeface="+mn-lt"/>
            </a:endParaRPr>
          </a:p>
          <a:p>
            <a:endParaRPr lang="en-US" sz="2400" dirty="0">
              <a:latin typeface="+mn-lt"/>
            </a:endParaRPr>
          </a:p>
          <a:p>
            <a:endParaRPr lang="en-US" sz="2400" dirty="0">
              <a:latin typeface="+mn-lt"/>
            </a:endParaRPr>
          </a:p>
        </p:txBody>
      </p:sp>
      <p:pic>
        <p:nvPicPr>
          <p:cNvPr id="8" name="Picture 7">
            <a:extLst>
              <a:ext uri="{FF2B5EF4-FFF2-40B4-BE49-F238E27FC236}">
                <a16:creationId xmlns:a16="http://schemas.microsoft.com/office/drawing/2014/main" id="{A20E3A3F-3232-5F28-E5C3-0B42356EF90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324428" y="3014989"/>
            <a:ext cx="3726421" cy="3257795"/>
          </a:xfrm>
          <a:prstGeom prst="rect">
            <a:avLst/>
          </a:prstGeom>
          <a:ln w="38100">
            <a:solidFill>
              <a:srgbClr val="C73ECC"/>
            </a:solidFill>
          </a:ln>
        </p:spPr>
      </p:pic>
    </p:spTree>
    <p:extLst>
      <p:ext uri="{BB962C8B-B14F-4D97-AF65-F5344CB8AC3E}">
        <p14:creationId xmlns:p14="http://schemas.microsoft.com/office/powerpoint/2010/main" val="230132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07B-9C8D-E0E4-10D6-02E35D8389DB}"/>
              </a:ext>
            </a:extLst>
          </p:cNvPr>
          <p:cNvSpPr>
            <a:spLocks noGrp="1"/>
          </p:cNvSpPr>
          <p:nvPr>
            <p:ph type="title"/>
          </p:nvPr>
        </p:nvSpPr>
        <p:spPr>
          <a:xfrm>
            <a:off x="588262" y="585216"/>
            <a:ext cx="8193024" cy="307777"/>
          </a:xfrm>
        </p:spPr>
        <p:txBody>
          <a:bodyPr/>
          <a:lstStyle/>
          <a:p>
            <a:r>
              <a:rPr lang="en-US" dirty="0"/>
              <a:t>Summary</a:t>
            </a:r>
          </a:p>
        </p:txBody>
      </p:sp>
      <p:sp>
        <p:nvSpPr>
          <p:cNvPr id="9" name="Text Placeholder 8">
            <a:extLst>
              <a:ext uri="{FF2B5EF4-FFF2-40B4-BE49-F238E27FC236}">
                <a16:creationId xmlns:a16="http://schemas.microsoft.com/office/drawing/2014/main" id="{595DC954-8769-AA6E-6606-06F83605F0D3}"/>
              </a:ext>
            </a:extLst>
          </p:cNvPr>
          <p:cNvSpPr>
            <a:spLocks noGrp="1"/>
          </p:cNvSpPr>
          <p:nvPr>
            <p:ph type="body" sz="quarter" idx="34"/>
          </p:nvPr>
        </p:nvSpPr>
        <p:spPr>
          <a:xfrm>
            <a:off x="588263" y="2542117"/>
            <a:ext cx="2027938" cy="1969770"/>
          </a:xfrm>
        </p:spPr>
        <p:txBody>
          <a:bodyPr/>
          <a:lstStyle/>
          <a:p>
            <a:r>
              <a:rPr lang="en-US" dirty="0"/>
              <a:t>You’re now familiar with the ways you can use Copilot Chat to improve your productivity, ease collaboration, and simplify your workflow.</a:t>
            </a:r>
          </a:p>
        </p:txBody>
      </p:sp>
      <p:sp>
        <p:nvSpPr>
          <p:cNvPr id="23" name="Text Placeholder 22">
            <a:extLst>
              <a:ext uri="{FF2B5EF4-FFF2-40B4-BE49-F238E27FC236}">
                <a16:creationId xmlns:a16="http://schemas.microsoft.com/office/drawing/2014/main" id="{6F458A66-2A9D-058E-F05C-B19C193ECDA0}"/>
              </a:ext>
            </a:extLst>
          </p:cNvPr>
          <p:cNvSpPr>
            <a:spLocks noGrp="1"/>
          </p:cNvSpPr>
          <p:nvPr>
            <p:ph type="body" sz="quarter" idx="17"/>
          </p:nvPr>
        </p:nvSpPr>
        <p:spPr>
          <a:xfrm>
            <a:off x="4356039" y="1926472"/>
            <a:ext cx="5364224" cy="553998"/>
          </a:xfrm>
        </p:spPr>
        <p:txBody>
          <a:bodyPr/>
          <a:lstStyle/>
          <a:p>
            <a:r>
              <a:rPr lang="en-US" sz="2000" dirty="0"/>
              <a:t>What you learned</a:t>
            </a:r>
          </a:p>
          <a:p>
            <a:endParaRPr lang="en-US" dirty="0"/>
          </a:p>
        </p:txBody>
      </p:sp>
      <p:sp>
        <p:nvSpPr>
          <p:cNvPr id="24" name="Text Placeholder 23">
            <a:extLst>
              <a:ext uri="{FF2B5EF4-FFF2-40B4-BE49-F238E27FC236}">
                <a16:creationId xmlns:a16="http://schemas.microsoft.com/office/drawing/2014/main" id="{1B1FB08B-059B-561C-356D-D32E78EECA48}"/>
              </a:ext>
            </a:extLst>
          </p:cNvPr>
          <p:cNvSpPr>
            <a:spLocks noGrp="1"/>
          </p:cNvSpPr>
          <p:nvPr>
            <p:ph type="body" sz="quarter" idx="35"/>
          </p:nvPr>
        </p:nvSpPr>
        <p:spPr>
          <a:xfrm>
            <a:off x="4358229" y="2578100"/>
            <a:ext cx="7245508" cy="3303468"/>
          </a:xfrm>
        </p:spPr>
        <p:txBody>
          <a:bodyPr/>
          <a:lstStyle/>
          <a:p>
            <a:pPr marL="0" indent="0">
              <a:buNone/>
            </a:pPr>
            <a:r>
              <a:rPr lang="en-US" sz="1800" dirty="0"/>
              <a:t>Now that you’ve completed this module, you’re able to:</a:t>
            </a:r>
            <a:br>
              <a:rPr lang="en-US" sz="1800" dirty="0"/>
            </a:br>
            <a:endParaRPr lang="en-US" sz="1800" dirty="0"/>
          </a:p>
          <a:p>
            <a:pPr marL="285750" indent="-285750" algn="l" rtl="0" fontAlgn="base">
              <a:spcBef>
                <a:spcPts val="385"/>
              </a:spcBef>
              <a:buFont typeface="Arial" panose="020B0604020202020204" pitchFamily="34" charset="0"/>
              <a:buChar char="•"/>
            </a:pPr>
            <a:r>
              <a:rPr lang="en-US" sz="1800" b="0" i="0" dirty="0">
                <a:effectLst/>
              </a:rPr>
              <a:t>Leverage Copilot Chat to brainstorm ideas, summarize information, create content, visualize data, and generate code.  </a:t>
            </a:r>
          </a:p>
          <a:p>
            <a:pPr marL="285750" indent="-285750" algn="l" rtl="0" fontAlgn="base">
              <a:spcBef>
                <a:spcPts val="385"/>
              </a:spcBef>
              <a:buFont typeface="Arial" panose="020B0604020202020204" pitchFamily="34" charset="0"/>
              <a:buChar char="•"/>
            </a:pPr>
            <a:r>
              <a:rPr lang="en-US" sz="1800" b="0" i="0" dirty="0">
                <a:effectLst/>
              </a:rPr>
              <a:t>Upload and analyze files to generate insights and create new content.  </a:t>
            </a:r>
            <a:endParaRPr lang="en-US" sz="1800" dirty="0"/>
          </a:p>
          <a:p>
            <a:pPr marL="285750" indent="-285750" algn="l" rtl="0" fontAlgn="base">
              <a:spcBef>
                <a:spcPts val="385"/>
              </a:spcBef>
              <a:buFont typeface="Arial" panose="020B0604020202020204" pitchFamily="34" charset="0"/>
              <a:buChar char="•"/>
            </a:pPr>
            <a:r>
              <a:rPr lang="en-US" sz="1800" b="0" i="0" dirty="0">
                <a:effectLst/>
              </a:rPr>
              <a:t>Use Copilot Pages to collaborate in real-time and organize content in a shared workspace.  </a:t>
            </a:r>
          </a:p>
          <a:p>
            <a:pPr marL="285750" indent="-285750" fontAlgn="base">
              <a:spcBef>
                <a:spcPts val="385"/>
              </a:spcBef>
            </a:pPr>
            <a:r>
              <a:rPr lang="en-US" sz="1800" dirty="0"/>
              <a:t>Describe how Copilot Agents automate and personalize tasks. </a:t>
            </a:r>
          </a:p>
          <a:p>
            <a:pPr marL="285750" indent="-285750" fontAlgn="base">
              <a:spcBef>
                <a:spcPts val="385"/>
              </a:spcBef>
            </a:pPr>
            <a:r>
              <a:rPr lang="en-US" sz="1800" dirty="0"/>
              <a:t>Leverage Copilot Chat across Microsoft 365 apps to streamline your workflow. </a:t>
            </a:r>
          </a:p>
        </p:txBody>
      </p:sp>
      <p:sp>
        <p:nvSpPr>
          <p:cNvPr id="3" name="Footer Placeholder 2">
            <a:extLst>
              <a:ext uri="{FF2B5EF4-FFF2-40B4-BE49-F238E27FC236}">
                <a16:creationId xmlns:a16="http://schemas.microsoft.com/office/drawing/2014/main" id="{32D7D3DF-3278-EE86-5972-570B91D9A250}"/>
              </a:ext>
            </a:extLst>
          </p:cNvPr>
          <p:cNvSpPr>
            <a:spLocks noGrp="1"/>
          </p:cNvSpPr>
          <p:nvPr>
            <p:ph type="ftr" sz="quarter" idx="3"/>
          </p:nvPr>
        </p:nvSpPr>
        <p:spPr>
          <a:xfrm>
            <a:off x="4356039" y="6476501"/>
            <a:ext cx="4151312" cy="197976"/>
          </a:xfrm>
        </p:spPr>
        <p:txBody>
          <a:bodyPr/>
          <a:lstStyle/>
          <a:p>
            <a:r>
              <a:rPr lang="en-US" dirty="0"/>
              <a:t>© Copyright Microsoft Corporation. All rights reserved.</a:t>
            </a:r>
          </a:p>
        </p:txBody>
      </p:sp>
      <p:grpSp>
        <p:nvGrpSpPr>
          <p:cNvPr id="4" name="Group 3">
            <a:extLst>
              <a:ext uri="{FF2B5EF4-FFF2-40B4-BE49-F238E27FC236}">
                <a16:creationId xmlns:a16="http://schemas.microsoft.com/office/drawing/2014/main" id="{9F0B6BFE-0BF7-3812-D08E-A636F202CF29}"/>
              </a:ext>
              <a:ext uri="{C183D7F6-B498-43B3-948B-1728B52AA6E4}">
                <adec:decorative xmlns:adec="http://schemas.microsoft.com/office/drawing/2017/decorative" val="1"/>
              </a:ext>
            </a:extLst>
          </p:cNvPr>
          <p:cNvGrpSpPr>
            <a:grpSpLocks noGrp="1" noUngrp="1" noRot="1" noMove="1" noResize="1"/>
          </p:cNvGrpSpPr>
          <p:nvPr/>
        </p:nvGrpSpPr>
        <p:grpSpPr>
          <a:xfrm>
            <a:off x="2563579" y="1585913"/>
            <a:ext cx="1110600" cy="1110600"/>
            <a:chOff x="5540700" y="2116300"/>
            <a:chExt cx="1110600" cy="1110600"/>
          </a:xfrm>
        </p:grpSpPr>
        <p:sp>
          <p:nvSpPr>
            <p:cNvPr id="5" name="Oval 4">
              <a:extLst>
                <a:ext uri="{FF2B5EF4-FFF2-40B4-BE49-F238E27FC236}">
                  <a16:creationId xmlns:a16="http://schemas.microsoft.com/office/drawing/2014/main" id="{0BA68940-4A3E-32E7-C220-268F2C8804E3}"/>
                </a:ext>
              </a:extLst>
            </p:cNvPr>
            <p:cNvSpPr>
              <a:spLocks noGrp="1" noRot="1" noMove="1" noResize="1" noEditPoints="1" noAdjustHandles="1" noChangeArrowheads="1" noChangeShapeType="1"/>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82B55C4C-F0A9-9072-DA3A-B4DE5A601EF5}"/>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833400852"/>
      </p:ext>
    </p:extLst>
  </p:cSld>
  <p:clrMapOvr>
    <a:masterClrMapping/>
  </p:clrMapOvr>
  <p:transition>
    <p:fade/>
  </p:transition>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Microsoft Learn_Off-White Template">
  <a:themeElements>
    <a:clrScheme name="Microsoft Learn Lt">
      <a:dk1>
        <a:srgbClr val="000000"/>
      </a:dk1>
      <a:lt1>
        <a:srgbClr val="FFFFFF"/>
      </a:lt1>
      <a:dk2>
        <a:srgbClr val="091F2C"/>
      </a:dk2>
      <a:lt2>
        <a:srgbClr val="E8E6DF"/>
      </a:lt2>
      <a:accent1>
        <a:srgbClr val="FF5C39"/>
      </a:accent1>
      <a:accent2>
        <a:srgbClr val="C73ECC"/>
      </a:accent2>
      <a:accent3>
        <a:srgbClr val="0078D4"/>
      </a:accent3>
      <a:accent4>
        <a:srgbClr val="F4364C"/>
      </a:accent4>
      <a:accent5>
        <a:srgbClr val="FFA38B"/>
      </a:accent5>
      <a:accent6>
        <a:srgbClr val="CD9BC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Neutral gray">
      <a:srgbClr val="E8E6DF"/>
    </a:custClr>
    <a:custClr name="White">
      <a:srgbClr val="FFFFFF"/>
    </a:custClr>
    <a:custClr name="Blueblack">
      <a:srgbClr val="091F2C"/>
    </a:custClr>
    <a:custClr name="Off white">
      <a:srgbClr val="F4F3F5"/>
    </a:custClr>
    <a:custClr name="Light orange">
      <a:srgbClr val="FFA38B"/>
    </a:custClr>
    <a:custClr name="Light magenta">
      <a:srgbClr val="CD9BCF"/>
    </a:custClr>
    <a:custClr name="Light blue">
      <a:srgbClr val="8DC8E8"/>
    </a:custClr>
    <a:custClr name="Light red">
      <a:srgbClr val="FFB3BB"/>
    </a:custClr>
    <a:custClr name="White">
      <a:srgbClr val="FFFFFF"/>
    </a:custClr>
    <a:custClr name="White">
      <a:srgbClr val="FFFFFF"/>
    </a:custClr>
    <a:custClr name="Neutral gray">
      <a:srgbClr val="E8E6DF"/>
    </a:custClr>
    <a:custClr name="White">
      <a:srgbClr val="FFFFFF"/>
    </a:custClr>
    <a:custClr name="Blueblack">
      <a:srgbClr val="091F2C"/>
    </a:custClr>
    <a:custClr name="Off white">
      <a:srgbClr val="F4F3F5"/>
    </a:custClr>
    <a:custClr name="Dark orange">
      <a:srgbClr val="73391D"/>
    </a:custClr>
    <a:custClr name="Dark magenta">
      <a:srgbClr val="702573"/>
    </a:custClr>
    <a:custClr name="Dark blue">
      <a:srgbClr val="2A446F"/>
    </a:custClr>
    <a:custClr name="Dark red">
      <a:srgbClr val="73262F"/>
    </a:custClr>
    <a:custClr name="White">
      <a:srgbClr val="FFFFFF"/>
    </a:custClr>
    <a:custClr name="White">
      <a:srgbClr val="FFFFFF"/>
    </a:custClr>
  </a:custClrLst>
  <a:extLst>
    <a:ext uri="{05A4C25C-085E-4340-85A3-A5531E510DB2}">
      <thm15:themeFamily xmlns:thm15="http://schemas.microsoft.com/office/thememl/2012/main" name="Microsoft_Learn_PPT_Template_May2022" id="{29A08142-AB99-4411-AAE7-CEDF668BDF69}" vid="{B77F916D-7E22-4EF9-8BA9-EC91DF20C5E1}"/>
    </a:ext>
  </a:extLst>
</a:theme>
</file>

<file path=ppt/theme/theme4.xml><?xml version="1.0" encoding="utf-8"?>
<a:theme xmlns:a="http://schemas.openxmlformats.org/drawingml/2006/main" name="Microsoft 365 Copilot Template">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f7f103e-597c-493b-bc31-914106b908e0" xsi:nil="true"/>
    <lcf76f155ced4ddcb4097134ff3c332f xmlns="ec9ab3cf-5ffc-4e23-9951-e59f1d4d2772">
      <Terms xmlns="http://schemas.microsoft.com/office/infopath/2007/PartnerControls"/>
    </lcf76f155ced4ddcb4097134ff3c332f>
    <Credits xmlns="ec9ab3cf-5ffc-4e23-9951-e59f1d4d2772" xsi:nil="true"/>
    <Audience xmlns="ec9ab3cf-5ffc-4e23-9951-e59f1d4d2772" xsi:nil="true"/>
    <OverallScore xmlns="ec9ab3cf-5ffc-4e23-9951-e59f1d4d277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AA89542497BB44B17EFF15C96C765B" ma:contentTypeVersion="23" ma:contentTypeDescription="Create a new document." ma:contentTypeScope="" ma:versionID="127c64362f8558a3c32660195ed8b41d">
  <xsd:schema xmlns:xsd="http://www.w3.org/2001/XMLSchema" xmlns:xs="http://www.w3.org/2001/XMLSchema" xmlns:p="http://schemas.microsoft.com/office/2006/metadata/properties" xmlns:ns2="ec9ab3cf-5ffc-4e23-9951-e59f1d4d2772" xmlns:ns3="df7f103e-597c-493b-bc31-914106b908e0" targetNamespace="http://schemas.microsoft.com/office/2006/metadata/properties" ma:root="true" ma:fieldsID="95fdc565777e2979fd405afcf807a974" ns2:_="" ns3:_="">
    <xsd:import namespace="ec9ab3cf-5ffc-4e23-9951-e59f1d4d2772"/>
    <xsd:import namespace="df7f103e-597c-493b-bc31-914106b908e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Location" minOccurs="0"/>
                <xsd:element ref="ns2:Audience" minOccurs="0"/>
                <xsd:element ref="ns2:Credits" minOccurs="0"/>
                <xsd:element ref="ns2:OverallScore"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ab3cf-5ffc-4e23-9951-e59f1d4d27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c2ae402-469f-44ac-8e1a-80fa5d90e29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Audience" ma:index="24" nillable="true" ma:displayName="Audience" ma:format="Dropdown" ma:internalName="Audience">
      <xsd:complexType>
        <xsd:complexContent>
          <xsd:extension base="dms:MultiChoice">
            <xsd:sequence>
              <xsd:element name="Value" maxOccurs="unbounded" minOccurs="0" nillable="true">
                <xsd:simpleType>
                  <xsd:restriction base="dms:Choice">
                    <xsd:enumeration value="Attendees"/>
                    <xsd:enumeration value="Organizers"/>
                    <xsd:enumeration value="Presenters and Moderators"/>
                    <xsd:enumeration value="Administrators"/>
                  </xsd:restriction>
                </xsd:simpleType>
              </xsd:element>
            </xsd:sequence>
          </xsd:extension>
        </xsd:complexContent>
      </xsd:complexType>
    </xsd:element>
    <xsd:element name="Credits" ma:index="25" nillable="true" ma:displayName="Credits" ma:format="Dropdown" ma:internalName="Credits">
      <xsd:simpleType>
        <xsd:restriction base="dms:Text">
          <xsd:maxLength value="255"/>
        </xsd:restriction>
      </xsd:simpleType>
    </xsd:element>
    <xsd:element name="OverallScore" ma:index="26" nillable="true" ma:displayName="Overall Score" ma:format="Dropdown" ma:internalName="OverallScore" ma:percentage="FALSE">
      <xsd:simpleType>
        <xsd:restriction base="dms:Number"/>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f7f103e-597c-493b-bc31-914106b908e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4637c3a-ca42-4f7c-af94-c76bdb54c656}" ma:internalName="TaxCatchAll" ma:showField="CatchAllData" ma:web="df7f103e-597c-493b-bc31-914106b908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76e03480-8cba-4236-ba8e-c2eaec5d39d6"/>
    <ds:schemaRef ds:uri="http://www.w3.org/XML/1998/namespace"/>
    <ds:schemaRef ds:uri="http://schemas.microsoft.com/office/infopath/2007/PartnerControls"/>
    <ds:schemaRef ds:uri="http://schemas.microsoft.com/sharepoint/v3"/>
    <ds:schemaRef ds:uri="http://schemas.openxmlformats.org/package/2006/metadata/core-properties"/>
    <ds:schemaRef ds:uri="230e9df3-be65-4c73-a93b-d1236ebd677e"/>
    <ds:schemaRef ds:uri="http://purl.org/dc/elements/1.1/"/>
    <ds:schemaRef ds:uri="http://purl.org/dc/dcmitype/"/>
    <ds:schemaRef ds:uri="http://schemas.microsoft.com/office/2006/documentManagement/types"/>
    <ds:schemaRef ds:uri="7e96d60b-db1d-44a2-8be4-a128982f8e65"/>
    <ds:schemaRef ds:uri="http://schemas.microsoft.com/office/2006/metadata/properties"/>
    <ds:schemaRef ds:uri="http://purl.org/dc/terms/"/>
    <ds:schemaRef ds:uri="df7f103e-597c-493b-bc31-914106b908e0"/>
    <ds:schemaRef ds:uri="ec9ab3cf-5ffc-4e23-9951-e59f1d4d2772"/>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535E8846-60DE-4895-93C1-DCEEA32935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ab3cf-5ffc-4e23-9951-e59f1d4d2772"/>
    <ds:schemaRef ds:uri="df7f103e-597c-493b-bc31-914106b908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15173</TotalTime>
  <Words>11175</Words>
  <Application>Microsoft Office PowerPoint</Application>
  <PresentationFormat>Widescreen</PresentationFormat>
  <Paragraphs>755</Paragraphs>
  <Slides>39</Slides>
  <Notes>36</Notes>
  <HiddenSlides>0</HiddenSlides>
  <MMClips>0</MMClips>
  <ScaleCrop>false</ScaleCrop>
  <HeadingPairs>
    <vt:vector size="6" baseType="variant">
      <vt:variant>
        <vt:lpstr>Fonts Used</vt:lpstr>
      </vt:variant>
      <vt:variant>
        <vt:i4>17</vt:i4>
      </vt:variant>
      <vt:variant>
        <vt:lpstr>Theme</vt:lpstr>
      </vt:variant>
      <vt:variant>
        <vt:i4>4</vt:i4>
      </vt:variant>
      <vt:variant>
        <vt:lpstr>Slide Titles</vt:lpstr>
      </vt:variant>
      <vt:variant>
        <vt:i4>39</vt:i4>
      </vt:variant>
    </vt:vector>
  </HeadingPairs>
  <TitlesOfParts>
    <vt:vector size="60" baseType="lpstr">
      <vt:lpstr>Aptos</vt:lpstr>
      <vt:lpstr>Arial</vt:lpstr>
      <vt:lpstr>Consolas</vt:lpstr>
      <vt:lpstr>Segoe Sans</vt:lpstr>
      <vt:lpstr>Segoe Sans Display</vt:lpstr>
      <vt:lpstr>Segoe Sans Display Semibold</vt:lpstr>
      <vt:lpstr>Segoe UI</vt:lpstr>
      <vt:lpstr>Segoe UI </vt:lpstr>
      <vt:lpstr>Segoe UI Black</vt:lpstr>
      <vt:lpstr>Segoe UI Light</vt:lpstr>
      <vt:lpstr>Segoe UI Semibold</vt:lpstr>
      <vt:lpstr>Segoe UI semibold(Body)</vt:lpstr>
      <vt:lpstr>Segoe UI Variable Display </vt:lpstr>
      <vt:lpstr>Symbol</vt:lpstr>
      <vt:lpstr>var(--fontFamilyBase)</vt:lpstr>
      <vt:lpstr>Wingdings</vt:lpstr>
      <vt:lpstr>Wingdings 2</vt:lpstr>
      <vt:lpstr>LIGHT MODE</vt:lpstr>
      <vt:lpstr>1_LIGHT MODE</vt:lpstr>
      <vt:lpstr>Microsoft Learn_Off-White Template</vt:lpstr>
      <vt:lpstr>Microsoft 365 Copilot Template</vt:lpstr>
      <vt:lpstr>Learning Path: Transform ideas into action with Copilot Chat</vt:lpstr>
      <vt:lpstr>Module 1: Get started with Microsoft 365 Copilot Chat</vt:lpstr>
      <vt:lpstr>Introduction</vt:lpstr>
      <vt:lpstr>What is Microsoft 365 Copilot Chat?</vt:lpstr>
      <vt:lpstr>Differences between Microsoft 365 Copilot Chat and a Microsoft 365 Copilot add-on license</vt:lpstr>
      <vt:lpstr>Microsoft 365 Copilot Chat interface</vt:lpstr>
      <vt:lpstr>How to chat in 3 steps</vt:lpstr>
      <vt:lpstr>Data security in Copilot Chat</vt:lpstr>
      <vt:lpstr>Knowledge check </vt:lpstr>
      <vt:lpstr>Summary</vt:lpstr>
      <vt:lpstr>Module 2: Write effective prompts to achieve optimal results</vt:lpstr>
      <vt:lpstr>Introduction</vt:lpstr>
      <vt:lpstr>Write an effective prompt (1/2)</vt:lpstr>
      <vt:lpstr>Write an effective prompt (2/2)</vt:lpstr>
      <vt:lpstr>Prompting best practices</vt:lpstr>
      <vt:lpstr>Examples of web-based Prompts</vt:lpstr>
      <vt:lpstr>PowerPoint Presentation</vt:lpstr>
      <vt:lpstr>PowerPoint Presentation</vt:lpstr>
      <vt:lpstr>PowerPoint Presentation</vt:lpstr>
      <vt:lpstr>Examples of work-based prompts</vt:lpstr>
      <vt:lpstr>Get inspired with Copilot Prompt Gallery</vt:lpstr>
      <vt:lpstr>How do I use the Prompt Gallery to discover and share Copilot prompts?</vt:lpstr>
      <vt:lpstr>Knowledge check </vt:lpstr>
      <vt:lpstr>Summary</vt:lpstr>
      <vt:lpstr>Module 3: Work smarter with Copilot Chat</vt:lpstr>
      <vt:lpstr>Introduction</vt:lpstr>
      <vt:lpstr>How can I use Copilot Chat?</vt:lpstr>
      <vt:lpstr>Try these prompts (1/2)</vt:lpstr>
      <vt:lpstr>Try these prompts (2/2)</vt:lpstr>
      <vt:lpstr>Microsoft 365 Copilot Pages</vt:lpstr>
      <vt:lpstr>How does Copilot Pages work?</vt:lpstr>
      <vt:lpstr>Microsoft 365 Copilot Chat Agents</vt:lpstr>
      <vt:lpstr>Copilot Chat in Microsoft 365 apps (1/3)</vt:lpstr>
      <vt:lpstr>Copilot Chat in Microsoft 365 apps (2/3)</vt:lpstr>
      <vt:lpstr>Copilot Chat in Microsoft 365 apps (3/3)</vt:lpstr>
      <vt:lpstr>Exercise – Plan a DOJ Priorities Review (optional)</vt:lpstr>
      <vt:lpstr>Exercise – Plan an Operation Safe Communities AAR Analysis (Bonus)</vt:lpstr>
      <vt:lpstr>Knowledge check </vt:lpstr>
      <vt:lpstr>Summary</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Learn ILT course  master template</dc:title>
  <dc:subject>&lt;Event name&gt;</dc:subject>
  <dc:creator>heidi@mindseyepdx.com;v-mrosenthal@microsoft.com</dc:creator>
  <cp:keywords/>
  <dc:description/>
  <cp:lastModifiedBy>Michael Washam</cp:lastModifiedBy>
  <cp:revision>16</cp:revision>
  <dcterms:created xsi:type="dcterms:W3CDTF">2023-06-16T20:38:16Z</dcterms:created>
  <dcterms:modified xsi:type="dcterms:W3CDTF">2026-04-14T15:36:19Z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0x010100F9AA89542497BB44B17EFF15C96C765B</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y fmtid="{D5CDD505-2E9C-101B-9397-08002B2CF9AE}" pid="21" name="ClassificationContentMarkingFooterText">
    <vt:lpwstr>Classified as Microsoft Confidential</vt:lpwstr>
  </property>
  <property fmtid="{D5CDD505-2E9C-101B-9397-08002B2CF9AE}" pid="22" name="ClassificationContentMarkingHeaderLocations">
    <vt:lpwstr>LIGHT MODE:8\1_LIGHT MODE:8</vt:lpwstr>
  </property>
  <property fmtid="{D5CDD505-2E9C-101B-9397-08002B2CF9AE}" pid="23" name="ClassificationContentMarkingHeaderText">
    <vt:lpwstr>Classified as Microsoft Confidential</vt:lpwstr>
  </property>
</Properties>
</file>